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Lst>
  <p:notesMasterIdLst>
    <p:notesMasterId r:id="rId4"/>
  </p:notesMasterIdLst>
  <p:handoutMasterIdLst>
    <p:handoutMasterId r:id="rId5"/>
  </p:handoutMasterIdLst>
  <p:sldIdLst>
    <p:sldId id="288" r:id="rId3"/>
  </p:sldIdLst>
  <p:sldSz cx="17967325" cy="35999738"/>
  <p:notesSz cx="6858000" cy="9144000"/>
  <p:defaultTextStyle>
    <a:defPPr>
      <a:defRPr lang="en-US"/>
    </a:defPPr>
    <a:lvl1pPr marL="0" algn="l" defTabSz="3174280" rtl="0" eaLnBrk="1" latinLnBrk="0" hangingPunct="1">
      <a:defRPr sz="6300" kern="1200">
        <a:solidFill>
          <a:schemeClr val="tx1"/>
        </a:solidFill>
        <a:latin typeface="+mn-lt"/>
        <a:ea typeface="+mn-ea"/>
        <a:cs typeface="+mn-cs"/>
      </a:defRPr>
    </a:lvl1pPr>
    <a:lvl2pPr marL="1587141" algn="l" defTabSz="3174280" rtl="0" eaLnBrk="1" latinLnBrk="0" hangingPunct="1">
      <a:defRPr sz="6300" kern="1200">
        <a:solidFill>
          <a:schemeClr val="tx1"/>
        </a:solidFill>
        <a:latin typeface="+mn-lt"/>
        <a:ea typeface="+mn-ea"/>
        <a:cs typeface="+mn-cs"/>
      </a:defRPr>
    </a:lvl2pPr>
    <a:lvl3pPr marL="3174280" algn="l" defTabSz="3174280" rtl="0" eaLnBrk="1" latinLnBrk="0" hangingPunct="1">
      <a:defRPr sz="6300" kern="1200">
        <a:solidFill>
          <a:schemeClr val="tx1"/>
        </a:solidFill>
        <a:latin typeface="+mn-lt"/>
        <a:ea typeface="+mn-ea"/>
        <a:cs typeface="+mn-cs"/>
      </a:defRPr>
    </a:lvl3pPr>
    <a:lvl4pPr marL="4761419" algn="l" defTabSz="3174280" rtl="0" eaLnBrk="1" latinLnBrk="0" hangingPunct="1">
      <a:defRPr sz="6300" kern="1200">
        <a:solidFill>
          <a:schemeClr val="tx1"/>
        </a:solidFill>
        <a:latin typeface="+mn-lt"/>
        <a:ea typeface="+mn-ea"/>
        <a:cs typeface="+mn-cs"/>
      </a:defRPr>
    </a:lvl4pPr>
    <a:lvl5pPr marL="6348559" algn="l" defTabSz="3174280" rtl="0" eaLnBrk="1" latinLnBrk="0" hangingPunct="1">
      <a:defRPr sz="6300" kern="1200">
        <a:solidFill>
          <a:schemeClr val="tx1"/>
        </a:solidFill>
        <a:latin typeface="+mn-lt"/>
        <a:ea typeface="+mn-ea"/>
        <a:cs typeface="+mn-cs"/>
      </a:defRPr>
    </a:lvl5pPr>
    <a:lvl6pPr marL="7935700" algn="l" defTabSz="3174280" rtl="0" eaLnBrk="1" latinLnBrk="0" hangingPunct="1">
      <a:defRPr sz="6300" kern="1200">
        <a:solidFill>
          <a:schemeClr val="tx1"/>
        </a:solidFill>
        <a:latin typeface="+mn-lt"/>
        <a:ea typeface="+mn-ea"/>
        <a:cs typeface="+mn-cs"/>
      </a:defRPr>
    </a:lvl6pPr>
    <a:lvl7pPr marL="9522841" algn="l" defTabSz="3174280" rtl="0" eaLnBrk="1" latinLnBrk="0" hangingPunct="1">
      <a:defRPr sz="6300" kern="1200">
        <a:solidFill>
          <a:schemeClr val="tx1"/>
        </a:solidFill>
        <a:latin typeface="+mn-lt"/>
        <a:ea typeface="+mn-ea"/>
        <a:cs typeface="+mn-cs"/>
      </a:defRPr>
    </a:lvl7pPr>
    <a:lvl8pPr marL="11109980" algn="l" defTabSz="3174280" rtl="0" eaLnBrk="1" latinLnBrk="0" hangingPunct="1">
      <a:defRPr sz="6300" kern="1200">
        <a:solidFill>
          <a:schemeClr val="tx1"/>
        </a:solidFill>
        <a:latin typeface="+mn-lt"/>
        <a:ea typeface="+mn-ea"/>
        <a:cs typeface="+mn-cs"/>
      </a:defRPr>
    </a:lvl8pPr>
    <a:lvl9pPr marL="12697121" algn="l" defTabSz="3174280" rtl="0" eaLnBrk="1" latinLnBrk="0" hangingPunct="1">
      <a:defRPr sz="63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27" userDrawn="1">
          <p15:clr>
            <a:srgbClr val="A4A3A4"/>
          </p15:clr>
        </p15:guide>
        <p15:guide id="3" orient="horz" pos="22047">
          <p15:clr>
            <a:srgbClr val="A4A3A4"/>
          </p15:clr>
        </p15:guide>
        <p15:guide id="5" pos="238">
          <p15:clr>
            <a:srgbClr val="A4A3A4"/>
          </p15:clr>
        </p15:guide>
        <p15:guide id="6" pos="1108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3FC5"/>
    <a:srgbClr val="D274BE"/>
    <a:srgbClr val="D1B2E8"/>
    <a:srgbClr val="F3F5FA"/>
    <a:srgbClr val="CDD2DE"/>
    <a:srgbClr val="EAEAEA"/>
    <a:srgbClr val="CDD2FA"/>
    <a:srgbClr val="E3E9E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27" autoAdjust="0"/>
    <p:restoredTop sz="94762" autoAdjust="0"/>
  </p:normalViewPr>
  <p:slideViewPr>
    <p:cSldViewPr snapToGrid="0" snapToObjects="1" showGuides="1">
      <p:cViewPr>
        <p:scale>
          <a:sx n="33" d="100"/>
          <a:sy n="33" d="100"/>
        </p:scale>
        <p:origin x="2218" y="-4334"/>
      </p:cViewPr>
      <p:guideLst>
        <p:guide orient="horz" pos="227"/>
        <p:guide orient="horz" pos="22047"/>
        <p:guide pos="238"/>
        <p:guide pos="1108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4/30/2024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406161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4/30/2024</a:t>
            </a:fld>
            <a:endParaRPr lang="en-US" dirty="0"/>
          </a:p>
        </p:txBody>
      </p:sp>
      <p:sp>
        <p:nvSpPr>
          <p:cNvPr id="4" name="Slide Image Placeholder 3"/>
          <p:cNvSpPr>
            <a:spLocks noGrp="1" noRot="1" noChangeAspect="1"/>
          </p:cNvSpPr>
          <p:nvPr>
            <p:ph type="sldImg" idx="2"/>
          </p:nvPr>
        </p:nvSpPr>
        <p:spPr>
          <a:xfrm>
            <a:off x="2573338" y="685800"/>
            <a:ext cx="17113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1769238274"/>
      </p:ext>
    </p:extLst>
  </p:cSld>
  <p:clrMap bg1="lt1" tx1="dk1" bg2="lt2" tx2="dk2" accent1="accent1" accent2="accent2" accent3="accent3" accent4="accent4" accent5="accent5" accent6="accent6" hlink="hlink" folHlink="folHlink"/>
  <p:notesStyle>
    <a:lvl1pPr marL="0" algn="l" defTabSz="3174280" rtl="0" eaLnBrk="1" latinLnBrk="0" hangingPunct="1">
      <a:defRPr sz="4200" kern="1200">
        <a:solidFill>
          <a:schemeClr val="tx1"/>
        </a:solidFill>
        <a:latin typeface="+mn-lt"/>
        <a:ea typeface="+mn-ea"/>
        <a:cs typeface="+mn-cs"/>
      </a:defRPr>
    </a:lvl1pPr>
    <a:lvl2pPr marL="1587141" algn="l" defTabSz="3174280" rtl="0" eaLnBrk="1" latinLnBrk="0" hangingPunct="1">
      <a:defRPr sz="4200" kern="1200">
        <a:solidFill>
          <a:schemeClr val="tx1"/>
        </a:solidFill>
        <a:latin typeface="+mn-lt"/>
        <a:ea typeface="+mn-ea"/>
        <a:cs typeface="+mn-cs"/>
      </a:defRPr>
    </a:lvl2pPr>
    <a:lvl3pPr marL="3174280" algn="l" defTabSz="3174280" rtl="0" eaLnBrk="1" latinLnBrk="0" hangingPunct="1">
      <a:defRPr sz="4200" kern="1200">
        <a:solidFill>
          <a:schemeClr val="tx1"/>
        </a:solidFill>
        <a:latin typeface="+mn-lt"/>
        <a:ea typeface="+mn-ea"/>
        <a:cs typeface="+mn-cs"/>
      </a:defRPr>
    </a:lvl3pPr>
    <a:lvl4pPr marL="4761419" algn="l" defTabSz="3174280" rtl="0" eaLnBrk="1" latinLnBrk="0" hangingPunct="1">
      <a:defRPr sz="4200" kern="1200">
        <a:solidFill>
          <a:schemeClr val="tx1"/>
        </a:solidFill>
        <a:latin typeface="+mn-lt"/>
        <a:ea typeface="+mn-ea"/>
        <a:cs typeface="+mn-cs"/>
      </a:defRPr>
    </a:lvl4pPr>
    <a:lvl5pPr marL="6348559" algn="l" defTabSz="3174280" rtl="0" eaLnBrk="1" latinLnBrk="0" hangingPunct="1">
      <a:defRPr sz="4200" kern="1200">
        <a:solidFill>
          <a:schemeClr val="tx1"/>
        </a:solidFill>
        <a:latin typeface="+mn-lt"/>
        <a:ea typeface="+mn-ea"/>
        <a:cs typeface="+mn-cs"/>
      </a:defRPr>
    </a:lvl5pPr>
    <a:lvl6pPr marL="7935700" algn="l" defTabSz="3174280" rtl="0" eaLnBrk="1" latinLnBrk="0" hangingPunct="1">
      <a:defRPr sz="4200" kern="1200">
        <a:solidFill>
          <a:schemeClr val="tx1"/>
        </a:solidFill>
        <a:latin typeface="+mn-lt"/>
        <a:ea typeface="+mn-ea"/>
        <a:cs typeface="+mn-cs"/>
      </a:defRPr>
    </a:lvl6pPr>
    <a:lvl7pPr marL="9522841" algn="l" defTabSz="3174280" rtl="0" eaLnBrk="1" latinLnBrk="0" hangingPunct="1">
      <a:defRPr sz="4200" kern="1200">
        <a:solidFill>
          <a:schemeClr val="tx1"/>
        </a:solidFill>
        <a:latin typeface="+mn-lt"/>
        <a:ea typeface="+mn-ea"/>
        <a:cs typeface="+mn-cs"/>
      </a:defRPr>
    </a:lvl7pPr>
    <a:lvl8pPr marL="11109980" algn="l" defTabSz="3174280" rtl="0" eaLnBrk="1" latinLnBrk="0" hangingPunct="1">
      <a:defRPr sz="4200" kern="1200">
        <a:solidFill>
          <a:schemeClr val="tx1"/>
        </a:solidFill>
        <a:latin typeface="+mn-lt"/>
        <a:ea typeface="+mn-ea"/>
        <a:cs typeface="+mn-cs"/>
      </a:defRPr>
    </a:lvl8pPr>
    <a:lvl9pPr marL="12697121" algn="l" defTabSz="3174280" rtl="0" eaLnBrk="1" latinLnBrk="0" hangingPunct="1">
      <a:defRPr sz="4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445194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00CMx200CM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70140" y="5171790"/>
            <a:ext cx="8486068" cy="641662"/>
          </a:xfrm>
          <a:prstGeom prst="rect">
            <a:avLst/>
          </a:prstGeom>
        </p:spPr>
        <p:txBody>
          <a:bodyPr wrap="square" lIns="165328" tIns="165328" rIns="165328" bIns="165328">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74626" indent="-413318">
              <a:defRPr sz="1800">
                <a:latin typeface="Trebuchet MS" pitchFamily="34" charset="0"/>
              </a:defRPr>
            </a:lvl2pPr>
            <a:lvl3pPr marL="1487944" indent="-413318">
              <a:defRPr sz="1800">
                <a:latin typeface="Trebuchet MS" pitchFamily="34" charset="0"/>
              </a:defRPr>
            </a:lvl3pPr>
            <a:lvl4pPr marL="1942593" indent="-454650">
              <a:defRPr sz="1800">
                <a:latin typeface="Trebuchet MS" pitchFamily="34" charset="0"/>
              </a:defRPr>
            </a:lvl4pPr>
            <a:lvl5pPr marL="2273248" indent="-330654">
              <a:defRPr sz="18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377571" y="4588423"/>
            <a:ext cx="8479370" cy="579830"/>
          </a:xfrm>
          <a:prstGeom prst="rect">
            <a:avLst/>
          </a:prstGeom>
          <a:noFill/>
        </p:spPr>
        <p:txBody>
          <a:bodyPr wrap="square" lIns="66131" tIns="66131" rIns="66131" bIns="66131" anchor="ctr" anchorCtr="0">
            <a:spAutoFit/>
          </a:bodyPr>
          <a:lstStyle>
            <a:lvl1pPr marL="0" indent="0" algn="ctr">
              <a:buNone/>
              <a:defRPr sz="29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377570" y="15542881"/>
            <a:ext cx="8481442" cy="579830"/>
          </a:xfrm>
          <a:prstGeom prst="rect">
            <a:avLst/>
          </a:prstGeom>
          <a:noFill/>
        </p:spPr>
        <p:txBody>
          <a:bodyPr wrap="square" lIns="66131" tIns="66131" rIns="66131" bIns="66131" anchor="ctr" anchorCtr="0">
            <a:spAutoFit/>
          </a:bodyPr>
          <a:lstStyle>
            <a:lvl1pPr marL="0" indent="0" algn="ctr">
              <a:buNone/>
              <a:defRPr sz="29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9110062" y="4588423"/>
            <a:ext cx="8479260" cy="579830"/>
          </a:xfrm>
          <a:prstGeom prst="rect">
            <a:avLst/>
          </a:prstGeom>
          <a:noFill/>
        </p:spPr>
        <p:txBody>
          <a:bodyPr wrap="square" lIns="66131" tIns="66131" rIns="66131" bIns="66131" anchor="ctr" anchorCtr="0">
            <a:spAutoFit/>
          </a:bodyPr>
          <a:lstStyle>
            <a:lvl1pPr marL="0" indent="0" algn="ctr">
              <a:buNone/>
              <a:defRPr sz="29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9110062" y="5171790"/>
            <a:ext cx="8479260" cy="641662"/>
          </a:xfrm>
          <a:prstGeom prst="rect">
            <a:avLst/>
          </a:prstGeom>
        </p:spPr>
        <p:txBody>
          <a:bodyPr wrap="square" lIns="165328" tIns="165328" rIns="165328" bIns="165328">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74626" indent="-413318">
              <a:defRPr sz="1800">
                <a:latin typeface="Trebuchet MS" pitchFamily="34" charset="0"/>
              </a:defRPr>
            </a:lvl2pPr>
            <a:lvl3pPr marL="1487944" indent="-413318">
              <a:defRPr sz="1800">
                <a:latin typeface="Trebuchet MS" pitchFamily="34" charset="0"/>
              </a:defRPr>
            </a:lvl3pPr>
            <a:lvl4pPr marL="1942593" indent="-454650">
              <a:defRPr sz="1800">
                <a:latin typeface="Trebuchet MS" pitchFamily="34" charset="0"/>
              </a:defRPr>
            </a:lvl4pPr>
            <a:lvl5pPr marL="2273248" indent="-330654">
              <a:defRPr sz="18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9111227" y="15552344"/>
            <a:ext cx="8476931" cy="579830"/>
          </a:xfrm>
          <a:prstGeom prst="rect">
            <a:avLst/>
          </a:prstGeom>
          <a:noFill/>
        </p:spPr>
        <p:txBody>
          <a:bodyPr wrap="square" lIns="66131" tIns="66131" rIns="66131" bIns="66131" anchor="ctr" anchorCtr="0">
            <a:spAutoFit/>
          </a:bodyPr>
          <a:lstStyle>
            <a:lvl1pPr marL="0" indent="0" algn="ctr">
              <a:buNone/>
              <a:defRPr sz="29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9109602" y="16143328"/>
            <a:ext cx="8480180" cy="641662"/>
          </a:xfrm>
          <a:prstGeom prst="rect">
            <a:avLst/>
          </a:prstGeom>
        </p:spPr>
        <p:txBody>
          <a:bodyPr wrap="square" lIns="165328" tIns="165328" rIns="165328" bIns="165328">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74626" indent="-413318">
              <a:defRPr sz="1800">
                <a:latin typeface="Trebuchet MS" pitchFamily="34" charset="0"/>
              </a:defRPr>
            </a:lvl2pPr>
            <a:lvl3pPr marL="1487944" indent="-413318">
              <a:defRPr sz="1800">
                <a:latin typeface="Trebuchet MS" pitchFamily="34" charset="0"/>
              </a:defRPr>
            </a:lvl3pPr>
            <a:lvl4pPr marL="1942593" indent="-454650">
              <a:defRPr sz="1800">
                <a:latin typeface="Trebuchet MS" pitchFamily="34" charset="0"/>
              </a:defRPr>
            </a:lvl4pPr>
            <a:lvl5pPr marL="2273248" indent="-330654">
              <a:defRPr sz="18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9113349" y="28083131"/>
            <a:ext cx="8472687" cy="579830"/>
          </a:xfrm>
          <a:prstGeom prst="rect">
            <a:avLst/>
          </a:prstGeom>
          <a:noFill/>
        </p:spPr>
        <p:txBody>
          <a:bodyPr wrap="square" lIns="66131" tIns="66131" rIns="66131" bIns="66131" anchor="ctr" anchorCtr="0">
            <a:spAutoFit/>
          </a:bodyPr>
          <a:lstStyle>
            <a:lvl1pPr marL="0" indent="0" algn="ctr">
              <a:buNone/>
              <a:defRPr sz="29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9111227" y="28767136"/>
            <a:ext cx="8476931" cy="641662"/>
          </a:xfrm>
          <a:prstGeom prst="rect">
            <a:avLst/>
          </a:prstGeom>
        </p:spPr>
        <p:txBody>
          <a:bodyPr wrap="square" lIns="165328" tIns="165328" rIns="165328" bIns="165328">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74626" indent="-413318">
              <a:defRPr sz="1800">
                <a:latin typeface="Trebuchet MS" pitchFamily="34" charset="0"/>
              </a:defRPr>
            </a:lvl2pPr>
            <a:lvl3pPr marL="1487944" indent="-413318">
              <a:defRPr sz="1800">
                <a:latin typeface="Trebuchet MS" pitchFamily="34" charset="0"/>
              </a:defRPr>
            </a:lvl3pPr>
            <a:lvl4pPr marL="1942593" indent="-454650">
              <a:defRPr sz="1800">
                <a:latin typeface="Trebuchet MS" pitchFamily="34" charset="0"/>
              </a:defRPr>
            </a:lvl4pPr>
            <a:lvl5pPr marL="2273248" indent="-330654">
              <a:defRPr sz="18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370140" y="16135430"/>
            <a:ext cx="8486801" cy="641662"/>
          </a:xfrm>
          <a:prstGeom prst="rect">
            <a:avLst/>
          </a:prstGeom>
        </p:spPr>
        <p:txBody>
          <a:bodyPr wrap="square" lIns="165328" tIns="165328" rIns="165328" bIns="165328">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74626" indent="-413318">
              <a:defRPr sz="1800">
                <a:latin typeface="Trebuchet MS" pitchFamily="34" charset="0"/>
              </a:defRPr>
            </a:lvl2pPr>
            <a:lvl3pPr marL="1487944" indent="-413318">
              <a:defRPr sz="1800">
                <a:latin typeface="Trebuchet MS" pitchFamily="34" charset="0"/>
              </a:defRPr>
            </a:lvl3pPr>
            <a:lvl4pPr marL="1942593" indent="-454650">
              <a:defRPr sz="1800">
                <a:latin typeface="Trebuchet MS" pitchFamily="34" charset="0"/>
              </a:defRPr>
            </a:lvl4pPr>
            <a:lvl5pPr marL="2273248" indent="-330654">
              <a:defRPr sz="18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304810" y="2864470"/>
            <a:ext cx="13357704" cy="747410"/>
          </a:xfrm>
          <a:prstGeom prst="rect">
            <a:avLst/>
          </a:prstGeom>
        </p:spPr>
        <p:txBody>
          <a:bodyPr>
            <a:normAutofit/>
          </a:bodyPr>
          <a:lstStyle>
            <a:lvl1pPr marL="0" indent="0" algn="ctr">
              <a:buFontTx/>
              <a:buNone/>
              <a:defRPr sz="44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7" name="Text Placeholder 76"/>
          <p:cNvSpPr>
            <a:spLocks noGrp="1"/>
          </p:cNvSpPr>
          <p:nvPr>
            <p:ph type="body" sz="quarter" idx="151" hasCustomPrompt="1"/>
          </p:nvPr>
        </p:nvSpPr>
        <p:spPr>
          <a:xfrm>
            <a:off x="2304810" y="1675750"/>
            <a:ext cx="13357704" cy="1188720"/>
          </a:xfrm>
          <a:prstGeom prst="rect">
            <a:avLst/>
          </a:prstGeom>
        </p:spPr>
        <p:txBody>
          <a:bodyPr anchor="t" anchorCtr="1">
            <a:normAutofit/>
          </a:bodyPr>
          <a:lstStyle>
            <a:lvl1pPr marL="0" indent="0" algn="ctr">
              <a:buFontTx/>
              <a:buNone/>
              <a:defRPr sz="66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2304810" y="228601"/>
            <a:ext cx="13357704" cy="1325880"/>
          </a:xfrm>
          <a:prstGeom prst="rect">
            <a:avLst/>
          </a:prstGeom>
        </p:spPr>
        <p:txBody>
          <a:bodyPr anchor="t" anchorCtr="1">
            <a:norm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70140" y="5171790"/>
            <a:ext cx="8486068" cy="641662"/>
          </a:xfrm>
          <a:prstGeom prst="rect">
            <a:avLst/>
          </a:prstGeom>
        </p:spPr>
        <p:txBody>
          <a:bodyPr wrap="square" lIns="165328" tIns="165328" rIns="165328" bIns="165328">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74626" indent="-413318">
              <a:defRPr sz="1800">
                <a:latin typeface="Trebuchet MS" pitchFamily="34" charset="0"/>
              </a:defRPr>
            </a:lvl2pPr>
            <a:lvl3pPr marL="1487944" indent="-413318">
              <a:defRPr sz="1800">
                <a:latin typeface="Trebuchet MS" pitchFamily="34" charset="0"/>
              </a:defRPr>
            </a:lvl3pPr>
            <a:lvl4pPr marL="1942593" indent="-454650">
              <a:defRPr sz="1800">
                <a:latin typeface="Trebuchet MS" pitchFamily="34" charset="0"/>
              </a:defRPr>
            </a:lvl4pPr>
            <a:lvl5pPr marL="2273248" indent="-330654">
              <a:defRPr sz="18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377571" y="4588423"/>
            <a:ext cx="8479370" cy="579830"/>
          </a:xfrm>
          <a:prstGeom prst="rect">
            <a:avLst/>
          </a:prstGeom>
          <a:noFill/>
        </p:spPr>
        <p:txBody>
          <a:bodyPr wrap="square" lIns="66131" tIns="66131" rIns="66131" bIns="66131" anchor="ctr" anchorCtr="0">
            <a:spAutoFit/>
          </a:bodyPr>
          <a:lstStyle>
            <a:lvl1pPr marL="0" indent="0" algn="ctr">
              <a:buNone/>
              <a:defRPr sz="29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377570" y="15542881"/>
            <a:ext cx="8481442" cy="579830"/>
          </a:xfrm>
          <a:prstGeom prst="rect">
            <a:avLst/>
          </a:prstGeom>
          <a:noFill/>
        </p:spPr>
        <p:txBody>
          <a:bodyPr wrap="square" lIns="66131" tIns="66131" rIns="66131" bIns="66131" anchor="ctr" anchorCtr="0">
            <a:spAutoFit/>
          </a:bodyPr>
          <a:lstStyle>
            <a:lvl1pPr marL="0" indent="0" algn="ctr">
              <a:buNone/>
              <a:defRPr sz="29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9110062" y="4588423"/>
            <a:ext cx="8479260" cy="579830"/>
          </a:xfrm>
          <a:prstGeom prst="rect">
            <a:avLst/>
          </a:prstGeom>
          <a:noFill/>
        </p:spPr>
        <p:txBody>
          <a:bodyPr wrap="square" lIns="66131" tIns="66131" rIns="66131" bIns="66131" anchor="ctr" anchorCtr="0">
            <a:spAutoFit/>
          </a:bodyPr>
          <a:lstStyle>
            <a:lvl1pPr marL="0" indent="0" algn="ctr">
              <a:buNone/>
              <a:defRPr sz="29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9110062" y="5171790"/>
            <a:ext cx="8479260" cy="641662"/>
          </a:xfrm>
          <a:prstGeom prst="rect">
            <a:avLst/>
          </a:prstGeom>
        </p:spPr>
        <p:txBody>
          <a:bodyPr wrap="square" lIns="165328" tIns="165328" rIns="165328" bIns="165328">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74626" indent="-413318">
              <a:defRPr sz="1800">
                <a:latin typeface="Trebuchet MS" pitchFamily="34" charset="0"/>
              </a:defRPr>
            </a:lvl2pPr>
            <a:lvl3pPr marL="1487944" indent="-413318">
              <a:defRPr sz="1800">
                <a:latin typeface="Trebuchet MS" pitchFamily="34" charset="0"/>
              </a:defRPr>
            </a:lvl3pPr>
            <a:lvl4pPr marL="1942593" indent="-454650">
              <a:defRPr sz="1800">
                <a:latin typeface="Trebuchet MS" pitchFamily="34" charset="0"/>
              </a:defRPr>
            </a:lvl4pPr>
            <a:lvl5pPr marL="2273248" indent="-330654">
              <a:defRPr sz="18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9111227" y="15552344"/>
            <a:ext cx="8476931" cy="579830"/>
          </a:xfrm>
          <a:prstGeom prst="rect">
            <a:avLst/>
          </a:prstGeom>
          <a:noFill/>
        </p:spPr>
        <p:txBody>
          <a:bodyPr wrap="square" lIns="66131" tIns="66131" rIns="66131" bIns="66131" anchor="ctr" anchorCtr="0">
            <a:spAutoFit/>
          </a:bodyPr>
          <a:lstStyle>
            <a:lvl1pPr marL="0" indent="0" algn="ctr">
              <a:buNone/>
              <a:defRPr sz="29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9109602" y="16143328"/>
            <a:ext cx="8480180" cy="641662"/>
          </a:xfrm>
          <a:prstGeom prst="rect">
            <a:avLst/>
          </a:prstGeom>
        </p:spPr>
        <p:txBody>
          <a:bodyPr wrap="square" lIns="165328" tIns="165328" rIns="165328" bIns="165328">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74626" indent="-413318">
              <a:defRPr sz="1800">
                <a:latin typeface="Trebuchet MS" pitchFamily="34" charset="0"/>
              </a:defRPr>
            </a:lvl2pPr>
            <a:lvl3pPr marL="1487944" indent="-413318">
              <a:defRPr sz="1800">
                <a:latin typeface="Trebuchet MS" pitchFamily="34" charset="0"/>
              </a:defRPr>
            </a:lvl3pPr>
            <a:lvl4pPr marL="1942593" indent="-454650">
              <a:defRPr sz="1800">
                <a:latin typeface="Trebuchet MS" pitchFamily="34" charset="0"/>
              </a:defRPr>
            </a:lvl4pPr>
            <a:lvl5pPr marL="2273248" indent="-330654">
              <a:defRPr sz="18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9113349" y="28083131"/>
            <a:ext cx="8472687" cy="579830"/>
          </a:xfrm>
          <a:prstGeom prst="rect">
            <a:avLst/>
          </a:prstGeom>
          <a:noFill/>
        </p:spPr>
        <p:txBody>
          <a:bodyPr wrap="square" lIns="66131" tIns="66131" rIns="66131" bIns="66131" anchor="ctr" anchorCtr="0">
            <a:spAutoFit/>
          </a:bodyPr>
          <a:lstStyle>
            <a:lvl1pPr marL="0" indent="0" algn="ctr">
              <a:buNone/>
              <a:defRPr sz="29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9111227" y="28767136"/>
            <a:ext cx="8476931" cy="641662"/>
          </a:xfrm>
          <a:prstGeom prst="rect">
            <a:avLst/>
          </a:prstGeom>
        </p:spPr>
        <p:txBody>
          <a:bodyPr wrap="square" lIns="165328" tIns="165328" rIns="165328" bIns="165328">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74626" indent="-413318">
              <a:defRPr sz="1800">
                <a:latin typeface="Trebuchet MS" pitchFamily="34" charset="0"/>
              </a:defRPr>
            </a:lvl2pPr>
            <a:lvl3pPr marL="1487944" indent="-413318">
              <a:defRPr sz="1800">
                <a:latin typeface="Trebuchet MS" pitchFamily="34" charset="0"/>
              </a:defRPr>
            </a:lvl3pPr>
            <a:lvl4pPr marL="1942593" indent="-454650">
              <a:defRPr sz="1800">
                <a:latin typeface="Trebuchet MS" pitchFamily="34" charset="0"/>
              </a:defRPr>
            </a:lvl4pPr>
            <a:lvl5pPr marL="2273248" indent="-330654">
              <a:defRPr sz="18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370140" y="16135430"/>
            <a:ext cx="8486801" cy="641662"/>
          </a:xfrm>
          <a:prstGeom prst="rect">
            <a:avLst/>
          </a:prstGeom>
        </p:spPr>
        <p:txBody>
          <a:bodyPr wrap="square" lIns="165328" tIns="165328" rIns="165328" bIns="165328">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74626" indent="-413318">
              <a:defRPr sz="1800">
                <a:latin typeface="Trebuchet MS" pitchFamily="34" charset="0"/>
              </a:defRPr>
            </a:lvl2pPr>
            <a:lvl3pPr marL="1487944" indent="-413318">
              <a:defRPr sz="1800">
                <a:latin typeface="Trebuchet MS" pitchFamily="34" charset="0"/>
              </a:defRPr>
            </a:lvl3pPr>
            <a:lvl4pPr marL="1942593" indent="-454650">
              <a:defRPr sz="1800">
                <a:latin typeface="Trebuchet MS" pitchFamily="34" charset="0"/>
              </a:defRPr>
            </a:lvl4pPr>
            <a:lvl5pPr marL="2273248" indent="-330654">
              <a:defRPr sz="18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304810" y="2864470"/>
            <a:ext cx="13357704" cy="747410"/>
          </a:xfrm>
          <a:prstGeom prst="rect">
            <a:avLst/>
          </a:prstGeom>
        </p:spPr>
        <p:txBody>
          <a:bodyPr>
            <a:normAutofit/>
          </a:bodyPr>
          <a:lstStyle>
            <a:lvl1pPr marL="0" indent="0" algn="ctr">
              <a:buFontTx/>
              <a:buNone/>
              <a:defRPr sz="44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7" name="Text Placeholder 76"/>
          <p:cNvSpPr>
            <a:spLocks noGrp="1"/>
          </p:cNvSpPr>
          <p:nvPr>
            <p:ph type="body" sz="quarter" idx="151" hasCustomPrompt="1"/>
          </p:nvPr>
        </p:nvSpPr>
        <p:spPr>
          <a:xfrm>
            <a:off x="2304810" y="1675750"/>
            <a:ext cx="13357704" cy="1188720"/>
          </a:xfrm>
          <a:prstGeom prst="rect">
            <a:avLst/>
          </a:prstGeom>
        </p:spPr>
        <p:txBody>
          <a:bodyPr anchor="t" anchorCtr="1">
            <a:normAutofit/>
          </a:bodyPr>
          <a:lstStyle>
            <a:lvl1pPr marL="0" indent="0" algn="ctr">
              <a:buFontTx/>
              <a:buNone/>
              <a:defRPr sz="66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2304810" y="228601"/>
            <a:ext cx="13357704" cy="1325880"/>
          </a:xfrm>
          <a:prstGeom prst="rect">
            <a:avLst/>
          </a:prstGeom>
        </p:spPr>
        <p:txBody>
          <a:bodyPr anchor="t" anchorCtr="1">
            <a:norm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14382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192578" y="35257461"/>
            <a:ext cx="2264995" cy="251561"/>
          </a:xfrm>
          <a:prstGeom prst="rect">
            <a:avLst/>
          </a:prstGeom>
          <a:noFill/>
          <a:ln w="9525">
            <a:noFill/>
            <a:miter lim="800000"/>
            <a:headEnd/>
            <a:tailEnd/>
          </a:ln>
          <a:effectLst/>
        </p:spPr>
        <p:txBody>
          <a:bodyPr wrap="square" lIns="66006" tIns="32997" rIns="66006" bIns="32997">
            <a:spAutoFit/>
          </a:bodyPr>
          <a:lstStyle/>
          <a:p>
            <a:pPr eaLnBrk="0" hangingPunct="0">
              <a:lnSpc>
                <a:spcPct val="65000"/>
              </a:lnSpc>
              <a:spcBef>
                <a:spcPct val="50000"/>
              </a:spcBef>
              <a:defRPr/>
            </a:pPr>
            <a:r>
              <a:rPr lang="en-US" sz="4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800" b="1" dirty="0">
                <a:solidFill>
                  <a:schemeClr val="bg1">
                    <a:lumMod val="75000"/>
                  </a:schemeClr>
                </a:solidFill>
                <a:latin typeface="Arial" charset="0"/>
              </a:rPr>
              <a:t>www.PosterPresentations.com</a:t>
            </a:r>
          </a:p>
        </p:txBody>
      </p:sp>
      <p:graphicFrame>
        <p:nvGraphicFramePr>
          <p:cNvPr id="3" name="Table 2">
            <a:extLst>
              <a:ext uri="{FF2B5EF4-FFF2-40B4-BE49-F238E27FC236}">
                <a16:creationId xmlns:a16="http://schemas.microsoft.com/office/drawing/2014/main" id="{6AE9625A-1C52-DE48-8D32-626F084625D3}"/>
              </a:ext>
            </a:extLst>
          </p:cNvPr>
          <p:cNvGraphicFramePr>
            <a:graphicFrameLocks noGrp="1"/>
          </p:cNvGraphicFramePr>
          <p:nvPr userDrawn="1">
            <p:extLst>
              <p:ext uri="{D42A27DB-BD31-4B8C-83A1-F6EECF244321}">
                <p14:modId xmlns:p14="http://schemas.microsoft.com/office/powerpoint/2010/main" val="3001985201"/>
              </p:ext>
            </p:extLst>
          </p:nvPr>
        </p:nvGraphicFramePr>
        <p:xfrm>
          <a:off x="-12720395" y="34253"/>
          <a:ext cx="12111788" cy="35627347"/>
        </p:xfrm>
        <a:graphic>
          <a:graphicData uri="http://schemas.openxmlformats.org/drawingml/2006/table">
            <a:tbl>
              <a:tblPr firstRow="1" bandRow="1">
                <a:tableStyleId>{5C22544A-7EE6-4342-B048-85BDC9FD1C3A}</a:tableStyleId>
              </a:tblPr>
              <a:tblGrid>
                <a:gridCol w="5193437">
                  <a:extLst>
                    <a:ext uri="{9D8B030D-6E8A-4147-A177-3AD203B41FA5}">
                      <a16:colId xmlns:a16="http://schemas.microsoft.com/office/drawing/2014/main" val="20000"/>
                    </a:ext>
                  </a:extLst>
                </a:gridCol>
                <a:gridCol w="6918351">
                  <a:extLst>
                    <a:ext uri="{9D8B030D-6E8A-4147-A177-3AD203B41FA5}">
                      <a16:colId xmlns:a16="http://schemas.microsoft.com/office/drawing/2014/main" val="20001"/>
                    </a:ext>
                  </a:extLst>
                </a:gridCol>
              </a:tblGrid>
              <a:tr h="1379266">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39959">
                <a:tc gridSpan="2">
                  <a:txBody>
                    <a:bodyPr/>
                    <a:lstStyle/>
                    <a:p>
                      <a:pPr defTabSz="3765639"/>
                      <a:r>
                        <a:rPr lang="en-US" sz="2400" i="0" dirty="0">
                          <a:solidFill>
                            <a:srgbClr val="D9D9D9"/>
                          </a:solidFill>
                          <a:latin typeface="Arial"/>
                          <a:cs typeface="Arial"/>
                        </a:rPr>
                        <a:t>This PowerPoint template produces a </a:t>
                      </a:r>
                      <a:r>
                        <a:rPr lang="en-US" sz="2400" i="0" dirty="0">
                          <a:solidFill>
                            <a:srgbClr val="FFC000"/>
                          </a:solidFill>
                          <a:latin typeface="Arial"/>
                          <a:cs typeface="Arial"/>
                        </a:rPr>
                        <a:t>100x200cm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057301">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poster template for a</a:t>
                      </a:r>
                    </a:p>
                    <a:p>
                      <a:pPr marL="0" marR="0" lvl="0" indent="0" algn="ctr" defTabSz="3169678"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5400" b="1" dirty="0">
                          <a:solidFill>
                            <a:srgbClr val="FFC000"/>
                          </a:solidFill>
                          <a:latin typeface="Arial" panose="020B0604020202020204" pitchFamily="34" charset="0"/>
                          <a:cs typeface="Arial" panose="020B0604020202020204" pitchFamily="34" charset="0"/>
                        </a:rPr>
                        <a:t>100x200cm</a:t>
                      </a:r>
                      <a:br>
                        <a:rPr lang="en-US" sz="5400" b="1" dirty="0">
                          <a:solidFill>
                            <a:srgbClr val="FFC000"/>
                          </a:solidFill>
                          <a:latin typeface="Arial" panose="020B0604020202020204" pitchFamily="34" charset="0"/>
                          <a:cs typeface="Arial" panose="020B0604020202020204" pitchFamily="34" charset="0"/>
                        </a:rPr>
                      </a:br>
                      <a:br>
                        <a:rPr lang="en-US" sz="1200" dirty="0">
                          <a:solidFill>
                            <a:schemeClr val="bg1"/>
                          </a:solidFill>
                          <a:latin typeface="Arial" panose="020B0604020202020204" pitchFamily="34" charset="0"/>
                          <a:cs typeface="Arial" panose="020B0604020202020204" pitchFamily="34" charset="0"/>
                        </a:rPr>
                      </a:br>
                      <a:r>
                        <a:rPr lang="en-US" sz="2400" b="1" dirty="0">
                          <a:solidFill>
                            <a:srgbClr val="FFC000"/>
                          </a:solidFill>
                          <a:latin typeface="Arial" panose="020B0604020202020204" pitchFamily="34" charset="0"/>
                          <a:cs typeface="Arial" panose="020B0604020202020204" pitchFamily="34" charset="0"/>
                        </a:rPr>
                        <a:t>(39” tall x 78” wide)</a:t>
                      </a: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 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br>
                        <a:rPr lang="en-US" sz="2400" b="0" baseline="0" dirty="0">
                          <a:solidFill>
                            <a:srgbClr val="D9D9D9"/>
                          </a:solidFill>
                          <a:latin typeface="Arial" panose="020B0604020202020204" pitchFamily="34" charset="0"/>
                          <a:cs typeface="Arial" panose="020B0604020202020204" pitchFamily="34" charset="0"/>
                        </a:rPr>
                      </a:br>
                      <a:endParaRPr lang="en-US" sz="24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4955134">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49857">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48631">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780205">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0311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01525">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5246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5989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6D981E2A-97DE-1E48-8728-64731F29116C}"/>
              </a:ext>
            </a:extLst>
          </p:cNvPr>
          <p:cNvGraphicFramePr>
            <a:graphicFrameLocks noGrp="1"/>
          </p:cNvGraphicFramePr>
          <p:nvPr userDrawn="1">
            <p:extLst>
              <p:ext uri="{D42A27DB-BD31-4B8C-83A1-F6EECF244321}">
                <p14:modId xmlns:p14="http://schemas.microsoft.com/office/powerpoint/2010/main" val="4276381421"/>
              </p:ext>
            </p:extLst>
          </p:nvPr>
        </p:nvGraphicFramePr>
        <p:xfrm>
          <a:off x="18496418" y="0"/>
          <a:ext cx="12140980" cy="35999737"/>
        </p:xfrm>
        <a:graphic>
          <a:graphicData uri="http://schemas.openxmlformats.org/drawingml/2006/table">
            <a:tbl>
              <a:tblPr firstRow="1" bandRow="1">
                <a:tableStyleId>{5C22544A-7EE6-4342-B048-85BDC9FD1C3A}</a:tableStyleId>
              </a:tblPr>
              <a:tblGrid>
                <a:gridCol w="4764088">
                  <a:extLst>
                    <a:ext uri="{9D8B030D-6E8A-4147-A177-3AD203B41FA5}">
                      <a16:colId xmlns:a16="http://schemas.microsoft.com/office/drawing/2014/main" val="20000"/>
                    </a:ext>
                  </a:extLst>
                </a:gridCol>
                <a:gridCol w="1431247">
                  <a:extLst>
                    <a:ext uri="{9D8B030D-6E8A-4147-A177-3AD203B41FA5}">
                      <a16:colId xmlns:a16="http://schemas.microsoft.com/office/drawing/2014/main" val="764104496"/>
                    </a:ext>
                  </a:extLst>
                </a:gridCol>
                <a:gridCol w="5945645">
                  <a:extLst>
                    <a:ext uri="{9D8B030D-6E8A-4147-A177-3AD203B41FA5}">
                      <a16:colId xmlns:a16="http://schemas.microsoft.com/office/drawing/2014/main" val="4164475170"/>
                    </a:ext>
                  </a:extLst>
                </a:gridCol>
              </a:tblGrid>
              <a:tr h="1282818">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736693">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009614">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97415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40563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441481">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243764">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31541">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67403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174280" rtl="0" eaLnBrk="1" latinLnBrk="0" hangingPunct="1">
        <a:spcBef>
          <a:spcPct val="0"/>
        </a:spcBef>
        <a:buNone/>
        <a:defRPr sz="6300" kern="1200">
          <a:solidFill>
            <a:schemeClr val="bg1"/>
          </a:solidFill>
          <a:latin typeface="Trebuchet MS" pitchFamily="34" charset="0"/>
          <a:ea typeface="+mj-ea"/>
          <a:cs typeface="+mj-cs"/>
        </a:defRPr>
      </a:lvl1pPr>
    </p:titleStyle>
    <p:bodyStyle>
      <a:lvl1pPr marL="1190355" indent="-1190355" algn="l" defTabSz="3174280" rtl="0" eaLnBrk="1" latinLnBrk="0" hangingPunct="1">
        <a:spcBef>
          <a:spcPct val="20000"/>
        </a:spcBef>
        <a:buFont typeface="Arial" pitchFamily="34" charset="0"/>
        <a:buChar char="•"/>
        <a:defRPr sz="11100" kern="1200">
          <a:solidFill>
            <a:schemeClr val="tx1"/>
          </a:solidFill>
          <a:latin typeface="+mn-lt"/>
          <a:ea typeface="+mn-ea"/>
          <a:cs typeface="+mn-cs"/>
        </a:defRPr>
      </a:lvl1pPr>
      <a:lvl2pPr marL="2579102" indent="-991962" algn="l" defTabSz="3174280" rtl="0" eaLnBrk="1" latinLnBrk="0" hangingPunct="1">
        <a:spcBef>
          <a:spcPct val="20000"/>
        </a:spcBef>
        <a:buFont typeface="Arial" pitchFamily="34" charset="0"/>
        <a:buChar char="–"/>
        <a:defRPr sz="9800" kern="1200">
          <a:solidFill>
            <a:schemeClr val="tx1"/>
          </a:solidFill>
          <a:latin typeface="+mn-lt"/>
          <a:ea typeface="+mn-ea"/>
          <a:cs typeface="+mn-cs"/>
        </a:defRPr>
      </a:lvl2pPr>
      <a:lvl3pPr marL="3967851" indent="-793571" algn="l" defTabSz="3174280" rtl="0" eaLnBrk="1" latinLnBrk="0" hangingPunct="1">
        <a:spcBef>
          <a:spcPct val="20000"/>
        </a:spcBef>
        <a:buFont typeface="Arial" pitchFamily="34" charset="0"/>
        <a:buChar char="•"/>
        <a:defRPr sz="8400" kern="1200">
          <a:solidFill>
            <a:schemeClr val="tx1"/>
          </a:solidFill>
          <a:latin typeface="+mn-lt"/>
          <a:ea typeface="+mn-ea"/>
          <a:cs typeface="+mn-cs"/>
        </a:defRPr>
      </a:lvl3pPr>
      <a:lvl4pPr marL="5554990" indent="-793571" algn="l" defTabSz="3174280" rtl="0" eaLnBrk="1" latinLnBrk="0" hangingPunct="1">
        <a:spcBef>
          <a:spcPct val="20000"/>
        </a:spcBef>
        <a:buFont typeface="Arial" pitchFamily="34" charset="0"/>
        <a:buChar char="–"/>
        <a:defRPr sz="7000" kern="1200">
          <a:solidFill>
            <a:schemeClr val="tx1"/>
          </a:solidFill>
          <a:latin typeface="+mn-lt"/>
          <a:ea typeface="+mn-ea"/>
          <a:cs typeface="+mn-cs"/>
        </a:defRPr>
      </a:lvl4pPr>
      <a:lvl5pPr marL="7142129" indent="-793571" algn="l" defTabSz="3174280" rtl="0" eaLnBrk="1" latinLnBrk="0" hangingPunct="1">
        <a:spcBef>
          <a:spcPct val="20000"/>
        </a:spcBef>
        <a:buFont typeface="Arial" pitchFamily="34" charset="0"/>
        <a:buChar char="»"/>
        <a:defRPr sz="7000" kern="1200">
          <a:solidFill>
            <a:schemeClr val="tx1"/>
          </a:solidFill>
          <a:latin typeface="+mn-lt"/>
          <a:ea typeface="+mn-ea"/>
          <a:cs typeface="+mn-cs"/>
        </a:defRPr>
      </a:lvl5pPr>
      <a:lvl6pPr marL="8729270" indent="-793571" algn="l" defTabSz="3174280" rtl="0" eaLnBrk="1" latinLnBrk="0" hangingPunct="1">
        <a:spcBef>
          <a:spcPct val="20000"/>
        </a:spcBef>
        <a:buFont typeface="Arial" pitchFamily="34" charset="0"/>
        <a:buChar char="•"/>
        <a:defRPr sz="7000" kern="1200">
          <a:solidFill>
            <a:schemeClr val="tx1"/>
          </a:solidFill>
          <a:latin typeface="+mn-lt"/>
          <a:ea typeface="+mn-ea"/>
          <a:cs typeface="+mn-cs"/>
        </a:defRPr>
      </a:lvl6pPr>
      <a:lvl7pPr marL="10316409" indent="-793571" algn="l" defTabSz="3174280" rtl="0" eaLnBrk="1" latinLnBrk="0" hangingPunct="1">
        <a:spcBef>
          <a:spcPct val="20000"/>
        </a:spcBef>
        <a:buFont typeface="Arial" pitchFamily="34" charset="0"/>
        <a:buChar char="•"/>
        <a:defRPr sz="7000" kern="1200">
          <a:solidFill>
            <a:schemeClr val="tx1"/>
          </a:solidFill>
          <a:latin typeface="+mn-lt"/>
          <a:ea typeface="+mn-ea"/>
          <a:cs typeface="+mn-cs"/>
        </a:defRPr>
      </a:lvl7pPr>
      <a:lvl8pPr marL="11903550" indent="-793571" algn="l" defTabSz="3174280" rtl="0" eaLnBrk="1" latinLnBrk="0" hangingPunct="1">
        <a:spcBef>
          <a:spcPct val="20000"/>
        </a:spcBef>
        <a:buFont typeface="Arial" pitchFamily="34" charset="0"/>
        <a:buChar char="•"/>
        <a:defRPr sz="7000" kern="1200">
          <a:solidFill>
            <a:schemeClr val="tx1"/>
          </a:solidFill>
          <a:latin typeface="+mn-lt"/>
          <a:ea typeface="+mn-ea"/>
          <a:cs typeface="+mn-cs"/>
        </a:defRPr>
      </a:lvl8pPr>
      <a:lvl9pPr marL="13490690" indent="-793571" algn="l" defTabSz="3174280" rtl="0" eaLnBrk="1" latinLnBrk="0" hangingPunct="1">
        <a:spcBef>
          <a:spcPct val="20000"/>
        </a:spcBef>
        <a:buFont typeface="Arial" pitchFamily="34" charset="0"/>
        <a:buChar char="•"/>
        <a:defRPr sz="7000" kern="1200">
          <a:solidFill>
            <a:schemeClr val="tx1"/>
          </a:solidFill>
          <a:latin typeface="+mn-lt"/>
          <a:ea typeface="+mn-ea"/>
          <a:cs typeface="+mn-cs"/>
        </a:defRPr>
      </a:lvl9pPr>
    </p:bodyStyle>
    <p:otherStyle>
      <a:defPPr>
        <a:defRPr lang="en-US"/>
      </a:defPPr>
      <a:lvl1pPr marL="0" algn="l" defTabSz="3174280" rtl="0" eaLnBrk="1" latinLnBrk="0" hangingPunct="1">
        <a:defRPr sz="6300" kern="1200">
          <a:solidFill>
            <a:schemeClr val="tx1"/>
          </a:solidFill>
          <a:latin typeface="+mn-lt"/>
          <a:ea typeface="+mn-ea"/>
          <a:cs typeface="+mn-cs"/>
        </a:defRPr>
      </a:lvl1pPr>
      <a:lvl2pPr marL="1587141" algn="l" defTabSz="3174280" rtl="0" eaLnBrk="1" latinLnBrk="0" hangingPunct="1">
        <a:defRPr sz="6300" kern="1200">
          <a:solidFill>
            <a:schemeClr val="tx1"/>
          </a:solidFill>
          <a:latin typeface="+mn-lt"/>
          <a:ea typeface="+mn-ea"/>
          <a:cs typeface="+mn-cs"/>
        </a:defRPr>
      </a:lvl2pPr>
      <a:lvl3pPr marL="3174280" algn="l" defTabSz="3174280" rtl="0" eaLnBrk="1" latinLnBrk="0" hangingPunct="1">
        <a:defRPr sz="6300" kern="1200">
          <a:solidFill>
            <a:schemeClr val="tx1"/>
          </a:solidFill>
          <a:latin typeface="+mn-lt"/>
          <a:ea typeface="+mn-ea"/>
          <a:cs typeface="+mn-cs"/>
        </a:defRPr>
      </a:lvl3pPr>
      <a:lvl4pPr marL="4761419" algn="l" defTabSz="3174280" rtl="0" eaLnBrk="1" latinLnBrk="0" hangingPunct="1">
        <a:defRPr sz="6300" kern="1200">
          <a:solidFill>
            <a:schemeClr val="tx1"/>
          </a:solidFill>
          <a:latin typeface="+mn-lt"/>
          <a:ea typeface="+mn-ea"/>
          <a:cs typeface="+mn-cs"/>
        </a:defRPr>
      </a:lvl4pPr>
      <a:lvl5pPr marL="6348559" algn="l" defTabSz="3174280" rtl="0" eaLnBrk="1" latinLnBrk="0" hangingPunct="1">
        <a:defRPr sz="6300" kern="1200">
          <a:solidFill>
            <a:schemeClr val="tx1"/>
          </a:solidFill>
          <a:latin typeface="+mn-lt"/>
          <a:ea typeface="+mn-ea"/>
          <a:cs typeface="+mn-cs"/>
        </a:defRPr>
      </a:lvl5pPr>
      <a:lvl6pPr marL="7935700" algn="l" defTabSz="3174280" rtl="0" eaLnBrk="1" latinLnBrk="0" hangingPunct="1">
        <a:defRPr sz="6300" kern="1200">
          <a:solidFill>
            <a:schemeClr val="tx1"/>
          </a:solidFill>
          <a:latin typeface="+mn-lt"/>
          <a:ea typeface="+mn-ea"/>
          <a:cs typeface="+mn-cs"/>
        </a:defRPr>
      </a:lvl6pPr>
      <a:lvl7pPr marL="9522841" algn="l" defTabSz="3174280" rtl="0" eaLnBrk="1" latinLnBrk="0" hangingPunct="1">
        <a:defRPr sz="6300" kern="1200">
          <a:solidFill>
            <a:schemeClr val="tx1"/>
          </a:solidFill>
          <a:latin typeface="+mn-lt"/>
          <a:ea typeface="+mn-ea"/>
          <a:cs typeface="+mn-cs"/>
        </a:defRPr>
      </a:lvl7pPr>
      <a:lvl8pPr marL="11109980" algn="l" defTabSz="3174280" rtl="0" eaLnBrk="1" latinLnBrk="0" hangingPunct="1">
        <a:defRPr sz="6300" kern="1200">
          <a:solidFill>
            <a:schemeClr val="tx1"/>
          </a:solidFill>
          <a:latin typeface="+mn-lt"/>
          <a:ea typeface="+mn-ea"/>
          <a:cs typeface="+mn-cs"/>
        </a:defRPr>
      </a:lvl8pPr>
      <a:lvl9pPr marL="12697121" algn="l" defTabSz="3174280" rtl="0" eaLnBrk="1" latinLnBrk="0" hangingPunct="1">
        <a:defRPr sz="63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192578" y="35257461"/>
            <a:ext cx="2264995" cy="251561"/>
          </a:xfrm>
          <a:prstGeom prst="rect">
            <a:avLst/>
          </a:prstGeom>
          <a:noFill/>
          <a:ln w="9525">
            <a:noFill/>
            <a:miter lim="800000"/>
            <a:headEnd/>
            <a:tailEnd/>
          </a:ln>
          <a:effectLst/>
        </p:spPr>
        <p:txBody>
          <a:bodyPr wrap="square" lIns="66006" tIns="32997" rIns="66006" bIns="32997">
            <a:spAutoFit/>
          </a:bodyPr>
          <a:lstStyle/>
          <a:p>
            <a:pPr eaLnBrk="0" hangingPunct="0">
              <a:lnSpc>
                <a:spcPct val="65000"/>
              </a:lnSpc>
              <a:spcBef>
                <a:spcPct val="50000"/>
              </a:spcBef>
              <a:defRPr/>
            </a:pPr>
            <a:r>
              <a:rPr lang="en-US" sz="4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8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8234233"/>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174280" rtl="0" eaLnBrk="1" latinLnBrk="0" hangingPunct="1">
        <a:spcBef>
          <a:spcPct val="0"/>
        </a:spcBef>
        <a:buNone/>
        <a:defRPr sz="6300" kern="1200">
          <a:solidFill>
            <a:schemeClr val="bg1"/>
          </a:solidFill>
          <a:latin typeface="Trebuchet MS" pitchFamily="34" charset="0"/>
          <a:ea typeface="+mj-ea"/>
          <a:cs typeface="+mj-cs"/>
        </a:defRPr>
      </a:lvl1pPr>
    </p:titleStyle>
    <p:bodyStyle>
      <a:lvl1pPr marL="1190355" indent="-1190355" algn="l" defTabSz="3174280" rtl="0" eaLnBrk="1" latinLnBrk="0" hangingPunct="1">
        <a:spcBef>
          <a:spcPct val="20000"/>
        </a:spcBef>
        <a:buFont typeface="Arial" pitchFamily="34" charset="0"/>
        <a:buChar char="•"/>
        <a:defRPr sz="11100" kern="1200">
          <a:solidFill>
            <a:schemeClr val="tx1"/>
          </a:solidFill>
          <a:latin typeface="+mn-lt"/>
          <a:ea typeface="+mn-ea"/>
          <a:cs typeface="+mn-cs"/>
        </a:defRPr>
      </a:lvl1pPr>
      <a:lvl2pPr marL="2579102" indent="-991962" algn="l" defTabSz="3174280" rtl="0" eaLnBrk="1" latinLnBrk="0" hangingPunct="1">
        <a:spcBef>
          <a:spcPct val="20000"/>
        </a:spcBef>
        <a:buFont typeface="Arial" pitchFamily="34" charset="0"/>
        <a:buChar char="–"/>
        <a:defRPr sz="9800" kern="1200">
          <a:solidFill>
            <a:schemeClr val="tx1"/>
          </a:solidFill>
          <a:latin typeface="+mn-lt"/>
          <a:ea typeface="+mn-ea"/>
          <a:cs typeface="+mn-cs"/>
        </a:defRPr>
      </a:lvl2pPr>
      <a:lvl3pPr marL="3967851" indent="-793571" algn="l" defTabSz="3174280" rtl="0" eaLnBrk="1" latinLnBrk="0" hangingPunct="1">
        <a:spcBef>
          <a:spcPct val="20000"/>
        </a:spcBef>
        <a:buFont typeface="Arial" pitchFamily="34" charset="0"/>
        <a:buChar char="•"/>
        <a:defRPr sz="8400" kern="1200">
          <a:solidFill>
            <a:schemeClr val="tx1"/>
          </a:solidFill>
          <a:latin typeface="+mn-lt"/>
          <a:ea typeface="+mn-ea"/>
          <a:cs typeface="+mn-cs"/>
        </a:defRPr>
      </a:lvl3pPr>
      <a:lvl4pPr marL="5554990" indent="-793571" algn="l" defTabSz="3174280" rtl="0" eaLnBrk="1" latinLnBrk="0" hangingPunct="1">
        <a:spcBef>
          <a:spcPct val="20000"/>
        </a:spcBef>
        <a:buFont typeface="Arial" pitchFamily="34" charset="0"/>
        <a:buChar char="–"/>
        <a:defRPr sz="7000" kern="1200">
          <a:solidFill>
            <a:schemeClr val="tx1"/>
          </a:solidFill>
          <a:latin typeface="+mn-lt"/>
          <a:ea typeface="+mn-ea"/>
          <a:cs typeface="+mn-cs"/>
        </a:defRPr>
      </a:lvl4pPr>
      <a:lvl5pPr marL="7142129" indent="-793571" algn="l" defTabSz="3174280" rtl="0" eaLnBrk="1" latinLnBrk="0" hangingPunct="1">
        <a:spcBef>
          <a:spcPct val="20000"/>
        </a:spcBef>
        <a:buFont typeface="Arial" pitchFamily="34" charset="0"/>
        <a:buChar char="»"/>
        <a:defRPr sz="7000" kern="1200">
          <a:solidFill>
            <a:schemeClr val="tx1"/>
          </a:solidFill>
          <a:latin typeface="+mn-lt"/>
          <a:ea typeface="+mn-ea"/>
          <a:cs typeface="+mn-cs"/>
        </a:defRPr>
      </a:lvl5pPr>
      <a:lvl6pPr marL="8729270" indent="-793571" algn="l" defTabSz="3174280" rtl="0" eaLnBrk="1" latinLnBrk="0" hangingPunct="1">
        <a:spcBef>
          <a:spcPct val="20000"/>
        </a:spcBef>
        <a:buFont typeface="Arial" pitchFamily="34" charset="0"/>
        <a:buChar char="•"/>
        <a:defRPr sz="7000" kern="1200">
          <a:solidFill>
            <a:schemeClr val="tx1"/>
          </a:solidFill>
          <a:latin typeface="+mn-lt"/>
          <a:ea typeface="+mn-ea"/>
          <a:cs typeface="+mn-cs"/>
        </a:defRPr>
      </a:lvl6pPr>
      <a:lvl7pPr marL="10316409" indent="-793571" algn="l" defTabSz="3174280" rtl="0" eaLnBrk="1" latinLnBrk="0" hangingPunct="1">
        <a:spcBef>
          <a:spcPct val="20000"/>
        </a:spcBef>
        <a:buFont typeface="Arial" pitchFamily="34" charset="0"/>
        <a:buChar char="•"/>
        <a:defRPr sz="7000" kern="1200">
          <a:solidFill>
            <a:schemeClr val="tx1"/>
          </a:solidFill>
          <a:latin typeface="+mn-lt"/>
          <a:ea typeface="+mn-ea"/>
          <a:cs typeface="+mn-cs"/>
        </a:defRPr>
      </a:lvl7pPr>
      <a:lvl8pPr marL="11903550" indent="-793571" algn="l" defTabSz="3174280" rtl="0" eaLnBrk="1" latinLnBrk="0" hangingPunct="1">
        <a:spcBef>
          <a:spcPct val="20000"/>
        </a:spcBef>
        <a:buFont typeface="Arial" pitchFamily="34" charset="0"/>
        <a:buChar char="•"/>
        <a:defRPr sz="7000" kern="1200">
          <a:solidFill>
            <a:schemeClr val="tx1"/>
          </a:solidFill>
          <a:latin typeface="+mn-lt"/>
          <a:ea typeface="+mn-ea"/>
          <a:cs typeface="+mn-cs"/>
        </a:defRPr>
      </a:lvl8pPr>
      <a:lvl9pPr marL="13490690" indent="-793571" algn="l" defTabSz="3174280" rtl="0" eaLnBrk="1" latinLnBrk="0" hangingPunct="1">
        <a:spcBef>
          <a:spcPct val="20000"/>
        </a:spcBef>
        <a:buFont typeface="Arial" pitchFamily="34" charset="0"/>
        <a:buChar char="•"/>
        <a:defRPr sz="7000" kern="1200">
          <a:solidFill>
            <a:schemeClr val="tx1"/>
          </a:solidFill>
          <a:latin typeface="+mn-lt"/>
          <a:ea typeface="+mn-ea"/>
          <a:cs typeface="+mn-cs"/>
        </a:defRPr>
      </a:lvl9pPr>
    </p:bodyStyle>
    <p:otherStyle>
      <a:defPPr>
        <a:defRPr lang="en-US"/>
      </a:defPPr>
      <a:lvl1pPr marL="0" algn="l" defTabSz="3174280" rtl="0" eaLnBrk="1" latinLnBrk="0" hangingPunct="1">
        <a:defRPr sz="6300" kern="1200">
          <a:solidFill>
            <a:schemeClr val="tx1"/>
          </a:solidFill>
          <a:latin typeface="+mn-lt"/>
          <a:ea typeface="+mn-ea"/>
          <a:cs typeface="+mn-cs"/>
        </a:defRPr>
      </a:lvl1pPr>
      <a:lvl2pPr marL="1587141" algn="l" defTabSz="3174280" rtl="0" eaLnBrk="1" latinLnBrk="0" hangingPunct="1">
        <a:defRPr sz="6300" kern="1200">
          <a:solidFill>
            <a:schemeClr val="tx1"/>
          </a:solidFill>
          <a:latin typeface="+mn-lt"/>
          <a:ea typeface="+mn-ea"/>
          <a:cs typeface="+mn-cs"/>
        </a:defRPr>
      </a:lvl2pPr>
      <a:lvl3pPr marL="3174280" algn="l" defTabSz="3174280" rtl="0" eaLnBrk="1" latinLnBrk="0" hangingPunct="1">
        <a:defRPr sz="6300" kern="1200">
          <a:solidFill>
            <a:schemeClr val="tx1"/>
          </a:solidFill>
          <a:latin typeface="+mn-lt"/>
          <a:ea typeface="+mn-ea"/>
          <a:cs typeface="+mn-cs"/>
        </a:defRPr>
      </a:lvl3pPr>
      <a:lvl4pPr marL="4761419" algn="l" defTabSz="3174280" rtl="0" eaLnBrk="1" latinLnBrk="0" hangingPunct="1">
        <a:defRPr sz="6300" kern="1200">
          <a:solidFill>
            <a:schemeClr val="tx1"/>
          </a:solidFill>
          <a:latin typeface="+mn-lt"/>
          <a:ea typeface="+mn-ea"/>
          <a:cs typeface="+mn-cs"/>
        </a:defRPr>
      </a:lvl4pPr>
      <a:lvl5pPr marL="6348559" algn="l" defTabSz="3174280" rtl="0" eaLnBrk="1" latinLnBrk="0" hangingPunct="1">
        <a:defRPr sz="6300" kern="1200">
          <a:solidFill>
            <a:schemeClr val="tx1"/>
          </a:solidFill>
          <a:latin typeface="+mn-lt"/>
          <a:ea typeface="+mn-ea"/>
          <a:cs typeface="+mn-cs"/>
        </a:defRPr>
      </a:lvl5pPr>
      <a:lvl6pPr marL="7935700" algn="l" defTabSz="3174280" rtl="0" eaLnBrk="1" latinLnBrk="0" hangingPunct="1">
        <a:defRPr sz="6300" kern="1200">
          <a:solidFill>
            <a:schemeClr val="tx1"/>
          </a:solidFill>
          <a:latin typeface="+mn-lt"/>
          <a:ea typeface="+mn-ea"/>
          <a:cs typeface="+mn-cs"/>
        </a:defRPr>
      </a:lvl6pPr>
      <a:lvl7pPr marL="9522841" algn="l" defTabSz="3174280" rtl="0" eaLnBrk="1" latinLnBrk="0" hangingPunct="1">
        <a:defRPr sz="6300" kern="1200">
          <a:solidFill>
            <a:schemeClr val="tx1"/>
          </a:solidFill>
          <a:latin typeface="+mn-lt"/>
          <a:ea typeface="+mn-ea"/>
          <a:cs typeface="+mn-cs"/>
        </a:defRPr>
      </a:lvl7pPr>
      <a:lvl8pPr marL="11109980" algn="l" defTabSz="3174280" rtl="0" eaLnBrk="1" latinLnBrk="0" hangingPunct="1">
        <a:defRPr sz="6300" kern="1200">
          <a:solidFill>
            <a:schemeClr val="tx1"/>
          </a:solidFill>
          <a:latin typeface="+mn-lt"/>
          <a:ea typeface="+mn-ea"/>
          <a:cs typeface="+mn-cs"/>
        </a:defRPr>
      </a:lvl8pPr>
      <a:lvl9pPr marL="12697121" algn="l" defTabSz="3174280" rtl="0" eaLnBrk="1" latinLnBrk="0" hangingPunct="1">
        <a:defRPr sz="6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jpeg"/><Relationship Id="rId13" Type="http://schemas.openxmlformats.org/officeDocument/2006/relationships/image" Target="../media/image17.jpg"/><Relationship Id="rId18" Type="http://schemas.openxmlformats.org/officeDocument/2006/relationships/image" Target="../media/image22.jpeg"/><Relationship Id="rId3" Type="http://schemas.openxmlformats.org/officeDocument/2006/relationships/image" Target="../media/image7.png"/><Relationship Id="rId21" Type="http://schemas.openxmlformats.org/officeDocument/2006/relationships/image" Target="../media/image25.jpg"/><Relationship Id="rId7" Type="http://schemas.openxmlformats.org/officeDocument/2006/relationships/image" Target="../media/image11.jpeg"/><Relationship Id="rId12" Type="http://schemas.openxmlformats.org/officeDocument/2006/relationships/image" Target="../media/image16.png"/><Relationship Id="rId17" Type="http://schemas.openxmlformats.org/officeDocument/2006/relationships/image" Target="../media/image21.jpeg"/><Relationship Id="rId2" Type="http://schemas.openxmlformats.org/officeDocument/2006/relationships/notesSlide" Target="../notesSlides/notesSlide1.xml"/><Relationship Id="rId16" Type="http://schemas.openxmlformats.org/officeDocument/2006/relationships/image" Target="../media/image20.jpeg"/><Relationship Id="rId20" Type="http://schemas.openxmlformats.org/officeDocument/2006/relationships/image" Target="../media/image24.jpeg"/><Relationship Id="rId1" Type="http://schemas.openxmlformats.org/officeDocument/2006/relationships/slideLayout" Target="../slideLayouts/slideLayout1.xml"/><Relationship Id="rId6" Type="http://schemas.openxmlformats.org/officeDocument/2006/relationships/image" Target="../media/image10.jpeg"/><Relationship Id="rId11" Type="http://schemas.openxmlformats.org/officeDocument/2006/relationships/image" Target="../media/image15.jpg"/><Relationship Id="rId5" Type="http://schemas.openxmlformats.org/officeDocument/2006/relationships/image" Target="../media/image9.jpeg"/><Relationship Id="rId15" Type="http://schemas.openxmlformats.org/officeDocument/2006/relationships/image" Target="../media/image19.jpeg"/><Relationship Id="rId10" Type="http://schemas.openxmlformats.org/officeDocument/2006/relationships/image" Target="../media/image14.jpe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jpeg"/><Relationship Id="rId14" Type="http://schemas.openxmlformats.org/officeDocument/2006/relationships/image" Target="../media/image18.jpg"/><Relationship Id="rId22" Type="http://schemas.openxmlformats.org/officeDocument/2006/relationships/image" Target="../media/image2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Oval 54">
            <a:extLst>
              <a:ext uri="{FF2B5EF4-FFF2-40B4-BE49-F238E27FC236}">
                <a16:creationId xmlns:a16="http://schemas.microsoft.com/office/drawing/2014/main" id="{FAC54679-1C61-BD6D-C041-B147DEADE8EF}"/>
              </a:ext>
            </a:extLst>
          </p:cNvPr>
          <p:cNvSpPr/>
          <p:nvPr/>
        </p:nvSpPr>
        <p:spPr>
          <a:xfrm rot="16200000">
            <a:off x="-490945" y="34548021"/>
            <a:ext cx="2760997" cy="3314084"/>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47" name="Isosceles Triangle 46">
            <a:extLst>
              <a:ext uri="{FF2B5EF4-FFF2-40B4-BE49-F238E27FC236}">
                <a16:creationId xmlns:a16="http://schemas.microsoft.com/office/drawing/2014/main" id="{B0B9F5FE-B9E0-E16B-4F1B-5BACE2B94196}"/>
              </a:ext>
            </a:extLst>
          </p:cNvPr>
          <p:cNvSpPr/>
          <p:nvPr/>
        </p:nvSpPr>
        <p:spPr>
          <a:xfrm rot="19302450">
            <a:off x="-2330645" y="25069224"/>
            <a:ext cx="5301430" cy="4697823"/>
          </a:xfrm>
          <a:prstGeom prs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46" name="Oval 45">
            <a:extLst>
              <a:ext uri="{FF2B5EF4-FFF2-40B4-BE49-F238E27FC236}">
                <a16:creationId xmlns:a16="http://schemas.microsoft.com/office/drawing/2014/main" id="{B7F373EE-E961-E601-6BD5-98D13149F94E}"/>
              </a:ext>
            </a:extLst>
          </p:cNvPr>
          <p:cNvSpPr/>
          <p:nvPr/>
        </p:nvSpPr>
        <p:spPr>
          <a:xfrm>
            <a:off x="16572497" y="9230860"/>
            <a:ext cx="4223046" cy="4318498"/>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4" name="Partial Circle 3">
            <a:extLst>
              <a:ext uri="{FF2B5EF4-FFF2-40B4-BE49-F238E27FC236}">
                <a16:creationId xmlns:a16="http://schemas.microsoft.com/office/drawing/2014/main" id="{A9727356-CA6E-EA0A-8760-F46FEF0A3673}"/>
              </a:ext>
            </a:extLst>
          </p:cNvPr>
          <p:cNvSpPr/>
          <p:nvPr/>
        </p:nvSpPr>
        <p:spPr>
          <a:xfrm rot="16380343">
            <a:off x="1135700" y="-8607448"/>
            <a:ext cx="10922000" cy="15358269"/>
          </a:xfrm>
          <a:prstGeom prst="pie">
            <a:avLst>
              <a:gd name="adj1" fmla="val 21267636"/>
              <a:gd name="adj2" fmla="val 1620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13" name="Rectangle 12">
            <a:extLst>
              <a:ext uri="{FF2B5EF4-FFF2-40B4-BE49-F238E27FC236}">
                <a16:creationId xmlns:a16="http://schemas.microsoft.com/office/drawing/2014/main" id="{53EAB82E-EA81-687B-EE9A-79718579DBB4}"/>
              </a:ext>
            </a:extLst>
          </p:cNvPr>
          <p:cNvSpPr/>
          <p:nvPr/>
        </p:nvSpPr>
        <p:spPr>
          <a:xfrm rot="3395025">
            <a:off x="-2361094" y="-8576344"/>
            <a:ext cx="8026400" cy="13525264"/>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17" name="Oval 16">
            <a:extLst>
              <a:ext uri="{FF2B5EF4-FFF2-40B4-BE49-F238E27FC236}">
                <a16:creationId xmlns:a16="http://schemas.microsoft.com/office/drawing/2014/main" id="{A84C95AA-630A-FBAC-CA52-B4803B4DE1D0}"/>
              </a:ext>
            </a:extLst>
          </p:cNvPr>
          <p:cNvSpPr/>
          <p:nvPr/>
        </p:nvSpPr>
        <p:spPr>
          <a:xfrm>
            <a:off x="5173784" y="-6926530"/>
            <a:ext cx="15909843" cy="11263453"/>
          </a:xfrm>
          <a:prstGeom prst="ellipse">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ar-SA" dirty="0"/>
          </a:p>
        </p:txBody>
      </p:sp>
      <p:sp>
        <p:nvSpPr>
          <p:cNvPr id="18" name="Oval 17">
            <a:extLst>
              <a:ext uri="{FF2B5EF4-FFF2-40B4-BE49-F238E27FC236}">
                <a16:creationId xmlns:a16="http://schemas.microsoft.com/office/drawing/2014/main" id="{8463D030-8628-B71E-9B3B-3092F7837538}"/>
              </a:ext>
            </a:extLst>
          </p:cNvPr>
          <p:cNvSpPr/>
          <p:nvPr/>
        </p:nvSpPr>
        <p:spPr>
          <a:xfrm>
            <a:off x="-4427560" y="-6590141"/>
            <a:ext cx="15909844" cy="9497173"/>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19" name="Oval 18">
            <a:extLst>
              <a:ext uri="{FF2B5EF4-FFF2-40B4-BE49-F238E27FC236}">
                <a16:creationId xmlns:a16="http://schemas.microsoft.com/office/drawing/2014/main" id="{95E7653E-1F3F-3DCB-071B-853BB25A289A}"/>
              </a:ext>
            </a:extLst>
          </p:cNvPr>
          <p:cNvSpPr/>
          <p:nvPr/>
        </p:nvSpPr>
        <p:spPr>
          <a:xfrm>
            <a:off x="5140277" y="-7370464"/>
            <a:ext cx="14188766" cy="10313817"/>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20" name="TextBox 19">
            <a:extLst>
              <a:ext uri="{FF2B5EF4-FFF2-40B4-BE49-F238E27FC236}">
                <a16:creationId xmlns:a16="http://schemas.microsoft.com/office/drawing/2014/main" id="{4340813B-B46A-29EE-2108-0385017EFFE0}"/>
              </a:ext>
            </a:extLst>
          </p:cNvPr>
          <p:cNvSpPr txBox="1"/>
          <p:nvPr/>
        </p:nvSpPr>
        <p:spPr>
          <a:xfrm>
            <a:off x="536671" y="4186464"/>
            <a:ext cx="2621280" cy="965714"/>
          </a:xfrm>
          <a:prstGeom prst="rect">
            <a:avLst/>
          </a:prstGeom>
          <a:noFill/>
        </p:spPr>
        <p:txBody>
          <a:bodyPr wrap="square" rtlCol="1">
            <a:spAutoFit/>
          </a:bodyPr>
          <a:lstStyle/>
          <a:p>
            <a:pPr>
              <a:lnSpc>
                <a:spcPct val="107000"/>
              </a:lnSpc>
              <a:spcAft>
                <a:spcPts val="800"/>
              </a:spcAft>
            </a:pPr>
            <a:r>
              <a:rPr lang="en-US" sz="5400" dirty="0">
                <a:ln w="0"/>
                <a:solidFill>
                  <a:srgbClr val="0070C0"/>
                </a:solidFill>
                <a:effectLst>
                  <a:outerShdw blurRad="38100" dist="19050" dir="2700000" algn="tl" rotWithShape="0">
                    <a:schemeClr val="dk1">
                      <a:alpha val="40000"/>
                    </a:schemeClr>
                  </a:outerShdw>
                </a:effectLst>
                <a:latin typeface="Centaur" panose="02030504050205020304" pitchFamily="18" charset="0"/>
                <a:ea typeface="Calibri" panose="020F0502020204030204" pitchFamily="34" charset="0"/>
                <a:cs typeface="Arial" panose="020B0604020202020204" pitchFamily="34" charset="0"/>
              </a:rPr>
              <a:t>Abstract</a:t>
            </a:r>
            <a:r>
              <a:rPr lang="en-US" sz="1800" b="1"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endParaRPr lang="en-US" sz="18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p:txBody>
      </p:sp>
      <p:cxnSp>
        <p:nvCxnSpPr>
          <p:cNvPr id="22" name="Straight Connector 21">
            <a:extLst>
              <a:ext uri="{FF2B5EF4-FFF2-40B4-BE49-F238E27FC236}">
                <a16:creationId xmlns:a16="http://schemas.microsoft.com/office/drawing/2014/main" id="{F5FB71CA-0B2F-3AB9-F987-349072CAAAB2}"/>
              </a:ext>
            </a:extLst>
          </p:cNvPr>
          <p:cNvCxnSpPr/>
          <p:nvPr/>
        </p:nvCxnSpPr>
        <p:spPr>
          <a:xfrm>
            <a:off x="528127" y="5059463"/>
            <a:ext cx="4572000" cy="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F567F78-93DA-1062-E666-49F2DCFD63BC}"/>
              </a:ext>
            </a:extLst>
          </p:cNvPr>
          <p:cNvSpPr txBox="1"/>
          <p:nvPr/>
        </p:nvSpPr>
        <p:spPr>
          <a:xfrm>
            <a:off x="291689" y="5329816"/>
            <a:ext cx="7350677" cy="5016758"/>
          </a:xfrm>
          <a:prstGeom prst="rect">
            <a:avLst/>
          </a:prstGeom>
          <a:noFill/>
        </p:spPr>
        <p:txBody>
          <a:bodyPr wrap="square" rtlCol="1">
            <a:spAutoFit/>
          </a:bodyPr>
          <a:lstStyle/>
          <a:p>
            <a:pPr marL="342900"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The project involves creating smart glasses that are controlled through motion using a camera to track the user's head and hand gestures.</a:t>
            </a:r>
          </a:p>
          <a:p>
            <a:pPr marL="342900"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 An artificial intelligence algorithm interprets these movements to operate various devices in the user's surroundings, such as lights, appliances, and smart plugs. </a:t>
            </a:r>
          </a:p>
          <a:p>
            <a:pPr marL="342900"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The setup operates as a client-server model, where the client resides in the smart glasses and the server in a remote computer. The client collects the user's movements and transmits them to the server, which then interprets these movements to control the smart devices. </a:t>
            </a:r>
          </a:p>
          <a:p>
            <a:pPr marL="342900"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The system was developed using Python programming language and </a:t>
            </a:r>
            <a:r>
              <a:rPr lang="en-US" sz="2000" b="1" dirty="0" err="1">
                <a:latin typeface="Times New Roman" panose="02020603050405020304" pitchFamily="18" charset="0"/>
                <a:cs typeface="Times New Roman" panose="02020603050405020304" pitchFamily="18" charset="0"/>
              </a:rPr>
              <a:t>MediaPipe</a:t>
            </a:r>
            <a:r>
              <a:rPr lang="en-US" sz="2000" b="1" dirty="0">
                <a:latin typeface="Times New Roman" panose="02020603050405020304" pitchFamily="18" charset="0"/>
                <a:cs typeface="Times New Roman" panose="02020603050405020304" pitchFamily="18" charset="0"/>
              </a:rPr>
              <a:t> framework, which offers hand tracking and gesture recognition functions. To test the system's usability, a user study was conducted, confirming its ease of use.</a:t>
            </a:r>
            <a:endParaRPr lang="ar-SA" sz="2000" b="1"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02E82500-843F-EF9B-6114-B768AB416AA8}"/>
              </a:ext>
            </a:extLst>
          </p:cNvPr>
          <p:cNvSpPr txBox="1"/>
          <p:nvPr/>
        </p:nvSpPr>
        <p:spPr>
          <a:xfrm>
            <a:off x="8035788" y="4231710"/>
            <a:ext cx="3881677" cy="965714"/>
          </a:xfrm>
          <a:prstGeom prst="rect">
            <a:avLst/>
          </a:prstGeom>
          <a:noFill/>
        </p:spPr>
        <p:txBody>
          <a:bodyPr wrap="square" rtlCol="1">
            <a:spAutoFit/>
          </a:bodyPr>
          <a:lstStyle/>
          <a:p>
            <a:pPr>
              <a:lnSpc>
                <a:spcPct val="107000"/>
              </a:lnSpc>
              <a:spcAft>
                <a:spcPts val="800"/>
              </a:spcAft>
            </a:pPr>
            <a:r>
              <a:rPr lang="en-US" sz="5400" dirty="0">
                <a:ln w="0"/>
                <a:solidFill>
                  <a:srgbClr val="0070C0"/>
                </a:solidFill>
                <a:effectLst>
                  <a:outerShdw blurRad="38100" dist="19050" dir="2700000" algn="tl" rotWithShape="0">
                    <a:schemeClr val="dk1">
                      <a:alpha val="40000"/>
                    </a:schemeClr>
                  </a:outerShdw>
                </a:effectLst>
                <a:latin typeface="Centaur" panose="02030504050205020304" pitchFamily="18" charset="0"/>
                <a:ea typeface="Calibri" panose="020F0502020204030204" pitchFamily="34" charset="0"/>
                <a:cs typeface="Arial" panose="020B0604020202020204" pitchFamily="34" charset="0"/>
              </a:rPr>
              <a:t>Introduction</a:t>
            </a:r>
            <a:r>
              <a:rPr lang="en-US" sz="1600" b="1" dirty="0">
                <a:solidFill>
                  <a:srgbClr val="8C3FC5"/>
                </a:solidFill>
                <a:effectLst/>
                <a:latin typeface="Calibri" panose="020F0502020204030204" pitchFamily="34" charset="0"/>
                <a:ea typeface="Calibri" panose="020F0502020204030204" pitchFamily="34" charset="0"/>
                <a:cs typeface="Arial" panose="020B0604020202020204" pitchFamily="34" charset="0"/>
              </a:rPr>
              <a:t> </a:t>
            </a:r>
            <a:endParaRPr lang="en-US" sz="1600" dirty="0">
              <a:solidFill>
                <a:srgbClr val="8C3FC5"/>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A4EF7D2-AE3A-F37E-54C7-C9C39F13F68F}"/>
              </a:ext>
            </a:extLst>
          </p:cNvPr>
          <p:cNvSpPr txBox="1"/>
          <p:nvPr/>
        </p:nvSpPr>
        <p:spPr>
          <a:xfrm>
            <a:off x="7999154" y="5190470"/>
            <a:ext cx="9563019" cy="2554545"/>
          </a:xfrm>
          <a:prstGeom prst="rect">
            <a:avLst/>
          </a:prstGeom>
          <a:noFill/>
        </p:spPr>
        <p:txBody>
          <a:bodyPr wrap="square" rtlCol="1">
            <a:spAutoFit/>
          </a:bodyPr>
          <a:lstStyle/>
          <a:p>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The project aims to streamline home automation using smart glasses, which interpret hand gestures captured by embedded cameras. Initially, they utilized Google's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MediaPipe</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Hand Detector but faced challenges distinguishing between left and right hands and determining hand proximity. These were addressed through mathematical equations and considerations like hand perimeter and finger positions. Implementation involved Python translation and interfacing with Raspberry Pi and ESP devices for wireless IoT connectivity. The overarching goal is to enhance human interaction without limitations.</a:t>
            </a:r>
          </a:p>
        </p:txBody>
      </p:sp>
      <p:cxnSp>
        <p:nvCxnSpPr>
          <p:cNvPr id="26" name="Straight Connector 25">
            <a:extLst>
              <a:ext uri="{FF2B5EF4-FFF2-40B4-BE49-F238E27FC236}">
                <a16:creationId xmlns:a16="http://schemas.microsoft.com/office/drawing/2014/main" id="{0BECF485-9071-3FE6-139C-68D523AB37FF}"/>
              </a:ext>
            </a:extLst>
          </p:cNvPr>
          <p:cNvCxnSpPr/>
          <p:nvPr/>
        </p:nvCxnSpPr>
        <p:spPr>
          <a:xfrm>
            <a:off x="8035788" y="5039076"/>
            <a:ext cx="4572000" cy="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5EFB355-FDFC-8C27-A7FF-718B3F2DB02B}"/>
              </a:ext>
            </a:extLst>
          </p:cNvPr>
          <p:cNvSpPr txBox="1"/>
          <p:nvPr/>
        </p:nvSpPr>
        <p:spPr>
          <a:xfrm>
            <a:off x="561948" y="10202989"/>
            <a:ext cx="3881677" cy="960006"/>
          </a:xfrm>
          <a:prstGeom prst="rect">
            <a:avLst/>
          </a:prstGeom>
          <a:noFill/>
        </p:spPr>
        <p:txBody>
          <a:bodyPr wrap="square" rtlCol="1">
            <a:spAutoFit/>
          </a:bodyPr>
          <a:lstStyle/>
          <a:p>
            <a:pPr>
              <a:lnSpc>
                <a:spcPct val="107000"/>
              </a:lnSpc>
              <a:spcAft>
                <a:spcPts val="800"/>
              </a:spcAft>
            </a:pPr>
            <a:r>
              <a:rPr lang="en-US" sz="5400" dirty="0">
                <a:ln w="0"/>
                <a:solidFill>
                  <a:srgbClr val="0070C0"/>
                </a:solidFill>
                <a:effectLst>
                  <a:outerShdw blurRad="38100" dist="19050" dir="2700000" algn="tl" rotWithShape="0">
                    <a:schemeClr val="dk1">
                      <a:alpha val="40000"/>
                    </a:schemeClr>
                  </a:outerShdw>
                </a:effectLst>
                <a:latin typeface="Centaur" panose="02030504050205020304" pitchFamily="18" charset="0"/>
                <a:ea typeface="Calibri" panose="020F0502020204030204" pitchFamily="34" charset="0"/>
                <a:cs typeface="Arial" panose="020B0604020202020204" pitchFamily="34" charset="0"/>
              </a:rPr>
              <a:t>Objective</a:t>
            </a:r>
            <a:endParaRPr lang="en-US" sz="18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p:txBody>
      </p:sp>
      <p:cxnSp>
        <p:nvCxnSpPr>
          <p:cNvPr id="28" name="Straight Connector 27">
            <a:extLst>
              <a:ext uri="{FF2B5EF4-FFF2-40B4-BE49-F238E27FC236}">
                <a16:creationId xmlns:a16="http://schemas.microsoft.com/office/drawing/2014/main" id="{7C480D7F-D37A-9597-D38E-3215C67C9948}"/>
              </a:ext>
            </a:extLst>
          </p:cNvPr>
          <p:cNvCxnSpPr/>
          <p:nvPr/>
        </p:nvCxnSpPr>
        <p:spPr>
          <a:xfrm>
            <a:off x="8208663" y="8531975"/>
            <a:ext cx="4572000" cy="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36A9F51-38C1-E491-59A8-22ED284A2AD7}"/>
              </a:ext>
            </a:extLst>
          </p:cNvPr>
          <p:cNvSpPr txBox="1"/>
          <p:nvPr/>
        </p:nvSpPr>
        <p:spPr>
          <a:xfrm>
            <a:off x="8124882" y="8690115"/>
            <a:ext cx="8572820" cy="2862322"/>
          </a:xfrm>
          <a:prstGeom prst="rect">
            <a:avLst/>
          </a:prstGeom>
          <a:noFill/>
        </p:spPr>
        <p:txBody>
          <a:bodyPr wrap="square" rtlCol="1">
            <a:spAutoFit/>
          </a:bodyPr>
          <a:lstStyle/>
          <a:p>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The project focuses on developing motion-controlled smart glasses for managing IoT devices, targeting users interested in hands-free interaction with smart home technology, including IoT enthusiasts and those with mobility challenges. Users can control devices through head and hand movements, facilitated by advanced technologies like cameras and AI. The system operates within a client-server architecture, promoting seamless communication and device control. It aims to enhance convenience and accessibility in smart home environments, with potential applications in healthcare and industry.</a:t>
            </a:r>
          </a:p>
        </p:txBody>
      </p:sp>
      <p:sp>
        <p:nvSpPr>
          <p:cNvPr id="30" name="TextBox 29">
            <a:extLst>
              <a:ext uri="{FF2B5EF4-FFF2-40B4-BE49-F238E27FC236}">
                <a16:creationId xmlns:a16="http://schemas.microsoft.com/office/drawing/2014/main" id="{98C82348-3FEA-040E-E5CA-AE73007A89CC}"/>
              </a:ext>
            </a:extLst>
          </p:cNvPr>
          <p:cNvSpPr txBox="1"/>
          <p:nvPr/>
        </p:nvSpPr>
        <p:spPr>
          <a:xfrm>
            <a:off x="8069916" y="7582083"/>
            <a:ext cx="3881677" cy="960006"/>
          </a:xfrm>
          <a:prstGeom prst="rect">
            <a:avLst/>
          </a:prstGeom>
          <a:noFill/>
        </p:spPr>
        <p:txBody>
          <a:bodyPr wrap="square" rtlCol="1">
            <a:spAutoFit/>
          </a:bodyPr>
          <a:lstStyle/>
          <a:p>
            <a:pPr>
              <a:lnSpc>
                <a:spcPct val="107000"/>
              </a:lnSpc>
              <a:spcAft>
                <a:spcPts val="800"/>
              </a:spcAft>
            </a:pPr>
            <a:r>
              <a:rPr lang="en-US" sz="5400" dirty="0">
                <a:ln w="0"/>
                <a:solidFill>
                  <a:srgbClr val="0070C0"/>
                </a:solidFill>
                <a:effectLst>
                  <a:outerShdw blurRad="38100" dist="19050" dir="2700000" algn="tl" rotWithShape="0">
                    <a:schemeClr val="dk1">
                      <a:alpha val="40000"/>
                    </a:schemeClr>
                  </a:outerShdw>
                </a:effectLst>
                <a:latin typeface="Centaur" panose="02030504050205020304" pitchFamily="18" charset="0"/>
                <a:ea typeface="Calibri" panose="020F0502020204030204" pitchFamily="34" charset="0"/>
                <a:cs typeface="Arial" panose="020B0604020202020204" pitchFamily="34" charset="0"/>
              </a:rPr>
              <a:t>Scope</a:t>
            </a:r>
            <a:endParaRPr lang="en-US" sz="16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p:txBody>
      </p:sp>
      <p:cxnSp>
        <p:nvCxnSpPr>
          <p:cNvPr id="31" name="Straight Connector 30">
            <a:extLst>
              <a:ext uri="{FF2B5EF4-FFF2-40B4-BE49-F238E27FC236}">
                <a16:creationId xmlns:a16="http://schemas.microsoft.com/office/drawing/2014/main" id="{E92B8820-BF42-A547-046D-47F5994CD052}"/>
              </a:ext>
            </a:extLst>
          </p:cNvPr>
          <p:cNvCxnSpPr/>
          <p:nvPr/>
        </p:nvCxnSpPr>
        <p:spPr>
          <a:xfrm>
            <a:off x="605757" y="11150109"/>
            <a:ext cx="4572000" cy="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C6E47CF9-0E5C-EC3B-85AB-689C188B96ED}"/>
              </a:ext>
            </a:extLst>
          </p:cNvPr>
          <p:cNvSpPr txBox="1"/>
          <p:nvPr/>
        </p:nvSpPr>
        <p:spPr>
          <a:xfrm>
            <a:off x="227643" y="11370486"/>
            <a:ext cx="7350677" cy="7984365"/>
          </a:xfrm>
          <a:prstGeom prst="rect">
            <a:avLst/>
          </a:prstGeom>
          <a:noFill/>
        </p:spPr>
        <p:txBody>
          <a:bodyPr wrap="square" rtlCol="1">
            <a:spAutoFit/>
          </a:bodyPr>
          <a:lstStyle/>
          <a:p>
            <a:pPr marL="342900" lvl="0" indent="-342900">
              <a:lnSpc>
                <a:spcPct val="107000"/>
              </a:lnSpc>
              <a:spcAft>
                <a:spcPts val="800"/>
              </a:spcAft>
              <a:buFont typeface="Wingdings" panose="05000000000000000000" pitchFamily="2" charset="2"/>
              <a:buChar char="§"/>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Develop a motion-controlled smart glasses system that utilizes a camera to track the user's head and hand movements.</a:t>
            </a:r>
          </a:p>
          <a:p>
            <a:pPr marL="342900" lvl="0" indent="-342900">
              <a:lnSpc>
                <a:spcPct val="107000"/>
              </a:lnSpc>
              <a:spcAft>
                <a:spcPts val="800"/>
              </a:spcAft>
              <a:buFont typeface="Wingdings" panose="05000000000000000000" pitchFamily="2" charset="2"/>
              <a:buChar char="§"/>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Implement an artificial intelligence method to interpret the user's movements and enable control of devices within the environment, including lights, appliances, smart plugs, and other smart home devices.</a:t>
            </a:r>
          </a:p>
          <a:p>
            <a:pPr marL="342900" lvl="0" indent="-342900">
              <a:lnSpc>
                <a:spcPct val="107000"/>
              </a:lnSpc>
              <a:spcAft>
                <a:spcPts val="800"/>
              </a:spcAft>
              <a:buFont typeface="Wingdings" panose="05000000000000000000" pitchFamily="2" charset="2"/>
              <a:buChar char="§"/>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Ensure user-friendly interaction by allowing users to control smart devices simply by moving their heads and hands.</a:t>
            </a:r>
          </a:p>
          <a:p>
            <a:pPr marL="342900" lvl="0" indent="-342900">
              <a:lnSpc>
                <a:spcPct val="107000"/>
              </a:lnSpc>
              <a:spcAft>
                <a:spcPts val="800"/>
              </a:spcAft>
              <a:buFont typeface="Wingdings" panose="05000000000000000000" pitchFamily="2" charset="2"/>
              <a:buChar char="§"/>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Design the system as a client-server architecture, with the client operating on smart glasses and the server on a remote computer for seamless data transmission and interpretation.</a:t>
            </a:r>
          </a:p>
          <a:p>
            <a:pPr marL="342900" lvl="0" indent="-342900">
              <a:lnSpc>
                <a:spcPct val="107000"/>
              </a:lnSpc>
              <a:spcAft>
                <a:spcPts val="800"/>
              </a:spcAft>
              <a:buFont typeface="Wingdings" panose="05000000000000000000" pitchFamily="2" charset="2"/>
              <a:buChar char="§"/>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Utilize technologies such as cameras, artificial intelligence algorithms, processing units, and communication units to enable efficient operation of the system.</a:t>
            </a:r>
          </a:p>
        </p:txBody>
      </p:sp>
      <p:sp>
        <p:nvSpPr>
          <p:cNvPr id="33" name="TextBox 32">
            <a:extLst>
              <a:ext uri="{FF2B5EF4-FFF2-40B4-BE49-F238E27FC236}">
                <a16:creationId xmlns:a16="http://schemas.microsoft.com/office/drawing/2014/main" id="{67A50BF0-5932-0740-7D75-FD1DFA0C81C2}"/>
              </a:ext>
            </a:extLst>
          </p:cNvPr>
          <p:cNvSpPr txBox="1"/>
          <p:nvPr/>
        </p:nvSpPr>
        <p:spPr>
          <a:xfrm>
            <a:off x="605757" y="19186399"/>
            <a:ext cx="3881677" cy="960006"/>
          </a:xfrm>
          <a:prstGeom prst="rect">
            <a:avLst/>
          </a:prstGeom>
          <a:noFill/>
        </p:spPr>
        <p:txBody>
          <a:bodyPr wrap="square" rtlCol="1">
            <a:spAutoFit/>
          </a:bodyPr>
          <a:lstStyle/>
          <a:p>
            <a:pPr>
              <a:lnSpc>
                <a:spcPct val="107000"/>
              </a:lnSpc>
              <a:spcAft>
                <a:spcPts val="800"/>
              </a:spcAft>
            </a:pPr>
            <a:r>
              <a:rPr lang="en-US" sz="5400" dirty="0">
                <a:ln w="0"/>
                <a:solidFill>
                  <a:srgbClr val="0070C0"/>
                </a:solidFill>
                <a:effectLst>
                  <a:outerShdw blurRad="38100" dist="19050" dir="2700000" algn="tl" rotWithShape="0">
                    <a:schemeClr val="dk1">
                      <a:alpha val="40000"/>
                    </a:schemeClr>
                  </a:outerShdw>
                </a:effectLst>
                <a:latin typeface="Centaur" panose="02030504050205020304" pitchFamily="18" charset="0"/>
                <a:ea typeface="Calibri" panose="020F0502020204030204" pitchFamily="34" charset="0"/>
                <a:cs typeface="Arial" panose="020B0604020202020204" pitchFamily="34" charset="0"/>
              </a:rPr>
              <a:t>Method</a:t>
            </a:r>
            <a:endParaRPr lang="en-US" sz="18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p:txBody>
      </p:sp>
      <p:cxnSp>
        <p:nvCxnSpPr>
          <p:cNvPr id="34" name="Straight Connector 33">
            <a:extLst>
              <a:ext uri="{FF2B5EF4-FFF2-40B4-BE49-F238E27FC236}">
                <a16:creationId xmlns:a16="http://schemas.microsoft.com/office/drawing/2014/main" id="{425F5115-38DA-F4DA-B48D-37087378E2F3}"/>
              </a:ext>
            </a:extLst>
          </p:cNvPr>
          <p:cNvCxnSpPr/>
          <p:nvPr/>
        </p:nvCxnSpPr>
        <p:spPr>
          <a:xfrm>
            <a:off x="605757" y="20129118"/>
            <a:ext cx="4572000" cy="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54E9D33-9D7E-085F-B9D0-A491A4363ED9}"/>
              </a:ext>
            </a:extLst>
          </p:cNvPr>
          <p:cNvSpPr txBox="1"/>
          <p:nvPr/>
        </p:nvSpPr>
        <p:spPr>
          <a:xfrm>
            <a:off x="517840" y="20307481"/>
            <a:ext cx="7350677" cy="4524315"/>
          </a:xfrm>
          <a:prstGeom prst="rect">
            <a:avLst/>
          </a:prstGeom>
          <a:noFill/>
        </p:spPr>
        <p:txBody>
          <a:bodyPr wrap="square" rtlCol="1">
            <a:spAutoFit/>
          </a:bodyPr>
          <a:lstStyle/>
          <a:p>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The camera, a USB-connected webcam to a Raspberry Pi, captures the image of the hand or the overall frame. This image is then sent to deep learning algorithms equipped with hand detection capabilities. If a hand is detected, we proceed with analysis, gathering comprehensive data about the hand, including each finger and determining if it's the back or front face of the hand. We have two options based on finger signal analysis: either execute the command present within the Raspberry Pi or send a command via the MQTT protocol to the </a:t>
            </a:r>
            <a:r>
              <a:rPr lang="en-US" sz="2400" b="1" dirty="0" err="1">
                <a:effectLst/>
                <a:latin typeface="Times New Roman" panose="02020603050405020304" pitchFamily="18" charset="0"/>
                <a:ea typeface="Calibri" panose="020F0502020204030204" pitchFamily="34" charset="0"/>
                <a:cs typeface="Times New Roman" panose="02020603050405020304" pitchFamily="18" charset="0"/>
              </a:rPr>
              <a:t>NodeMCU</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 which then controls the IoT devices.</a:t>
            </a:r>
          </a:p>
        </p:txBody>
      </p:sp>
      <p:pic>
        <p:nvPicPr>
          <p:cNvPr id="36" name="image44.png">
            <a:extLst>
              <a:ext uri="{FF2B5EF4-FFF2-40B4-BE49-F238E27FC236}">
                <a16:creationId xmlns:a16="http://schemas.microsoft.com/office/drawing/2014/main" id="{317A5F43-6207-54B0-A9C8-E54F4F6ACD17}"/>
              </a:ext>
            </a:extLst>
          </p:cNvPr>
          <p:cNvPicPr/>
          <p:nvPr/>
        </p:nvPicPr>
        <p:blipFill>
          <a:blip r:embed="rId3"/>
          <a:srcRect/>
          <a:stretch>
            <a:fillRect/>
          </a:stretch>
        </p:blipFill>
        <p:spPr>
          <a:xfrm>
            <a:off x="1341232" y="25329717"/>
            <a:ext cx="5792999" cy="5610558"/>
          </a:xfrm>
          <a:prstGeom prst="rect">
            <a:avLst/>
          </a:prstGeom>
          <a:ln/>
        </p:spPr>
      </p:pic>
      <p:sp>
        <p:nvSpPr>
          <p:cNvPr id="37" name="TextBox 36">
            <a:extLst>
              <a:ext uri="{FF2B5EF4-FFF2-40B4-BE49-F238E27FC236}">
                <a16:creationId xmlns:a16="http://schemas.microsoft.com/office/drawing/2014/main" id="{A2BF030A-B08B-CE8F-D63F-A1E70957CF88}"/>
              </a:ext>
            </a:extLst>
          </p:cNvPr>
          <p:cNvSpPr txBox="1"/>
          <p:nvPr/>
        </p:nvSpPr>
        <p:spPr>
          <a:xfrm>
            <a:off x="8124882" y="11487123"/>
            <a:ext cx="3881677" cy="965714"/>
          </a:xfrm>
          <a:prstGeom prst="rect">
            <a:avLst/>
          </a:prstGeom>
          <a:noFill/>
        </p:spPr>
        <p:txBody>
          <a:bodyPr wrap="square" rtlCol="1">
            <a:spAutoFit/>
          </a:bodyPr>
          <a:lstStyle/>
          <a:p>
            <a:pPr>
              <a:lnSpc>
                <a:spcPct val="107000"/>
              </a:lnSpc>
              <a:spcAft>
                <a:spcPts val="800"/>
              </a:spcAft>
            </a:pPr>
            <a:r>
              <a:rPr lang="en-US" sz="5400" dirty="0">
                <a:ln w="0"/>
                <a:solidFill>
                  <a:srgbClr val="0070C0"/>
                </a:solidFill>
                <a:effectLst>
                  <a:outerShdw blurRad="38100" dist="19050" dir="2700000" algn="tl" rotWithShape="0">
                    <a:schemeClr val="dk1">
                      <a:alpha val="40000"/>
                    </a:schemeClr>
                  </a:outerShdw>
                </a:effectLst>
                <a:latin typeface="Centaur" panose="02030504050205020304" pitchFamily="18" charset="0"/>
                <a:ea typeface="Calibri" panose="020F0502020204030204" pitchFamily="34" charset="0"/>
                <a:cs typeface="Arial" panose="020B0604020202020204" pitchFamily="34" charset="0"/>
              </a:rPr>
              <a:t>Results</a:t>
            </a:r>
            <a:endParaRPr lang="en-US" sz="1600" dirty="0">
              <a:solidFill>
                <a:srgbClr val="0070C0"/>
              </a:solidFill>
              <a:effectLst>
                <a:outerShdw blurRad="38100" dist="38100" dir="2700000" algn="tl">
                  <a:srgbClr val="000000">
                    <a:alpha val="43137"/>
                  </a:srgbClr>
                </a:outerShdw>
              </a:effectLst>
              <a:latin typeface="Centaur" panose="02030504050205020304" pitchFamily="18" charset="0"/>
              <a:ea typeface="Calibri" panose="020F0502020204030204" pitchFamily="34" charset="0"/>
              <a:cs typeface="Arial" panose="020B0604020202020204" pitchFamily="34" charset="0"/>
            </a:endParaRPr>
          </a:p>
        </p:txBody>
      </p:sp>
      <p:cxnSp>
        <p:nvCxnSpPr>
          <p:cNvPr id="38" name="Straight Connector 37">
            <a:extLst>
              <a:ext uri="{FF2B5EF4-FFF2-40B4-BE49-F238E27FC236}">
                <a16:creationId xmlns:a16="http://schemas.microsoft.com/office/drawing/2014/main" id="{6D9A2EF7-EE87-596B-046B-EEA8240C7E52}"/>
              </a:ext>
            </a:extLst>
          </p:cNvPr>
          <p:cNvCxnSpPr/>
          <p:nvPr/>
        </p:nvCxnSpPr>
        <p:spPr>
          <a:xfrm>
            <a:off x="8208663" y="12333685"/>
            <a:ext cx="4572000" cy="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9127274-A8B9-7A3D-A8FF-EF34703096CF}"/>
              </a:ext>
            </a:extLst>
          </p:cNvPr>
          <p:cNvSpPr txBox="1"/>
          <p:nvPr/>
        </p:nvSpPr>
        <p:spPr>
          <a:xfrm>
            <a:off x="8124882" y="12522052"/>
            <a:ext cx="8446993" cy="2554545"/>
          </a:xfrm>
          <a:prstGeom prst="rect">
            <a:avLst/>
          </a:prstGeom>
          <a:noFill/>
        </p:spPr>
        <p:txBody>
          <a:bodyPr wrap="square" rtlCol="1">
            <a:spAutoFit/>
          </a:bodyPr>
          <a:lstStyle/>
          <a:p>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The experiments showcase the efficacy of hand gesture control for IoT devices, allowing users to trigger actions like turning on/off LEDs or the fan through intuitive gestures. Users can control their environment effortlessly by activating or deactivating IoT devices connected to the ESP based on detected hand gestures and recognized objects, enhancing convenience and accessibility. Object recognition capabilities further improve user interaction by enabling the identification and interaction with surrounding objects.</a:t>
            </a:r>
          </a:p>
        </p:txBody>
      </p:sp>
      <p:sp>
        <p:nvSpPr>
          <p:cNvPr id="40" name="TextBox 39">
            <a:extLst>
              <a:ext uri="{FF2B5EF4-FFF2-40B4-BE49-F238E27FC236}">
                <a16:creationId xmlns:a16="http://schemas.microsoft.com/office/drawing/2014/main" id="{0286B7BE-982B-6558-E1DB-52D995D0F433}"/>
              </a:ext>
            </a:extLst>
          </p:cNvPr>
          <p:cNvSpPr txBox="1"/>
          <p:nvPr/>
        </p:nvSpPr>
        <p:spPr>
          <a:xfrm>
            <a:off x="2907939" y="44419"/>
            <a:ext cx="11660436" cy="1107996"/>
          </a:xfrm>
          <a:prstGeom prst="rect">
            <a:avLst/>
          </a:prstGeom>
          <a:noFill/>
          <a:ln>
            <a:noFill/>
          </a:ln>
        </p:spPr>
        <p:txBody>
          <a:bodyPr wrap="square" rtlCol="1">
            <a:spAutoFit/>
          </a:bodyPr>
          <a:lstStyle/>
          <a:p>
            <a:pPr algn="ctr"/>
            <a:r>
              <a:rPr lang="en-US" sz="6600" b="1" dirty="0">
                <a:solidFill>
                  <a:schemeClr val="bg1"/>
                </a:solidFill>
                <a:latin typeface="Times New Roman" panose="02020603050405020304" pitchFamily="18" charset="0"/>
                <a:cs typeface="Times New Roman" panose="02020603050405020304" pitchFamily="18" charset="0"/>
              </a:rPr>
              <a:t>Smart Glasses Remote Control</a:t>
            </a:r>
            <a:endParaRPr lang="ar-SA" sz="23900" b="1" dirty="0">
              <a:solidFill>
                <a:schemeClr val="bg1"/>
              </a:solidFill>
              <a:latin typeface="Times New Roman" panose="02020603050405020304" pitchFamily="18" charset="0"/>
              <a:cs typeface="Times New Roman" panose="02020603050405020304" pitchFamily="18" charset="0"/>
            </a:endParaRPr>
          </a:p>
        </p:txBody>
      </p:sp>
      <p:pic>
        <p:nvPicPr>
          <p:cNvPr id="42" name="Picture 41" descr="A black background with colorful squares and numbers&#10;&#10;Description automatically generated">
            <a:extLst>
              <a:ext uri="{FF2B5EF4-FFF2-40B4-BE49-F238E27FC236}">
                <a16:creationId xmlns:a16="http://schemas.microsoft.com/office/drawing/2014/main" id="{3A153D49-25AA-E497-53C7-989CFD2805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6599" y="-318653"/>
            <a:ext cx="2508132" cy="1685151"/>
          </a:xfrm>
          <a:prstGeom prst="rect">
            <a:avLst/>
          </a:prstGeom>
        </p:spPr>
      </p:pic>
      <p:sp>
        <p:nvSpPr>
          <p:cNvPr id="48" name="Oval 47">
            <a:extLst>
              <a:ext uri="{FF2B5EF4-FFF2-40B4-BE49-F238E27FC236}">
                <a16:creationId xmlns:a16="http://schemas.microsoft.com/office/drawing/2014/main" id="{5402F589-B473-D6EE-4373-F85B6E9DC162}"/>
              </a:ext>
            </a:extLst>
          </p:cNvPr>
          <p:cNvSpPr/>
          <p:nvPr/>
        </p:nvSpPr>
        <p:spPr>
          <a:xfrm>
            <a:off x="-1171745" y="8471405"/>
            <a:ext cx="1900354" cy="1791783"/>
          </a:xfrm>
          <a:prstGeom prst="ellips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49" name="Oval 48">
            <a:extLst>
              <a:ext uri="{FF2B5EF4-FFF2-40B4-BE49-F238E27FC236}">
                <a16:creationId xmlns:a16="http://schemas.microsoft.com/office/drawing/2014/main" id="{1E749AA4-1ADA-6ECD-7031-A0D1A2138962}"/>
              </a:ext>
            </a:extLst>
          </p:cNvPr>
          <p:cNvSpPr/>
          <p:nvPr/>
        </p:nvSpPr>
        <p:spPr>
          <a:xfrm>
            <a:off x="16908704" y="24077361"/>
            <a:ext cx="1900354" cy="5672433"/>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50" name="TextBox 49">
            <a:extLst>
              <a:ext uri="{FF2B5EF4-FFF2-40B4-BE49-F238E27FC236}">
                <a16:creationId xmlns:a16="http://schemas.microsoft.com/office/drawing/2014/main" id="{39CA0D85-D2E5-4EDE-C925-3EEFCCA8616B}"/>
              </a:ext>
            </a:extLst>
          </p:cNvPr>
          <p:cNvSpPr txBox="1"/>
          <p:nvPr/>
        </p:nvSpPr>
        <p:spPr>
          <a:xfrm>
            <a:off x="3227592" y="1079003"/>
            <a:ext cx="10397709" cy="830997"/>
          </a:xfrm>
          <a:prstGeom prst="rect">
            <a:avLst/>
          </a:prstGeom>
          <a:noFill/>
        </p:spPr>
        <p:txBody>
          <a:bodyPr wrap="square" rtlCol="1">
            <a:spAutoFit/>
          </a:bodyPr>
          <a:lstStyle/>
          <a:p>
            <a:pPr algn="ctr"/>
            <a:r>
              <a:rPr lang="en-US" sz="2400" b="1" dirty="0">
                <a:solidFill>
                  <a:schemeClr val="bg1"/>
                </a:solidFill>
                <a:effectLst>
                  <a:outerShdw blurRad="38100" dist="38100" dir="2700000" algn="tl">
                    <a:srgbClr val="000000">
                      <a:alpha val="43137"/>
                    </a:srgbClr>
                  </a:outerShdw>
                </a:effectLst>
              </a:rPr>
              <a:t>The College of Computers and Information Technology </a:t>
            </a:r>
          </a:p>
          <a:p>
            <a:pPr algn="ctr"/>
            <a:r>
              <a:rPr lang="en-US" sz="2400" b="1" dirty="0">
                <a:solidFill>
                  <a:schemeClr val="bg1"/>
                </a:solidFill>
                <a:effectLst>
                  <a:outerShdw blurRad="38100" dist="38100" dir="2700000" algn="tl">
                    <a:srgbClr val="000000">
                      <a:alpha val="43137"/>
                    </a:srgbClr>
                  </a:outerShdw>
                </a:effectLst>
              </a:rPr>
              <a:t>Computer Engineering</a:t>
            </a:r>
            <a:endParaRPr lang="ar-SA" sz="6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6" name="Isosceles Triangle 55">
            <a:extLst>
              <a:ext uri="{FF2B5EF4-FFF2-40B4-BE49-F238E27FC236}">
                <a16:creationId xmlns:a16="http://schemas.microsoft.com/office/drawing/2014/main" id="{7FB1AAFB-07F5-3819-1664-E1E0BFBA3D91}"/>
              </a:ext>
            </a:extLst>
          </p:cNvPr>
          <p:cNvSpPr/>
          <p:nvPr/>
        </p:nvSpPr>
        <p:spPr>
          <a:xfrm rot="16200000">
            <a:off x="16234900" y="34785681"/>
            <a:ext cx="2215252" cy="1249599"/>
          </a:xfrm>
          <a:prstGeom prst="triangle">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57" name="TextBox 56">
            <a:extLst>
              <a:ext uri="{FF2B5EF4-FFF2-40B4-BE49-F238E27FC236}">
                <a16:creationId xmlns:a16="http://schemas.microsoft.com/office/drawing/2014/main" id="{42A597DD-3B53-FA11-A646-5D010DDE7788}"/>
              </a:ext>
            </a:extLst>
          </p:cNvPr>
          <p:cNvSpPr txBox="1"/>
          <p:nvPr/>
        </p:nvSpPr>
        <p:spPr>
          <a:xfrm>
            <a:off x="62625" y="1859369"/>
            <a:ext cx="17596814" cy="2212722"/>
          </a:xfrm>
          <a:prstGeom prst="rect">
            <a:avLst/>
          </a:prstGeom>
          <a:noFill/>
        </p:spPr>
        <p:txBody>
          <a:bodyPr wrap="square" rtlCol="1">
            <a:spAutoFit/>
          </a:bodyPr>
          <a:lstStyle/>
          <a:p>
            <a:pPr algn="ctr">
              <a:lnSpc>
                <a:spcPct val="115000"/>
              </a:lnSpc>
              <a:spcAft>
                <a:spcPts val="1000"/>
              </a:spcAft>
            </a:pPr>
            <a:r>
              <a:rPr lang="en-US" sz="2400" b="1" dirty="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rPr>
              <a:t>Supervised by:</a:t>
            </a:r>
            <a:r>
              <a:rPr lang="en-US" sz="2400" b="1" dirty="0">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400" b="1" dirty="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rPr>
              <a:t>Dr. Sameer </a:t>
            </a:r>
            <a:r>
              <a:rPr lang="en-US" sz="2400" b="1" dirty="0" err="1">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rPr>
              <a:t>Alsharif</a:t>
            </a:r>
            <a:r>
              <a:rPr lang="en-US" sz="2400" b="1" dirty="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rPr>
              <a:t> – </a:t>
            </a:r>
            <a:r>
              <a:rPr lang="en-US" sz="2400" b="1" dirty="0" err="1">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rPr>
              <a:t>Dr.Rania</a:t>
            </a:r>
            <a:r>
              <a:rPr lang="en-US" sz="2400" b="1" dirty="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rPr>
              <a:t> Mokhtar</a:t>
            </a:r>
          </a:p>
          <a:p>
            <a:pPr algn="ctr">
              <a:lnSpc>
                <a:spcPct val="115000"/>
              </a:lnSpc>
              <a:spcAft>
                <a:spcPts val="1000"/>
              </a:spcAft>
            </a:pPr>
            <a:r>
              <a:rPr lang="en-US" sz="2400" b="1" dirty="0">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Authors:</a:t>
            </a:r>
          </a:p>
          <a:p>
            <a:pPr algn="ctr">
              <a:lnSpc>
                <a:spcPct val="115000"/>
              </a:lnSpc>
              <a:spcAft>
                <a:spcPts val="1000"/>
              </a:spcAft>
            </a:pPr>
            <a:r>
              <a:rPr lang="en-US" sz="2400" b="1" dirty="0">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Shahad Al-</a:t>
            </a:r>
            <a:r>
              <a:rPr lang="en-US" sz="2400" b="1" dirty="0" err="1">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jouid</a:t>
            </a:r>
            <a:r>
              <a:rPr lang="en-US" sz="2400" b="1" dirty="0">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 - Sara Al-</a:t>
            </a:r>
            <a:r>
              <a:rPr lang="en-US" sz="2400" b="1" dirty="0" err="1">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boqami</a:t>
            </a:r>
            <a:r>
              <a:rPr lang="en-US" sz="2400" b="1" dirty="0">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 - Hala al-</a:t>
            </a:r>
            <a:r>
              <a:rPr lang="en-US" sz="2400" b="1" dirty="0" err="1">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dhais</a:t>
            </a:r>
            <a:r>
              <a:rPr lang="en-US" sz="2400" b="1" dirty="0">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 - Razan Al-</a:t>
            </a:r>
            <a:r>
              <a:rPr lang="en-US" sz="2400" b="1" dirty="0" err="1">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sawat</a:t>
            </a:r>
            <a:r>
              <a:rPr lang="en-US" sz="2400" b="1" dirty="0">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 - Rawan al-Zahrani </a:t>
            </a:r>
          </a:p>
          <a:p>
            <a:pPr algn="ctr">
              <a:lnSpc>
                <a:spcPct val="115000"/>
              </a:lnSpc>
              <a:spcAft>
                <a:spcPts val="1000"/>
              </a:spcAft>
            </a:pPr>
            <a:r>
              <a:rPr lang="en-US" sz="2400" b="1" dirty="0">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 Rahaf Al-</a:t>
            </a:r>
            <a:r>
              <a:rPr lang="en-US" sz="2400" b="1" dirty="0" err="1">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osimi</a:t>
            </a:r>
            <a:r>
              <a:rPr lang="en-US" sz="2400" b="1" dirty="0">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 - Khawlah Al-</a:t>
            </a:r>
            <a:r>
              <a:rPr lang="en-US" sz="2400" b="1" dirty="0" err="1">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dosari</a:t>
            </a:r>
            <a:r>
              <a:rPr lang="en-US" sz="2400" b="1" dirty="0">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 - </a:t>
            </a:r>
            <a:r>
              <a:rPr lang="en-US" sz="2400" b="1" dirty="0" err="1">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Ohoud</a:t>
            </a:r>
            <a:r>
              <a:rPr lang="en-US" sz="2400" b="1" dirty="0">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 al-</a:t>
            </a:r>
            <a:r>
              <a:rPr lang="en-US" sz="2400" b="1" dirty="0" err="1">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otaibi</a:t>
            </a:r>
            <a:r>
              <a:rPr lang="en-US" sz="2400" b="1" dirty="0">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 - </a:t>
            </a:r>
            <a:r>
              <a:rPr lang="en-US" sz="2400" b="1" dirty="0" err="1">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Shayma</a:t>
            </a:r>
            <a:r>
              <a:rPr lang="en-US" sz="2400" b="1" dirty="0">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 Al -</a:t>
            </a:r>
            <a:r>
              <a:rPr lang="en-US" sz="2400" b="1" dirty="0" err="1">
                <a:solidFill>
                  <a:sysClr val="windowText" lastClr="000000"/>
                </a:solidFill>
                <a:latin typeface="Times New Roman" panose="02020603050405020304" pitchFamily="18" charset="0"/>
                <a:ea typeface="Calibri" panose="020F0502020204030204" pitchFamily="34" charset="0"/>
                <a:cs typeface="Times New Roman" panose="02020603050405020304" pitchFamily="18" charset="0"/>
              </a:rPr>
              <a:t>kabi</a:t>
            </a:r>
            <a:endParaRPr lang="en-US" sz="2400" b="1" dirty="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644283AC-57A8-838D-F552-D1161355B2E8}"/>
              </a:ext>
            </a:extLst>
          </p:cNvPr>
          <p:cNvSpPr txBox="1"/>
          <p:nvPr/>
        </p:nvSpPr>
        <p:spPr>
          <a:xfrm>
            <a:off x="9751467" y="33255232"/>
            <a:ext cx="6703034" cy="584775"/>
          </a:xfrm>
          <a:prstGeom prst="rect">
            <a:avLst/>
          </a:prstGeom>
          <a:solidFill>
            <a:schemeClr val="accent1">
              <a:lumMod val="60000"/>
              <a:lumOff val="40000"/>
            </a:schemeClr>
          </a:solidFill>
          <a:ln w="38100">
            <a:solidFill>
              <a:srgbClr val="0070C0"/>
            </a:solidFill>
          </a:ln>
        </p:spPr>
        <p:txBody>
          <a:bodyPr wrap="square" rtlCol="1">
            <a:spAutoFit/>
          </a:bodyPr>
          <a:lstStyle/>
          <a:p>
            <a:pPr algn="ctr"/>
            <a:r>
              <a:rPr lang="en-US" sz="3200" b="1" dirty="0">
                <a:solidFill>
                  <a:srgbClr val="0070C0"/>
                </a:solidFill>
                <a:effectLst>
                  <a:outerShdw blurRad="38100" dist="38100" dir="2700000" algn="tl">
                    <a:srgbClr val="000000">
                      <a:alpha val="43137"/>
                    </a:srgbClr>
                  </a:outerShdw>
                </a:effectLst>
                <a:latin typeface="Arial" panose="020B0604020202020204" pitchFamily="34" charset="0"/>
                <a:ea typeface="Arial" panose="020B0604020202020204" pitchFamily="34" charset="0"/>
              </a:rPr>
              <a:t>IoT Device Activation</a:t>
            </a:r>
            <a:endParaRPr lang="ar-SA" sz="36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1F674A80-688F-8608-74D1-65BDD4FE10E0}"/>
              </a:ext>
            </a:extLst>
          </p:cNvPr>
          <p:cNvSpPr txBox="1"/>
          <p:nvPr/>
        </p:nvSpPr>
        <p:spPr>
          <a:xfrm>
            <a:off x="1272525" y="34931903"/>
            <a:ext cx="6703034" cy="584775"/>
          </a:xfrm>
          <a:prstGeom prst="rect">
            <a:avLst/>
          </a:prstGeom>
          <a:solidFill>
            <a:schemeClr val="accent1">
              <a:lumMod val="60000"/>
              <a:lumOff val="40000"/>
            </a:schemeClr>
          </a:solidFill>
          <a:ln w="38100">
            <a:solidFill>
              <a:srgbClr val="0070C0"/>
            </a:solidFill>
          </a:ln>
        </p:spPr>
        <p:txBody>
          <a:bodyPr wrap="square" rtlCol="1">
            <a:spAutoFit/>
          </a:bodyPr>
          <a:lstStyle/>
          <a:p>
            <a:pPr algn="ctr"/>
            <a:r>
              <a:rPr lang="en-US" sz="3200" b="1" dirty="0">
                <a:solidFill>
                  <a:srgbClr val="0070C0"/>
                </a:solidFill>
                <a:effectLst>
                  <a:outerShdw blurRad="38100" dist="38100" dir="2700000" algn="tl">
                    <a:srgbClr val="000000">
                      <a:alpha val="43137"/>
                    </a:srgbClr>
                  </a:outerShdw>
                </a:effectLst>
                <a:latin typeface="Arial" panose="020B0604020202020204" pitchFamily="34" charset="0"/>
                <a:ea typeface="Arial" panose="020B0604020202020204" pitchFamily="34" charset="0"/>
              </a:rPr>
              <a:t>Object Recognition Samples</a:t>
            </a:r>
            <a:endParaRPr lang="ar-SA" sz="48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67" name="Picture 66" descr="Sunglasses with a camera on it&#10;&#10;Description automatically generated">
            <a:extLst>
              <a:ext uri="{FF2B5EF4-FFF2-40B4-BE49-F238E27FC236}">
                <a16:creationId xmlns:a16="http://schemas.microsoft.com/office/drawing/2014/main" id="{1CC9BA73-86E4-088F-E4EB-855D6FCBABB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051927" y="30358700"/>
            <a:ext cx="2743508" cy="2743508"/>
          </a:xfrm>
          <a:prstGeom prst="rect">
            <a:avLst/>
          </a:prstGeom>
        </p:spPr>
      </p:pic>
      <p:pic>
        <p:nvPicPr>
          <p:cNvPr id="69" name="Picture 68" descr="A speaker with a cord&#10;&#10;Description automatically generated">
            <a:extLst>
              <a:ext uri="{FF2B5EF4-FFF2-40B4-BE49-F238E27FC236}">
                <a16:creationId xmlns:a16="http://schemas.microsoft.com/office/drawing/2014/main" id="{D1151270-D876-5A48-29D9-04806663688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287177" y="30358699"/>
            <a:ext cx="2743509" cy="2743509"/>
          </a:xfrm>
          <a:prstGeom prst="rect">
            <a:avLst/>
          </a:prstGeom>
        </p:spPr>
      </p:pic>
      <p:pic>
        <p:nvPicPr>
          <p:cNvPr id="71" name="Picture 70" descr="A usb flash drive with a red design on it&#10;&#10;Description automatically generated">
            <a:extLst>
              <a:ext uri="{FF2B5EF4-FFF2-40B4-BE49-F238E27FC236}">
                <a16:creationId xmlns:a16="http://schemas.microsoft.com/office/drawing/2014/main" id="{25C4248A-3C35-469D-8FC0-7ED0CCA6F64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282943" y="27641415"/>
            <a:ext cx="2743509" cy="2743509"/>
          </a:xfrm>
          <a:prstGeom prst="rect">
            <a:avLst/>
          </a:prstGeom>
        </p:spPr>
      </p:pic>
      <p:pic>
        <p:nvPicPr>
          <p:cNvPr id="73" name="Picture 72" descr="A small electronic device with green batteries&#10;&#10;Description automatically generated">
            <a:extLst>
              <a:ext uri="{FF2B5EF4-FFF2-40B4-BE49-F238E27FC236}">
                <a16:creationId xmlns:a16="http://schemas.microsoft.com/office/drawing/2014/main" id="{46C70662-3586-C597-7438-7BD88EA7234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030724" y="27641415"/>
            <a:ext cx="2765667" cy="2765667"/>
          </a:xfrm>
          <a:prstGeom prst="rect">
            <a:avLst/>
          </a:prstGeom>
        </p:spPr>
      </p:pic>
      <p:pic>
        <p:nvPicPr>
          <p:cNvPr id="75" name="Picture 74" descr="A computer on a desk&#10;&#10;Description automatically generated">
            <a:extLst>
              <a:ext uri="{FF2B5EF4-FFF2-40B4-BE49-F238E27FC236}">
                <a16:creationId xmlns:a16="http://schemas.microsoft.com/office/drawing/2014/main" id="{9DCE4FC6-110B-0A41-D3F6-396987C808E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61948" y="31984825"/>
            <a:ext cx="2692068" cy="2692068"/>
          </a:xfrm>
          <a:prstGeom prst="rect">
            <a:avLst/>
          </a:prstGeom>
        </p:spPr>
      </p:pic>
      <p:pic>
        <p:nvPicPr>
          <p:cNvPr id="77" name="Picture 76" descr="A wooden chair in a room&#10;&#10;Description automatically generated">
            <a:extLst>
              <a:ext uri="{FF2B5EF4-FFF2-40B4-BE49-F238E27FC236}">
                <a16:creationId xmlns:a16="http://schemas.microsoft.com/office/drawing/2014/main" id="{2952904F-B18E-7716-5AEC-6B1D34B72EB1}"/>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417285" y="31957715"/>
            <a:ext cx="2719178" cy="2719178"/>
          </a:xfrm>
          <a:prstGeom prst="rect">
            <a:avLst/>
          </a:prstGeom>
        </p:spPr>
      </p:pic>
      <p:pic>
        <p:nvPicPr>
          <p:cNvPr id="79" name="Picture 78" descr="A cell phone on top of a pile of papers&#10;&#10;Description automatically generated">
            <a:extLst>
              <a:ext uri="{FF2B5EF4-FFF2-40B4-BE49-F238E27FC236}">
                <a16:creationId xmlns:a16="http://schemas.microsoft.com/office/drawing/2014/main" id="{15C81978-1765-AE1B-EB3B-E7492D52470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527362" y="31984825"/>
            <a:ext cx="2692068" cy="2692068"/>
          </a:xfrm>
          <a:prstGeom prst="rect">
            <a:avLst/>
          </a:prstGeom>
        </p:spPr>
      </p:pic>
      <p:pic>
        <p:nvPicPr>
          <p:cNvPr id="3" name="Picture 2" descr="A black and gold logo&#10;&#10;Description automatically generated">
            <a:extLst>
              <a:ext uri="{FF2B5EF4-FFF2-40B4-BE49-F238E27FC236}">
                <a16:creationId xmlns:a16="http://schemas.microsoft.com/office/drawing/2014/main" id="{FB59110E-7CD2-9DA4-4C20-0314DA03304B}"/>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4568375" y="-194895"/>
            <a:ext cx="3336103" cy="1724997"/>
          </a:xfrm>
          <a:prstGeom prst="rect">
            <a:avLst/>
          </a:prstGeom>
        </p:spPr>
      </p:pic>
      <p:pic>
        <p:nvPicPr>
          <p:cNvPr id="12" name="Picture 11" descr="A hand reaching out to a computer screen&#10;&#10;Description automatically generated">
            <a:extLst>
              <a:ext uri="{FF2B5EF4-FFF2-40B4-BE49-F238E27FC236}">
                <a16:creationId xmlns:a16="http://schemas.microsoft.com/office/drawing/2014/main" id="{1AB42C0C-E18C-C0E0-373A-96E6302624E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479424" y="14837609"/>
            <a:ext cx="2866777" cy="2409169"/>
          </a:xfrm>
          <a:prstGeom prst="rect">
            <a:avLst/>
          </a:prstGeom>
          <a:ln w="76200">
            <a:solidFill>
              <a:schemeClr val="accent1"/>
            </a:solidFill>
          </a:ln>
        </p:spPr>
      </p:pic>
      <p:pic>
        <p:nvPicPr>
          <p:cNvPr id="15" name="Picture 14" descr="A hand holding a computer&#10;&#10;Description automatically generated">
            <a:extLst>
              <a:ext uri="{FF2B5EF4-FFF2-40B4-BE49-F238E27FC236}">
                <a16:creationId xmlns:a16="http://schemas.microsoft.com/office/drawing/2014/main" id="{D030FB54-C929-EFAE-689C-ED4C36CD785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2982937" y="14805888"/>
            <a:ext cx="2979730" cy="2409169"/>
          </a:xfrm>
          <a:prstGeom prst="rect">
            <a:avLst/>
          </a:prstGeom>
          <a:ln w="76200">
            <a:solidFill>
              <a:schemeClr val="accent1"/>
            </a:solidFill>
          </a:ln>
        </p:spPr>
      </p:pic>
      <p:sp>
        <p:nvSpPr>
          <p:cNvPr id="16" name="TextBox 15">
            <a:extLst>
              <a:ext uri="{FF2B5EF4-FFF2-40B4-BE49-F238E27FC236}">
                <a16:creationId xmlns:a16="http://schemas.microsoft.com/office/drawing/2014/main" id="{02111F12-6391-35CA-A017-C0CE89A5502A}"/>
              </a:ext>
            </a:extLst>
          </p:cNvPr>
          <p:cNvSpPr txBox="1"/>
          <p:nvPr/>
        </p:nvSpPr>
        <p:spPr>
          <a:xfrm>
            <a:off x="8713097" y="17295962"/>
            <a:ext cx="7880587" cy="523220"/>
          </a:xfrm>
          <a:prstGeom prst="rect">
            <a:avLst/>
          </a:prstGeom>
          <a:noFill/>
        </p:spPr>
        <p:txBody>
          <a:bodyPr wrap="square" rtlCol="1">
            <a:spAutoFit/>
          </a:bodyPr>
          <a:lstStyle/>
          <a:p>
            <a:pPr algn="ctr"/>
            <a:r>
              <a:rPr lang="en-US" sz="28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Led 1 ON                      Led 1 OFF</a:t>
            </a:r>
            <a:endParaRPr lang="ar-SA" sz="28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4" name="Picture 43" descr="A person's hands on a computer&#10;&#10;Description automatically generated">
            <a:extLst>
              <a:ext uri="{FF2B5EF4-FFF2-40B4-BE49-F238E27FC236}">
                <a16:creationId xmlns:a16="http://schemas.microsoft.com/office/drawing/2014/main" id="{A9A56D27-AE0C-7336-C89D-F777E4E6D327}"/>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662446" y="21348556"/>
            <a:ext cx="2775059" cy="2351451"/>
          </a:xfrm>
          <a:prstGeom prst="rect">
            <a:avLst/>
          </a:prstGeom>
          <a:ln w="76200">
            <a:solidFill>
              <a:schemeClr val="accent1"/>
            </a:solidFill>
          </a:ln>
        </p:spPr>
      </p:pic>
      <p:pic>
        <p:nvPicPr>
          <p:cNvPr id="51" name="Picture 50" descr="A person holding a fan with blue lights&#10;&#10;Description automatically generated">
            <a:extLst>
              <a:ext uri="{FF2B5EF4-FFF2-40B4-BE49-F238E27FC236}">
                <a16:creationId xmlns:a16="http://schemas.microsoft.com/office/drawing/2014/main" id="{0F4E8CE0-987A-A5D7-BD40-BA6C7EF8F0E3}"/>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3189789" y="21298800"/>
            <a:ext cx="2772877" cy="2407911"/>
          </a:xfrm>
          <a:prstGeom prst="rect">
            <a:avLst/>
          </a:prstGeom>
          <a:ln w="76200">
            <a:solidFill>
              <a:schemeClr val="accent1"/>
            </a:solidFill>
          </a:ln>
        </p:spPr>
      </p:pic>
      <p:sp>
        <p:nvSpPr>
          <p:cNvPr id="52" name="TextBox 51">
            <a:extLst>
              <a:ext uri="{FF2B5EF4-FFF2-40B4-BE49-F238E27FC236}">
                <a16:creationId xmlns:a16="http://schemas.microsoft.com/office/drawing/2014/main" id="{D7B5033E-6169-4F26-D284-8203FC8E93B4}"/>
              </a:ext>
            </a:extLst>
          </p:cNvPr>
          <p:cNvSpPr txBox="1"/>
          <p:nvPr/>
        </p:nvSpPr>
        <p:spPr>
          <a:xfrm>
            <a:off x="8738157" y="23776519"/>
            <a:ext cx="8091802" cy="523220"/>
          </a:xfrm>
          <a:prstGeom prst="rect">
            <a:avLst/>
          </a:prstGeom>
          <a:noFill/>
        </p:spPr>
        <p:txBody>
          <a:bodyPr wrap="square" rtlCol="1">
            <a:spAutoFit/>
          </a:bodyPr>
          <a:lstStyle/>
          <a:p>
            <a:pPr algn="ctr"/>
            <a:r>
              <a:rPr lang="en-US" sz="28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 </a:t>
            </a:r>
            <a:r>
              <a:rPr lang="en-US" sz="2800" b="1" dirty="0" err="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Leds</a:t>
            </a:r>
            <a:r>
              <a:rPr lang="en-US" sz="28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ON                    All </a:t>
            </a:r>
            <a:r>
              <a:rPr lang="en-US" sz="2800" b="1" dirty="0" err="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Leds</a:t>
            </a:r>
            <a:r>
              <a:rPr lang="en-US" sz="28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OFF</a:t>
            </a:r>
            <a:endParaRPr lang="ar-SA" sz="28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8" name="Picture 57" descr="A hand pointing at a computer&#10;&#10;Description automatically generated">
            <a:extLst>
              <a:ext uri="{FF2B5EF4-FFF2-40B4-BE49-F238E27FC236}">
                <a16:creationId xmlns:a16="http://schemas.microsoft.com/office/drawing/2014/main" id="{28114349-211B-1D9E-1F9B-8E043BD3F068}"/>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732905" y="24518387"/>
            <a:ext cx="2775059" cy="2316872"/>
          </a:xfrm>
          <a:prstGeom prst="rect">
            <a:avLst/>
          </a:prstGeom>
          <a:ln w="76200">
            <a:solidFill>
              <a:schemeClr val="accent1"/>
            </a:solidFill>
          </a:ln>
        </p:spPr>
      </p:pic>
      <p:pic>
        <p:nvPicPr>
          <p:cNvPr id="62" name="Picture 61" descr="A person pointing at a computer&#10;&#10;Description automatically generated">
            <a:extLst>
              <a:ext uri="{FF2B5EF4-FFF2-40B4-BE49-F238E27FC236}">
                <a16:creationId xmlns:a16="http://schemas.microsoft.com/office/drawing/2014/main" id="{1C5D2F4A-81A9-D2F2-63ED-026C1AB5214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317981" y="24521867"/>
            <a:ext cx="2794352" cy="2313392"/>
          </a:xfrm>
          <a:prstGeom prst="rect">
            <a:avLst/>
          </a:prstGeom>
          <a:ln w="76200">
            <a:solidFill>
              <a:schemeClr val="accent1"/>
            </a:solidFill>
          </a:ln>
        </p:spPr>
      </p:pic>
      <p:sp>
        <p:nvSpPr>
          <p:cNvPr id="63" name="TextBox 62">
            <a:extLst>
              <a:ext uri="{FF2B5EF4-FFF2-40B4-BE49-F238E27FC236}">
                <a16:creationId xmlns:a16="http://schemas.microsoft.com/office/drawing/2014/main" id="{A9AA03AA-6B50-7B7A-5AC8-A9C8D5D8BAA5}"/>
              </a:ext>
            </a:extLst>
          </p:cNvPr>
          <p:cNvSpPr txBox="1"/>
          <p:nvPr/>
        </p:nvSpPr>
        <p:spPr>
          <a:xfrm>
            <a:off x="9088956" y="26988283"/>
            <a:ext cx="8028055" cy="523220"/>
          </a:xfrm>
          <a:prstGeom prst="rect">
            <a:avLst/>
          </a:prstGeom>
          <a:noFill/>
        </p:spPr>
        <p:txBody>
          <a:bodyPr wrap="square" rtlCol="1">
            <a:spAutoFit/>
          </a:bodyPr>
          <a:lstStyle/>
          <a:p>
            <a:pPr algn="ctr"/>
            <a:r>
              <a:rPr lang="en-US" sz="28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Fan ON                             Fan OFF</a:t>
            </a:r>
            <a:endParaRPr lang="ar-SA" sz="28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70" name="Picture 69" descr="A black background with a black square&#10;&#10;Description automatically generated with medium confidence">
            <a:extLst>
              <a:ext uri="{FF2B5EF4-FFF2-40B4-BE49-F238E27FC236}">
                <a16:creationId xmlns:a16="http://schemas.microsoft.com/office/drawing/2014/main" id="{FFA213F2-34D5-39CC-0977-5A264F343FEE}"/>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5623029" y="10278409"/>
            <a:ext cx="3357642" cy="3357642"/>
          </a:xfrm>
          <a:prstGeom prst="rect">
            <a:avLst/>
          </a:prstGeom>
        </p:spPr>
      </p:pic>
      <p:pic>
        <p:nvPicPr>
          <p:cNvPr id="5" name="Picture 4" descr="A qr code on a white background&#10;&#10;Description automatically generated">
            <a:extLst>
              <a:ext uri="{FF2B5EF4-FFF2-40B4-BE49-F238E27FC236}">
                <a16:creationId xmlns:a16="http://schemas.microsoft.com/office/drawing/2014/main" id="{4417FE29-6652-6951-2592-C36A4D64322A}"/>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2106516" y="33942008"/>
            <a:ext cx="1992936" cy="1979790"/>
          </a:xfrm>
          <a:prstGeom prst="rect">
            <a:avLst/>
          </a:prstGeom>
        </p:spPr>
      </p:pic>
      <p:pic>
        <p:nvPicPr>
          <p:cNvPr id="6" name="Picture 5" descr="A person's hand reaching out to a computer&#10;&#10;Description automatically generated">
            <a:extLst>
              <a:ext uri="{FF2B5EF4-FFF2-40B4-BE49-F238E27FC236}">
                <a16:creationId xmlns:a16="http://schemas.microsoft.com/office/drawing/2014/main" id="{210F6E6C-34AF-35B6-6104-6AFA452FB2FF}"/>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9556660" y="17972382"/>
            <a:ext cx="2854632" cy="2682314"/>
          </a:xfrm>
          <a:prstGeom prst="rect">
            <a:avLst/>
          </a:prstGeom>
          <a:ln w="57150">
            <a:solidFill>
              <a:schemeClr val="accent1"/>
            </a:solidFill>
          </a:ln>
        </p:spPr>
      </p:pic>
      <p:pic>
        <p:nvPicPr>
          <p:cNvPr id="8" name="Picture 7" descr="A computer with a fan and a battery&#10;&#10;Description automatically generated">
            <a:extLst>
              <a:ext uri="{FF2B5EF4-FFF2-40B4-BE49-F238E27FC236}">
                <a16:creationId xmlns:a16="http://schemas.microsoft.com/office/drawing/2014/main" id="{51F2471A-E53B-06BD-02FF-1B7A8DEE05B4}"/>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102983" y="17946905"/>
            <a:ext cx="2859683" cy="2679716"/>
          </a:xfrm>
          <a:prstGeom prst="rect">
            <a:avLst/>
          </a:prstGeom>
          <a:ln w="57150">
            <a:solidFill>
              <a:schemeClr val="accent1"/>
            </a:solidFill>
          </a:ln>
        </p:spPr>
      </p:pic>
      <p:sp>
        <p:nvSpPr>
          <p:cNvPr id="9" name="TextBox 8">
            <a:extLst>
              <a:ext uri="{FF2B5EF4-FFF2-40B4-BE49-F238E27FC236}">
                <a16:creationId xmlns:a16="http://schemas.microsoft.com/office/drawing/2014/main" id="{88B69048-7684-CAB8-657D-242481EE8D67}"/>
              </a:ext>
            </a:extLst>
          </p:cNvPr>
          <p:cNvSpPr txBox="1"/>
          <p:nvPr/>
        </p:nvSpPr>
        <p:spPr>
          <a:xfrm>
            <a:off x="8817115" y="20654696"/>
            <a:ext cx="7880587" cy="523220"/>
          </a:xfrm>
          <a:prstGeom prst="rect">
            <a:avLst/>
          </a:prstGeom>
          <a:noFill/>
        </p:spPr>
        <p:txBody>
          <a:bodyPr wrap="square" rtlCol="1">
            <a:spAutoFit/>
          </a:bodyPr>
          <a:lstStyle/>
          <a:p>
            <a:pPr algn="ctr"/>
            <a:r>
              <a:rPr lang="en-US" sz="28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Led 2 ON                      Led 2 OFF</a:t>
            </a:r>
            <a:endParaRPr lang="ar-SA" sz="28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22844"/>
      </p:ext>
    </p:extLst>
  </p:cSld>
  <p:clrMapOvr>
    <a:masterClrMapping/>
  </p:clrMapOvr>
</p:sld>
</file>

<file path=ppt/theme/theme1.xml><?xml version="1.0" encoding="utf-8"?>
<a:theme xmlns:a="http://schemas.openxmlformats.org/drawingml/2006/main" name="100CMx200CM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PosterPresentations.com-100CMx200CM</Template>
  <TotalTime>1732</TotalTime>
  <Words>709</Words>
  <Application>Microsoft Office PowerPoint</Application>
  <PresentationFormat>Custom</PresentationFormat>
  <Paragraphs>33</Paragraphs>
  <Slides>1</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vt:i4>
      </vt:variant>
    </vt:vector>
  </HeadingPairs>
  <TitlesOfParts>
    <vt:vector size="10" baseType="lpstr">
      <vt:lpstr>Arial</vt:lpstr>
      <vt:lpstr>Arial Black</vt:lpstr>
      <vt:lpstr>Calibri</vt:lpstr>
      <vt:lpstr>Centaur</vt:lpstr>
      <vt:lpstr>Times New Roman</vt:lpstr>
      <vt:lpstr>Trebuchet MS</vt:lpstr>
      <vt:lpstr>Wingdings</vt:lpstr>
      <vt:lpstr>100CMx200CM 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100x200cm PowerPoint Presentation</dc:title>
  <dc:subject>Research poster presentation template</dc:subject>
  <dc:creator>PosterPresentations.com</dc:creator>
  <cp:keywords>100x200cm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Khawlah Aldosari</cp:lastModifiedBy>
  <cp:revision>67</cp:revision>
  <dcterms:created xsi:type="dcterms:W3CDTF">2011-04-21T17:30:39Z</dcterms:created>
  <dcterms:modified xsi:type="dcterms:W3CDTF">2024-04-30T15:05:20Z</dcterms:modified>
  <cp:category>Research poster templates</cp:category>
</cp:coreProperties>
</file>