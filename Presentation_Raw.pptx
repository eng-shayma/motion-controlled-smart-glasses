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73" r:id="rId9"/>
    <p:sldId id="274" r:id="rId10"/>
    <p:sldId id="267" r:id="rId11"/>
    <p:sldId id="268" r:id="rId12"/>
    <p:sldId id="291" r:id="rId13"/>
    <p:sldId id="281" r:id="rId14"/>
    <p:sldId id="270" r:id="rId15"/>
    <p:sldId id="272" r:id="rId16"/>
    <p:sldId id="285" r:id="rId17"/>
    <p:sldId id="286" r:id="rId18"/>
    <p:sldId id="280" r:id="rId19"/>
    <p:sldId id="279" r:id="rId20"/>
    <p:sldId id="266" r:id="rId21"/>
    <p:sldId id="276" r:id="rId22"/>
    <p:sldId id="283" r:id="rId23"/>
    <p:sldId id="284" r:id="rId24"/>
    <p:sldId id="282" r:id="rId25"/>
    <p:sldId id="277" r:id="rId26"/>
    <p:sldId id="287" r:id="rId27"/>
    <p:sldId id="288" r:id="rId28"/>
    <p:sldId id="289" r:id="rId29"/>
    <p:sldId id="290" r:id="rId30"/>
  </p:sldIdLst>
  <p:sldSz cx="9144000" cy="5143500" type="screen16x9"/>
  <p:notesSz cx="9144000" cy="51435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5E88"/>
    <a:srgbClr val="9ECEDF"/>
    <a:srgbClr val="1A44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20"/>
    <p:restoredTop sz="94648"/>
  </p:normalViewPr>
  <p:slideViewPr>
    <p:cSldViewPr>
      <p:cViewPr varScale="1">
        <p:scale>
          <a:sx n="78" d="100"/>
          <a:sy n="78" d="100"/>
        </p:scale>
        <p:origin x="8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0D1CF-DEDC-7946-BC26-BBB80B027BD9}" type="datetimeFigureOut">
              <a:rPr lang="en-SA" smtClean="0"/>
              <a:t>05/18/2026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7B669-2392-1841-B0B6-F5D1317FA511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338377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7B669-2392-1841-B0B6-F5D1317FA511}" type="slidenum">
              <a:rPr lang="en-SA" smtClean="0"/>
              <a:t>5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513488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7B669-2392-1841-B0B6-F5D1317FA511}" type="slidenum">
              <a:rPr lang="en-SA" smtClean="0"/>
              <a:t>19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288653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7B669-2392-1841-B0B6-F5D1317FA511}" type="slidenum">
              <a:rPr lang="en-SA" smtClean="0"/>
              <a:t>20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089498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7B669-2392-1841-B0B6-F5D1317FA511}" type="slidenum">
              <a:rPr lang="en-SA" smtClean="0"/>
              <a:t>28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68032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7B669-2392-1841-B0B6-F5D1317FA511}" type="slidenum">
              <a:rPr lang="en-SA" smtClean="0"/>
              <a:t>29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229887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59865" y="964133"/>
            <a:ext cx="1156335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80C8D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A456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A456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412239" y="1524380"/>
            <a:ext cx="2190750" cy="3055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A456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40755" y="1524380"/>
            <a:ext cx="2193925" cy="2872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A456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A456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61538" y="428625"/>
            <a:ext cx="2820923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A456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0504" y="1154557"/>
            <a:ext cx="7742555" cy="3588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11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11.png"/><Relationship Id="rId5" Type="http://schemas.openxmlformats.org/officeDocument/2006/relationships/image" Target="../media/image24.png"/><Relationship Id="rId10" Type="http://schemas.openxmlformats.org/officeDocument/2006/relationships/image" Target="../media/image21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9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11.png"/><Relationship Id="rId5" Type="http://schemas.openxmlformats.org/officeDocument/2006/relationships/image" Target="../media/image18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11" Type="http://schemas.openxmlformats.org/officeDocument/2006/relationships/image" Target="../media/image11.png"/><Relationship Id="rId5" Type="http://schemas.openxmlformats.org/officeDocument/2006/relationships/image" Target="../media/image35.png"/><Relationship Id="rId10" Type="http://schemas.openxmlformats.org/officeDocument/2006/relationships/image" Target="../media/image10.png"/><Relationship Id="rId4" Type="http://schemas.openxmlformats.org/officeDocument/2006/relationships/image" Target="../media/image34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.png"/><Relationship Id="rId7" Type="http://schemas.openxmlformats.org/officeDocument/2006/relationships/image" Target="../media/image4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44.png"/><Relationship Id="rId10" Type="http://schemas.openxmlformats.org/officeDocument/2006/relationships/image" Target="../media/image11.png"/><Relationship Id="rId4" Type="http://schemas.openxmlformats.org/officeDocument/2006/relationships/image" Target="../media/image43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11" Type="http://schemas.openxmlformats.org/officeDocument/2006/relationships/image" Target="../media/image10.png"/><Relationship Id="rId5" Type="http://schemas.openxmlformats.org/officeDocument/2006/relationships/image" Target="../media/image50.png"/><Relationship Id="rId10" Type="http://schemas.openxmlformats.org/officeDocument/2006/relationships/image" Target="../media/image11.png"/><Relationship Id="rId4" Type="http://schemas.openxmlformats.org/officeDocument/2006/relationships/image" Target="../media/image49.png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5.png"/><Relationship Id="rId7" Type="http://schemas.openxmlformats.org/officeDocument/2006/relationships/image" Target="../media/image5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11.png"/><Relationship Id="rId4" Type="http://schemas.openxmlformats.org/officeDocument/2006/relationships/image" Target="../media/image54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5.png"/><Relationship Id="rId7" Type="http://schemas.openxmlformats.org/officeDocument/2006/relationships/image" Target="../media/image51.png"/><Relationship Id="rId12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11.png"/><Relationship Id="rId5" Type="http://schemas.openxmlformats.org/officeDocument/2006/relationships/image" Target="../media/image55.png"/><Relationship Id="rId10" Type="http://schemas.openxmlformats.org/officeDocument/2006/relationships/image" Target="../media/image21.png"/><Relationship Id="rId4" Type="http://schemas.openxmlformats.org/officeDocument/2006/relationships/image" Target="../media/image54.png"/><Relationship Id="rId9" Type="http://schemas.openxmlformats.org/officeDocument/2006/relationships/image" Target="../media/image57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26.png"/><Relationship Id="rId7" Type="http://schemas.openxmlformats.org/officeDocument/2006/relationships/image" Target="../media/image6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11.png"/><Relationship Id="rId4" Type="http://schemas.openxmlformats.org/officeDocument/2006/relationships/image" Target="../media/image59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65.jpg"/><Relationship Id="rId1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12" Type="http://schemas.openxmlformats.org/officeDocument/2006/relationships/image" Target="../media/image8.png"/><Relationship Id="rId17" Type="http://schemas.openxmlformats.org/officeDocument/2006/relationships/image" Target="../media/image10.png"/><Relationship Id="rId2" Type="http://schemas.openxmlformats.org/officeDocument/2006/relationships/image" Target="../media/image17.png"/><Relationship Id="rId16" Type="http://schemas.openxmlformats.org/officeDocument/2006/relationships/image" Target="../media/image6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11" Type="http://schemas.openxmlformats.org/officeDocument/2006/relationships/image" Target="../media/image42.png"/><Relationship Id="rId5" Type="http://schemas.openxmlformats.org/officeDocument/2006/relationships/image" Target="../media/image19.png"/><Relationship Id="rId15" Type="http://schemas.openxmlformats.org/officeDocument/2006/relationships/image" Target="../media/image67.jpg"/><Relationship Id="rId10" Type="http://schemas.openxmlformats.org/officeDocument/2006/relationships/image" Target="../media/image48.png"/><Relationship Id="rId4" Type="http://schemas.openxmlformats.org/officeDocument/2006/relationships/image" Target="../media/image18.png"/><Relationship Id="rId9" Type="http://schemas.openxmlformats.org/officeDocument/2006/relationships/image" Target="../media/image64.png"/><Relationship Id="rId14" Type="http://schemas.openxmlformats.org/officeDocument/2006/relationships/image" Target="../media/image6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21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1.jp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png"/><Relationship Id="rId11" Type="http://schemas.openxmlformats.org/officeDocument/2006/relationships/image" Target="../media/image80.jpg"/><Relationship Id="rId5" Type="http://schemas.openxmlformats.org/officeDocument/2006/relationships/image" Target="../media/image75.png"/><Relationship Id="rId10" Type="http://schemas.openxmlformats.org/officeDocument/2006/relationships/image" Target="../media/image79.jpg"/><Relationship Id="rId4" Type="http://schemas.openxmlformats.org/officeDocument/2006/relationships/image" Target="../media/image74.png"/><Relationship Id="rId9" Type="http://schemas.openxmlformats.org/officeDocument/2006/relationships/image" Target="../media/image62.png"/><Relationship Id="rId1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12" Type="http://schemas.openxmlformats.org/officeDocument/2006/relationships/image" Target="../media/image6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84.png"/><Relationship Id="rId5" Type="http://schemas.openxmlformats.org/officeDocument/2006/relationships/image" Target="../media/image31.png"/><Relationship Id="rId10" Type="http://schemas.openxmlformats.org/officeDocument/2006/relationships/image" Target="../media/image83.png"/><Relationship Id="rId4" Type="http://schemas.openxmlformats.org/officeDocument/2006/relationships/image" Target="../media/image38.png"/><Relationship Id="rId9" Type="http://schemas.openxmlformats.org/officeDocument/2006/relationships/image" Target="../media/image82.png"/><Relationship Id="rId1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41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35.png"/><Relationship Id="rId10" Type="http://schemas.openxmlformats.org/officeDocument/2006/relationships/image" Target="../media/image11.png"/><Relationship Id="rId4" Type="http://schemas.openxmlformats.org/officeDocument/2006/relationships/image" Target="../media/image42.png"/><Relationship Id="rId9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5.jpg"/><Relationship Id="rId18" Type="http://schemas.openxmlformats.org/officeDocument/2006/relationships/image" Target="../media/image100.jpg"/><Relationship Id="rId3" Type="http://schemas.openxmlformats.org/officeDocument/2006/relationships/image" Target="../media/image89.png"/><Relationship Id="rId21" Type="http://schemas.openxmlformats.org/officeDocument/2006/relationships/image" Target="../media/image103.jpg"/><Relationship Id="rId7" Type="http://schemas.openxmlformats.org/officeDocument/2006/relationships/image" Target="../media/image92.png"/><Relationship Id="rId12" Type="http://schemas.openxmlformats.org/officeDocument/2006/relationships/image" Target="../media/image11.png"/><Relationship Id="rId17" Type="http://schemas.openxmlformats.org/officeDocument/2006/relationships/image" Target="../media/image99.jp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98.jpg"/><Relationship Id="rId20" Type="http://schemas.openxmlformats.org/officeDocument/2006/relationships/image" Target="../media/image10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21.png"/><Relationship Id="rId5" Type="http://schemas.openxmlformats.org/officeDocument/2006/relationships/image" Target="../media/image90.png"/><Relationship Id="rId15" Type="http://schemas.openxmlformats.org/officeDocument/2006/relationships/image" Target="../media/image97.jpg"/><Relationship Id="rId23" Type="http://schemas.openxmlformats.org/officeDocument/2006/relationships/image" Target="../media/image105.jpeg"/><Relationship Id="rId10" Type="http://schemas.openxmlformats.org/officeDocument/2006/relationships/image" Target="../media/image94.png"/><Relationship Id="rId19" Type="http://schemas.openxmlformats.org/officeDocument/2006/relationships/image" Target="../media/image101.jpg"/><Relationship Id="rId4" Type="http://schemas.openxmlformats.org/officeDocument/2006/relationships/image" Target="../media/image25.png"/><Relationship Id="rId9" Type="http://schemas.openxmlformats.org/officeDocument/2006/relationships/image" Target="../media/image4.png"/><Relationship Id="rId14" Type="http://schemas.openxmlformats.org/officeDocument/2006/relationships/image" Target="../media/image96.jpg"/><Relationship Id="rId22" Type="http://schemas.openxmlformats.org/officeDocument/2006/relationships/image" Target="../media/image10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1.jpg"/><Relationship Id="rId3" Type="http://schemas.openxmlformats.org/officeDocument/2006/relationships/image" Target="../media/image42.png"/><Relationship Id="rId7" Type="http://schemas.openxmlformats.org/officeDocument/2006/relationships/image" Target="../media/image107.png"/><Relationship Id="rId12" Type="http://schemas.openxmlformats.org/officeDocument/2006/relationships/image" Target="../media/image1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6.png"/><Relationship Id="rId11" Type="http://schemas.openxmlformats.org/officeDocument/2006/relationships/image" Target="../media/image10.png"/><Relationship Id="rId5" Type="http://schemas.openxmlformats.org/officeDocument/2006/relationships/image" Target="../media/image41.png"/><Relationship Id="rId10" Type="http://schemas.openxmlformats.org/officeDocument/2006/relationships/image" Target="../media/image110.png"/><Relationship Id="rId4" Type="http://schemas.openxmlformats.org/officeDocument/2006/relationships/image" Target="../media/image31.png"/><Relationship Id="rId9" Type="http://schemas.openxmlformats.org/officeDocument/2006/relationships/image" Target="../media/image109.png"/><Relationship Id="rId14" Type="http://schemas.openxmlformats.org/officeDocument/2006/relationships/image" Target="../media/image112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23.png"/><Relationship Id="rId7" Type="http://schemas.openxmlformats.org/officeDocument/2006/relationships/image" Target="../media/image114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3.png"/><Relationship Id="rId5" Type="http://schemas.openxmlformats.org/officeDocument/2006/relationships/image" Target="../media/image41.png"/><Relationship Id="rId10" Type="http://schemas.openxmlformats.org/officeDocument/2006/relationships/image" Target="../media/image10.png"/><Relationship Id="rId4" Type="http://schemas.openxmlformats.org/officeDocument/2006/relationships/image" Target="../media/image26.png"/><Relationship Id="rId9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jpg"/><Relationship Id="rId3" Type="http://schemas.openxmlformats.org/officeDocument/2006/relationships/image" Target="../media/image38.png"/><Relationship Id="rId7" Type="http://schemas.openxmlformats.org/officeDocument/2006/relationships/image" Target="../media/image118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7.jpg"/><Relationship Id="rId5" Type="http://schemas.openxmlformats.org/officeDocument/2006/relationships/image" Target="../media/image116.png"/><Relationship Id="rId10" Type="http://schemas.openxmlformats.org/officeDocument/2006/relationships/image" Target="../media/image10.png"/><Relationship Id="rId4" Type="http://schemas.openxmlformats.org/officeDocument/2006/relationships/image" Target="../media/image31.png"/><Relationship Id="rId9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10.png"/><Relationship Id="rId18" Type="http://schemas.openxmlformats.org/officeDocument/2006/relationships/image" Target="../media/image11.png"/><Relationship Id="rId3" Type="http://schemas.openxmlformats.org/officeDocument/2006/relationships/image" Target="../media/image121.png"/><Relationship Id="rId7" Type="http://schemas.openxmlformats.org/officeDocument/2006/relationships/image" Target="../media/image25.png"/><Relationship Id="rId12" Type="http://schemas.openxmlformats.org/officeDocument/2006/relationships/image" Target="../media/image126.jpg"/><Relationship Id="rId17" Type="http://schemas.openxmlformats.org/officeDocument/2006/relationships/image" Target="../media/image130.jpg"/><Relationship Id="rId2" Type="http://schemas.openxmlformats.org/officeDocument/2006/relationships/image" Target="../media/image120.png"/><Relationship Id="rId16" Type="http://schemas.openxmlformats.org/officeDocument/2006/relationships/image" Target="../media/image12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2.png"/><Relationship Id="rId11" Type="http://schemas.openxmlformats.org/officeDocument/2006/relationships/image" Target="../media/image125.jpg"/><Relationship Id="rId5" Type="http://schemas.openxmlformats.org/officeDocument/2006/relationships/image" Target="../media/image70.png"/><Relationship Id="rId15" Type="http://schemas.openxmlformats.org/officeDocument/2006/relationships/image" Target="../media/image128.png"/><Relationship Id="rId10" Type="http://schemas.openxmlformats.org/officeDocument/2006/relationships/image" Target="../media/image124.jpg"/><Relationship Id="rId4" Type="http://schemas.openxmlformats.org/officeDocument/2006/relationships/image" Target="../media/image16.png"/><Relationship Id="rId9" Type="http://schemas.openxmlformats.org/officeDocument/2006/relationships/image" Target="../media/image123.jpg"/><Relationship Id="rId14" Type="http://schemas.openxmlformats.org/officeDocument/2006/relationships/image" Target="../media/image127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2.jpg"/><Relationship Id="rId3" Type="http://schemas.openxmlformats.org/officeDocument/2006/relationships/image" Target="../media/image26.png"/><Relationship Id="rId7" Type="http://schemas.openxmlformats.org/officeDocument/2006/relationships/image" Target="../media/image51.png"/><Relationship Id="rId12" Type="http://schemas.openxmlformats.org/officeDocument/2006/relationships/image" Target="../media/image1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2.png"/><Relationship Id="rId11" Type="http://schemas.openxmlformats.org/officeDocument/2006/relationships/image" Target="../media/image10.png"/><Relationship Id="rId5" Type="http://schemas.openxmlformats.org/officeDocument/2006/relationships/image" Target="../media/image19.png"/><Relationship Id="rId10" Type="http://schemas.openxmlformats.org/officeDocument/2006/relationships/image" Target="../media/image111.jpg"/><Relationship Id="rId4" Type="http://schemas.openxmlformats.org/officeDocument/2006/relationships/image" Target="../media/image131.png"/><Relationship Id="rId9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jpg"/><Relationship Id="rId3" Type="http://schemas.openxmlformats.org/officeDocument/2006/relationships/image" Target="../media/image134.png"/><Relationship Id="rId7" Type="http://schemas.openxmlformats.org/officeDocument/2006/relationships/image" Target="../media/image138.jp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7.jpg"/><Relationship Id="rId5" Type="http://schemas.openxmlformats.org/officeDocument/2006/relationships/image" Target="../media/image136.png"/><Relationship Id="rId10" Type="http://schemas.openxmlformats.org/officeDocument/2006/relationships/image" Target="../media/image11.png"/><Relationship Id="rId4" Type="http://schemas.openxmlformats.org/officeDocument/2006/relationships/image" Target="../media/image135.png"/><Relationship Id="rId9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4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59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120390" cy="5143500"/>
            <a:chOff x="0" y="0"/>
            <a:chExt cx="312039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394460" cy="4099560"/>
            </a:xfrm>
            <a:custGeom>
              <a:avLst/>
              <a:gdLst/>
              <a:ahLst/>
              <a:cxnLst/>
              <a:rect l="l" t="t" r="r" b="b"/>
              <a:pathLst>
                <a:path w="1394460" h="4099560">
                  <a:moveTo>
                    <a:pt x="1358040" y="0"/>
                  </a:moveTo>
                  <a:lnTo>
                    <a:pt x="0" y="0"/>
                  </a:lnTo>
                  <a:lnTo>
                    <a:pt x="0" y="4099482"/>
                  </a:lnTo>
                  <a:lnTo>
                    <a:pt x="58395" y="4049038"/>
                  </a:lnTo>
                  <a:lnTo>
                    <a:pt x="90880" y="4016121"/>
                  </a:lnTo>
                  <a:lnTo>
                    <a:pt x="120560" y="3982247"/>
                  </a:lnTo>
                  <a:lnTo>
                    <a:pt x="147543" y="3947441"/>
                  </a:lnTo>
                  <a:lnTo>
                    <a:pt x="171936" y="3911730"/>
                  </a:lnTo>
                  <a:lnTo>
                    <a:pt x="193847" y="3875139"/>
                  </a:lnTo>
                  <a:lnTo>
                    <a:pt x="213386" y="3837694"/>
                  </a:lnTo>
                  <a:lnTo>
                    <a:pt x="230658" y="3799421"/>
                  </a:lnTo>
                  <a:lnTo>
                    <a:pt x="245773" y="3760345"/>
                  </a:lnTo>
                  <a:lnTo>
                    <a:pt x="258839" y="3720493"/>
                  </a:lnTo>
                  <a:lnTo>
                    <a:pt x="269963" y="3679889"/>
                  </a:lnTo>
                  <a:lnTo>
                    <a:pt x="279253" y="3638560"/>
                  </a:lnTo>
                  <a:lnTo>
                    <a:pt x="286818" y="3596532"/>
                  </a:lnTo>
                  <a:lnTo>
                    <a:pt x="292766" y="3553830"/>
                  </a:lnTo>
                  <a:lnTo>
                    <a:pt x="297203" y="3510481"/>
                  </a:lnTo>
                  <a:lnTo>
                    <a:pt x="300239" y="3466509"/>
                  </a:lnTo>
                  <a:lnTo>
                    <a:pt x="301982" y="3421941"/>
                  </a:lnTo>
                  <a:lnTo>
                    <a:pt x="302539" y="3376803"/>
                  </a:lnTo>
                  <a:lnTo>
                    <a:pt x="301965" y="3328801"/>
                  </a:lnTo>
                  <a:lnTo>
                    <a:pt x="300328" y="3280229"/>
                  </a:lnTo>
                  <a:lnTo>
                    <a:pt x="297753" y="3231115"/>
                  </a:lnTo>
                  <a:lnTo>
                    <a:pt x="294364" y="3181489"/>
                  </a:lnTo>
                  <a:lnTo>
                    <a:pt x="290288" y="3131382"/>
                  </a:lnTo>
                  <a:lnTo>
                    <a:pt x="285648" y="3080823"/>
                  </a:lnTo>
                  <a:lnTo>
                    <a:pt x="280570" y="3029842"/>
                  </a:lnTo>
                  <a:lnTo>
                    <a:pt x="275180" y="2978470"/>
                  </a:lnTo>
                  <a:lnTo>
                    <a:pt x="269602" y="2926736"/>
                  </a:lnTo>
                  <a:lnTo>
                    <a:pt x="263961" y="2874671"/>
                  </a:lnTo>
                  <a:lnTo>
                    <a:pt x="258383" y="2822304"/>
                  </a:lnTo>
                  <a:lnTo>
                    <a:pt x="252993" y="2769665"/>
                  </a:lnTo>
                  <a:lnTo>
                    <a:pt x="247915" y="2716785"/>
                  </a:lnTo>
                  <a:lnTo>
                    <a:pt x="243276" y="2663693"/>
                  </a:lnTo>
                  <a:lnTo>
                    <a:pt x="239199" y="2610419"/>
                  </a:lnTo>
                  <a:lnTo>
                    <a:pt x="235811" y="2556994"/>
                  </a:lnTo>
                  <a:lnTo>
                    <a:pt x="233235" y="2503447"/>
                  </a:lnTo>
                  <a:lnTo>
                    <a:pt x="231598" y="2449809"/>
                  </a:lnTo>
                  <a:lnTo>
                    <a:pt x="231025" y="2396109"/>
                  </a:lnTo>
                  <a:lnTo>
                    <a:pt x="231529" y="2347380"/>
                  </a:lnTo>
                  <a:lnTo>
                    <a:pt x="233102" y="2298650"/>
                  </a:lnTo>
                  <a:lnTo>
                    <a:pt x="235837" y="2249941"/>
                  </a:lnTo>
                  <a:lnTo>
                    <a:pt x="239828" y="2201275"/>
                  </a:lnTo>
                  <a:lnTo>
                    <a:pt x="245167" y="2152674"/>
                  </a:lnTo>
                  <a:lnTo>
                    <a:pt x="251947" y="2104161"/>
                  </a:lnTo>
                  <a:lnTo>
                    <a:pt x="260262" y="2055759"/>
                  </a:lnTo>
                  <a:lnTo>
                    <a:pt x="270204" y="2007489"/>
                  </a:lnTo>
                  <a:lnTo>
                    <a:pt x="281367" y="1962201"/>
                  </a:lnTo>
                  <a:lnTo>
                    <a:pt x="293993" y="1920060"/>
                  </a:lnTo>
                  <a:lnTo>
                    <a:pt x="308030" y="1880871"/>
                  </a:lnTo>
                  <a:lnTo>
                    <a:pt x="323425" y="1844441"/>
                  </a:lnTo>
                  <a:lnTo>
                    <a:pt x="358077" y="1779081"/>
                  </a:lnTo>
                  <a:lnTo>
                    <a:pt x="397527" y="1722432"/>
                  </a:lnTo>
                  <a:lnTo>
                    <a:pt x="441353" y="1672943"/>
                  </a:lnTo>
                  <a:lnTo>
                    <a:pt x="489135" y="1629065"/>
                  </a:lnTo>
                  <a:lnTo>
                    <a:pt x="540449" y="1589250"/>
                  </a:lnTo>
                  <a:lnTo>
                    <a:pt x="594874" y="1551946"/>
                  </a:lnTo>
                  <a:lnTo>
                    <a:pt x="741777" y="1459510"/>
                  </a:lnTo>
                  <a:lnTo>
                    <a:pt x="772594" y="1439615"/>
                  </a:lnTo>
                  <a:lnTo>
                    <a:pt x="835243" y="1396866"/>
                  </a:lnTo>
                  <a:lnTo>
                    <a:pt x="866970" y="1373625"/>
                  </a:lnTo>
                  <a:lnTo>
                    <a:pt x="898894" y="1348881"/>
                  </a:lnTo>
                  <a:lnTo>
                    <a:pt x="930963" y="1322442"/>
                  </a:lnTo>
                  <a:lnTo>
                    <a:pt x="963124" y="1294112"/>
                  </a:lnTo>
                  <a:lnTo>
                    <a:pt x="995324" y="1263699"/>
                  </a:lnTo>
                  <a:lnTo>
                    <a:pt x="1027511" y="1231009"/>
                  </a:lnTo>
                  <a:lnTo>
                    <a:pt x="1059632" y="1195848"/>
                  </a:lnTo>
                  <a:lnTo>
                    <a:pt x="1091634" y="1158022"/>
                  </a:lnTo>
                  <a:lnTo>
                    <a:pt x="1123464" y="1117339"/>
                  </a:lnTo>
                  <a:lnTo>
                    <a:pt x="1155070" y="1073603"/>
                  </a:lnTo>
                  <a:lnTo>
                    <a:pt x="1186399" y="1026621"/>
                  </a:lnTo>
                  <a:lnTo>
                    <a:pt x="1217399" y="976200"/>
                  </a:lnTo>
                  <a:lnTo>
                    <a:pt x="1248016" y="922147"/>
                  </a:lnTo>
                  <a:lnTo>
                    <a:pt x="1273577" y="872345"/>
                  </a:lnTo>
                  <a:lnTo>
                    <a:pt x="1296350" y="822363"/>
                  </a:lnTo>
                  <a:lnTo>
                    <a:pt x="1316444" y="772269"/>
                  </a:lnTo>
                  <a:lnTo>
                    <a:pt x="1333966" y="722131"/>
                  </a:lnTo>
                  <a:lnTo>
                    <a:pt x="1349023" y="672018"/>
                  </a:lnTo>
                  <a:lnTo>
                    <a:pt x="1361723" y="621998"/>
                  </a:lnTo>
                  <a:lnTo>
                    <a:pt x="1372174" y="572139"/>
                  </a:lnTo>
                  <a:lnTo>
                    <a:pt x="1380484" y="522510"/>
                  </a:lnTo>
                  <a:lnTo>
                    <a:pt x="1386760" y="473180"/>
                  </a:lnTo>
                  <a:lnTo>
                    <a:pt x="1391109" y="424215"/>
                  </a:lnTo>
                  <a:lnTo>
                    <a:pt x="1393640" y="375686"/>
                  </a:lnTo>
                  <a:lnTo>
                    <a:pt x="1394459" y="327660"/>
                  </a:lnTo>
                  <a:lnTo>
                    <a:pt x="1358040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419140"/>
              <a:ext cx="3120390" cy="1724660"/>
            </a:xfrm>
            <a:custGeom>
              <a:avLst/>
              <a:gdLst/>
              <a:ahLst/>
              <a:cxnLst/>
              <a:rect l="l" t="t" r="r" b="b"/>
              <a:pathLst>
                <a:path w="3120390" h="1724660">
                  <a:moveTo>
                    <a:pt x="0" y="0"/>
                  </a:moveTo>
                  <a:lnTo>
                    <a:pt x="0" y="1724359"/>
                  </a:lnTo>
                  <a:lnTo>
                    <a:pt x="3120323" y="1724359"/>
                  </a:lnTo>
                  <a:lnTo>
                    <a:pt x="3101067" y="1714945"/>
                  </a:lnTo>
                  <a:lnTo>
                    <a:pt x="3056553" y="1690264"/>
                  </a:lnTo>
                  <a:lnTo>
                    <a:pt x="3013608" y="1663468"/>
                  </a:lnTo>
                  <a:lnTo>
                    <a:pt x="2972328" y="1634640"/>
                  </a:lnTo>
                  <a:lnTo>
                    <a:pt x="2932805" y="1603862"/>
                  </a:lnTo>
                  <a:lnTo>
                    <a:pt x="2895133" y="1571214"/>
                  </a:lnTo>
                  <a:lnTo>
                    <a:pt x="2859405" y="1536780"/>
                  </a:lnTo>
                  <a:lnTo>
                    <a:pt x="2815759" y="1486798"/>
                  </a:lnTo>
                  <a:lnTo>
                    <a:pt x="2772025" y="1425721"/>
                  </a:lnTo>
                  <a:lnTo>
                    <a:pt x="2749843" y="1391775"/>
                  </a:lnTo>
                  <a:lnTo>
                    <a:pt x="2727299" y="1355959"/>
                  </a:lnTo>
                  <a:lnTo>
                    <a:pt x="2704282" y="1318574"/>
                  </a:lnTo>
                  <a:lnTo>
                    <a:pt x="2656372" y="1240304"/>
                  </a:lnTo>
                  <a:lnTo>
                    <a:pt x="2631254" y="1200020"/>
                  </a:lnTo>
                  <a:lnTo>
                    <a:pt x="2605209" y="1159374"/>
                  </a:lnTo>
                  <a:lnTo>
                    <a:pt x="2582878" y="1125808"/>
                  </a:lnTo>
                  <a:lnTo>
                    <a:pt x="1052703" y="1125808"/>
                  </a:lnTo>
                  <a:lnTo>
                    <a:pt x="1007340" y="1123078"/>
                  </a:lnTo>
                  <a:lnTo>
                    <a:pt x="962493" y="1114886"/>
                  </a:lnTo>
                  <a:lnTo>
                    <a:pt x="918777" y="1101226"/>
                  </a:lnTo>
                  <a:lnTo>
                    <a:pt x="876808" y="1082094"/>
                  </a:lnTo>
                  <a:lnTo>
                    <a:pt x="836451" y="1056148"/>
                  </a:lnTo>
                  <a:lnTo>
                    <a:pt x="801243" y="1026358"/>
                  </a:lnTo>
                  <a:lnTo>
                    <a:pt x="770652" y="993118"/>
                  </a:lnTo>
                  <a:lnTo>
                    <a:pt x="744145" y="956823"/>
                  </a:lnTo>
                  <a:lnTo>
                    <a:pt x="721192" y="917865"/>
                  </a:lnTo>
                  <a:lnTo>
                    <a:pt x="701259" y="876639"/>
                  </a:lnTo>
                  <a:lnTo>
                    <a:pt x="683815" y="833538"/>
                  </a:lnTo>
                  <a:lnTo>
                    <a:pt x="668328" y="788957"/>
                  </a:lnTo>
                  <a:lnTo>
                    <a:pt x="654264" y="743288"/>
                  </a:lnTo>
                  <a:lnTo>
                    <a:pt x="641094" y="696926"/>
                  </a:lnTo>
                  <a:lnTo>
                    <a:pt x="628283" y="650264"/>
                  </a:lnTo>
                  <a:lnTo>
                    <a:pt x="615300" y="603696"/>
                  </a:lnTo>
                  <a:lnTo>
                    <a:pt x="601614" y="557616"/>
                  </a:lnTo>
                  <a:lnTo>
                    <a:pt x="586692" y="512417"/>
                  </a:lnTo>
                  <a:lnTo>
                    <a:pt x="570001" y="468494"/>
                  </a:lnTo>
                  <a:lnTo>
                    <a:pt x="549614" y="424779"/>
                  </a:lnTo>
                  <a:lnTo>
                    <a:pt x="526541" y="382599"/>
                  </a:lnTo>
                  <a:lnTo>
                    <a:pt x="500890" y="342029"/>
                  </a:lnTo>
                  <a:lnTo>
                    <a:pt x="472770" y="303143"/>
                  </a:lnTo>
                  <a:lnTo>
                    <a:pt x="442288" y="266018"/>
                  </a:lnTo>
                  <a:lnTo>
                    <a:pt x="409554" y="230728"/>
                  </a:lnTo>
                  <a:lnTo>
                    <a:pt x="374675" y="197349"/>
                  </a:lnTo>
                  <a:lnTo>
                    <a:pt x="337760" y="165956"/>
                  </a:lnTo>
                  <a:lnTo>
                    <a:pt x="298917" y="136625"/>
                  </a:lnTo>
                  <a:lnTo>
                    <a:pt x="258254" y="109431"/>
                  </a:lnTo>
                  <a:lnTo>
                    <a:pt x="215880" y="84450"/>
                  </a:lnTo>
                  <a:lnTo>
                    <a:pt x="171903" y="61756"/>
                  </a:lnTo>
                  <a:lnTo>
                    <a:pt x="126432" y="41425"/>
                  </a:lnTo>
                  <a:lnTo>
                    <a:pt x="79574" y="23533"/>
                  </a:lnTo>
                  <a:lnTo>
                    <a:pt x="31438" y="8154"/>
                  </a:lnTo>
                  <a:lnTo>
                    <a:pt x="0" y="0"/>
                  </a:lnTo>
                  <a:close/>
                </a:path>
                <a:path w="3120390" h="1724660">
                  <a:moveTo>
                    <a:pt x="1957451" y="706149"/>
                  </a:moveTo>
                  <a:lnTo>
                    <a:pt x="1901312" y="709153"/>
                  </a:lnTo>
                  <a:lnTo>
                    <a:pt x="1846134" y="717734"/>
                  </a:lnTo>
                  <a:lnTo>
                    <a:pt x="1792070" y="731246"/>
                  </a:lnTo>
                  <a:lnTo>
                    <a:pt x="1739273" y="749043"/>
                  </a:lnTo>
                  <a:lnTo>
                    <a:pt x="1687897" y="770479"/>
                  </a:lnTo>
                  <a:lnTo>
                    <a:pt x="1638095" y="794908"/>
                  </a:lnTo>
                  <a:lnTo>
                    <a:pt x="1590021" y="821682"/>
                  </a:lnTo>
                  <a:lnTo>
                    <a:pt x="1543828" y="850157"/>
                  </a:lnTo>
                  <a:lnTo>
                    <a:pt x="1499670" y="879687"/>
                  </a:lnTo>
                  <a:lnTo>
                    <a:pt x="1457700" y="909624"/>
                  </a:lnTo>
                  <a:lnTo>
                    <a:pt x="1418071" y="939323"/>
                  </a:lnTo>
                  <a:lnTo>
                    <a:pt x="1380938" y="968137"/>
                  </a:lnTo>
                  <a:lnTo>
                    <a:pt x="1314771" y="1020528"/>
                  </a:lnTo>
                  <a:lnTo>
                    <a:pt x="1286044" y="1042813"/>
                  </a:lnTo>
                  <a:lnTo>
                    <a:pt x="1238072" y="1076328"/>
                  </a:lnTo>
                  <a:lnTo>
                    <a:pt x="1194436" y="1097936"/>
                  </a:lnTo>
                  <a:lnTo>
                    <a:pt x="1148516" y="1113403"/>
                  </a:lnTo>
                  <a:lnTo>
                    <a:pt x="1101031" y="1122702"/>
                  </a:lnTo>
                  <a:lnTo>
                    <a:pt x="1052703" y="1125808"/>
                  </a:lnTo>
                  <a:lnTo>
                    <a:pt x="2582878" y="1125808"/>
                  </a:lnTo>
                  <a:lnTo>
                    <a:pt x="2549890" y="1078195"/>
                  </a:lnTo>
                  <a:lnTo>
                    <a:pt x="2520388" y="1038266"/>
                  </a:lnTo>
                  <a:lnTo>
                    <a:pt x="2489509" y="999178"/>
                  </a:lnTo>
                  <a:lnTo>
                    <a:pt x="2457138" y="961234"/>
                  </a:lnTo>
                  <a:lnTo>
                    <a:pt x="2423163" y="924733"/>
                  </a:lnTo>
                  <a:lnTo>
                    <a:pt x="2387470" y="889979"/>
                  </a:lnTo>
                  <a:lnTo>
                    <a:pt x="2349947" y="857271"/>
                  </a:lnTo>
                  <a:lnTo>
                    <a:pt x="2310480" y="826911"/>
                  </a:lnTo>
                  <a:lnTo>
                    <a:pt x="2268957" y="799201"/>
                  </a:lnTo>
                  <a:lnTo>
                    <a:pt x="2225264" y="774441"/>
                  </a:lnTo>
                  <a:lnTo>
                    <a:pt x="2179289" y="752934"/>
                  </a:lnTo>
                  <a:lnTo>
                    <a:pt x="2130919" y="734980"/>
                  </a:lnTo>
                  <a:lnTo>
                    <a:pt x="2080039" y="720880"/>
                  </a:lnTo>
                  <a:lnTo>
                    <a:pt x="2026539" y="710937"/>
                  </a:lnTo>
                  <a:lnTo>
                    <a:pt x="1974568" y="706443"/>
                  </a:lnTo>
                  <a:lnTo>
                    <a:pt x="1957451" y="706149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426510"/>
              <a:ext cx="1869439" cy="717550"/>
            </a:xfrm>
            <a:custGeom>
              <a:avLst/>
              <a:gdLst/>
              <a:ahLst/>
              <a:cxnLst/>
              <a:rect l="l" t="t" r="r" b="b"/>
              <a:pathLst>
                <a:path w="1869439" h="717550">
                  <a:moveTo>
                    <a:pt x="67063" y="204036"/>
                  </a:moveTo>
                  <a:lnTo>
                    <a:pt x="47897" y="206801"/>
                  </a:lnTo>
                  <a:lnTo>
                    <a:pt x="28774" y="211696"/>
                  </a:lnTo>
                  <a:lnTo>
                    <a:pt x="9657" y="218908"/>
                  </a:lnTo>
                  <a:lnTo>
                    <a:pt x="0" y="223807"/>
                  </a:lnTo>
                  <a:lnTo>
                    <a:pt x="0" y="716988"/>
                  </a:lnTo>
                  <a:lnTo>
                    <a:pt x="1826686" y="716987"/>
                  </a:lnTo>
                  <a:lnTo>
                    <a:pt x="1847739" y="655903"/>
                  </a:lnTo>
                  <a:lnTo>
                    <a:pt x="1858916" y="607955"/>
                  </a:lnTo>
                  <a:lnTo>
                    <a:pt x="1866039" y="560710"/>
                  </a:lnTo>
                  <a:lnTo>
                    <a:pt x="1869323" y="514950"/>
                  </a:lnTo>
                  <a:lnTo>
                    <a:pt x="1868988" y="471456"/>
                  </a:lnTo>
                  <a:lnTo>
                    <a:pt x="1865249" y="431011"/>
                  </a:lnTo>
                  <a:lnTo>
                    <a:pt x="1855617" y="383317"/>
                  </a:lnTo>
                  <a:lnTo>
                    <a:pt x="1840669" y="336680"/>
                  </a:lnTo>
                  <a:lnTo>
                    <a:pt x="1823864" y="298397"/>
                  </a:lnTo>
                  <a:lnTo>
                    <a:pt x="524662" y="298397"/>
                  </a:lnTo>
                  <a:lnTo>
                    <a:pt x="467599" y="298083"/>
                  </a:lnTo>
                  <a:lnTo>
                    <a:pt x="413964" y="291635"/>
                  </a:lnTo>
                  <a:lnTo>
                    <a:pt x="363413" y="280595"/>
                  </a:lnTo>
                  <a:lnTo>
                    <a:pt x="315603" y="266501"/>
                  </a:lnTo>
                  <a:lnTo>
                    <a:pt x="270190" y="250893"/>
                  </a:lnTo>
                  <a:lnTo>
                    <a:pt x="226831" y="235311"/>
                  </a:lnTo>
                  <a:lnTo>
                    <a:pt x="185182" y="221294"/>
                  </a:lnTo>
                  <a:lnTo>
                    <a:pt x="144900" y="210383"/>
                  </a:lnTo>
                  <a:lnTo>
                    <a:pt x="105642" y="204117"/>
                  </a:lnTo>
                  <a:lnTo>
                    <a:pt x="67063" y="204036"/>
                  </a:lnTo>
                  <a:close/>
                </a:path>
                <a:path w="1869439" h="717550">
                  <a:moveTo>
                    <a:pt x="1371473" y="0"/>
                  </a:moveTo>
                  <a:lnTo>
                    <a:pt x="1298829" y="2525"/>
                  </a:lnTo>
                  <a:lnTo>
                    <a:pt x="1245778" y="9643"/>
                  </a:lnTo>
                  <a:lnTo>
                    <a:pt x="1194890" y="20684"/>
                  </a:lnTo>
                  <a:lnTo>
                    <a:pt x="1145941" y="35119"/>
                  </a:lnTo>
                  <a:lnTo>
                    <a:pt x="1098710" y="52419"/>
                  </a:lnTo>
                  <a:lnTo>
                    <a:pt x="1052974" y="72055"/>
                  </a:lnTo>
                  <a:lnTo>
                    <a:pt x="1008510" y="93497"/>
                  </a:lnTo>
                  <a:lnTo>
                    <a:pt x="965097" y="116217"/>
                  </a:lnTo>
                  <a:lnTo>
                    <a:pt x="922513" y="139685"/>
                  </a:lnTo>
                  <a:lnTo>
                    <a:pt x="838939" y="186750"/>
                  </a:lnTo>
                  <a:lnTo>
                    <a:pt x="797506" y="209288"/>
                  </a:lnTo>
                  <a:lnTo>
                    <a:pt x="756012" y="230458"/>
                  </a:lnTo>
                  <a:lnTo>
                    <a:pt x="714235" y="249731"/>
                  </a:lnTo>
                  <a:lnTo>
                    <a:pt x="671952" y="266578"/>
                  </a:lnTo>
                  <a:lnTo>
                    <a:pt x="628942" y="280468"/>
                  </a:lnTo>
                  <a:lnTo>
                    <a:pt x="584983" y="290875"/>
                  </a:lnTo>
                  <a:lnTo>
                    <a:pt x="539851" y="297267"/>
                  </a:lnTo>
                  <a:lnTo>
                    <a:pt x="524662" y="298397"/>
                  </a:lnTo>
                  <a:lnTo>
                    <a:pt x="1823864" y="298397"/>
                  </a:lnTo>
                  <a:lnTo>
                    <a:pt x="1796545" y="248156"/>
                  </a:lnTo>
                  <a:lnTo>
                    <a:pt x="1768234" y="207056"/>
                  </a:lnTo>
                  <a:lnTo>
                    <a:pt x="1736330" y="168590"/>
                  </a:lnTo>
                  <a:lnTo>
                    <a:pt x="1701267" y="133151"/>
                  </a:lnTo>
                  <a:lnTo>
                    <a:pt x="1663475" y="101135"/>
                  </a:lnTo>
                  <a:lnTo>
                    <a:pt x="1623386" y="72934"/>
                  </a:lnTo>
                  <a:lnTo>
                    <a:pt x="1581432" y="48943"/>
                  </a:lnTo>
                  <a:lnTo>
                    <a:pt x="1538043" y="29556"/>
                  </a:lnTo>
                  <a:lnTo>
                    <a:pt x="1493651" y="15167"/>
                  </a:lnTo>
                  <a:lnTo>
                    <a:pt x="1448689" y="6170"/>
                  </a:lnTo>
                  <a:lnTo>
                    <a:pt x="1409485" y="1927"/>
                  </a:lnTo>
                  <a:lnTo>
                    <a:pt x="1371473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2696" y="4768596"/>
            <a:ext cx="163067" cy="1645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591" y="4210811"/>
            <a:ext cx="99060" cy="9753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64" y="2907792"/>
            <a:ext cx="164592" cy="1645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56532" y="4901184"/>
            <a:ext cx="99059" cy="9905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59052" y="3910584"/>
            <a:ext cx="99059" cy="9905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109707" y="0"/>
            <a:ext cx="3034665" cy="5143500"/>
            <a:chOff x="6109707" y="0"/>
            <a:chExt cx="3034665" cy="5143500"/>
          </a:xfrm>
        </p:grpSpPr>
        <p:sp>
          <p:nvSpPr>
            <p:cNvPr id="12" name="object 12"/>
            <p:cNvSpPr/>
            <p:nvPr/>
          </p:nvSpPr>
          <p:spPr>
            <a:xfrm>
              <a:off x="7662671" y="1089188"/>
              <a:ext cx="1481455" cy="4054475"/>
            </a:xfrm>
            <a:custGeom>
              <a:avLst/>
              <a:gdLst/>
              <a:ahLst/>
              <a:cxnLst/>
              <a:rect l="l" t="t" r="r" b="b"/>
              <a:pathLst>
                <a:path w="1481454" h="4054475">
                  <a:moveTo>
                    <a:pt x="1481327" y="0"/>
                  </a:moveTo>
                  <a:lnTo>
                    <a:pt x="1409914" y="49126"/>
                  </a:lnTo>
                  <a:lnTo>
                    <a:pt x="1371494" y="80060"/>
                  </a:lnTo>
                  <a:lnTo>
                    <a:pt x="1336095" y="112003"/>
                  </a:lnTo>
                  <a:lnTo>
                    <a:pt x="1303610" y="144930"/>
                  </a:lnTo>
                  <a:lnTo>
                    <a:pt x="1273929" y="178816"/>
                  </a:lnTo>
                  <a:lnTo>
                    <a:pt x="1246947" y="213633"/>
                  </a:lnTo>
                  <a:lnTo>
                    <a:pt x="1222553" y="249358"/>
                  </a:lnTo>
                  <a:lnTo>
                    <a:pt x="1200641" y="285963"/>
                  </a:lnTo>
                  <a:lnTo>
                    <a:pt x="1181103" y="323424"/>
                  </a:lnTo>
                  <a:lnTo>
                    <a:pt x="1163830" y="361714"/>
                  </a:lnTo>
                  <a:lnTo>
                    <a:pt x="1148714" y="400808"/>
                  </a:lnTo>
                  <a:lnTo>
                    <a:pt x="1135648" y="440679"/>
                  </a:lnTo>
                  <a:lnTo>
                    <a:pt x="1124523" y="481303"/>
                  </a:lnTo>
                  <a:lnTo>
                    <a:pt x="1115232" y="522653"/>
                  </a:lnTo>
                  <a:lnTo>
                    <a:pt x="1107667" y="564705"/>
                  </a:lnTo>
                  <a:lnTo>
                    <a:pt x="1101719" y="607430"/>
                  </a:lnTo>
                  <a:lnTo>
                    <a:pt x="1097281" y="650806"/>
                  </a:lnTo>
                  <a:lnTo>
                    <a:pt x="1094245" y="694804"/>
                  </a:lnTo>
                  <a:lnTo>
                    <a:pt x="1092502" y="739401"/>
                  </a:lnTo>
                  <a:lnTo>
                    <a:pt x="1091946" y="784569"/>
                  </a:lnTo>
                  <a:lnTo>
                    <a:pt x="1092519" y="832570"/>
                  </a:lnTo>
                  <a:lnTo>
                    <a:pt x="1094155" y="881143"/>
                  </a:lnTo>
                  <a:lnTo>
                    <a:pt x="1096730" y="930258"/>
                  </a:lnTo>
                  <a:lnTo>
                    <a:pt x="1100118" y="979885"/>
                  </a:lnTo>
                  <a:lnTo>
                    <a:pt x="1104194" y="1029994"/>
                  </a:lnTo>
                  <a:lnTo>
                    <a:pt x="1108833" y="1080557"/>
                  </a:lnTo>
                  <a:lnTo>
                    <a:pt x="1113910" y="1131542"/>
                  </a:lnTo>
                  <a:lnTo>
                    <a:pt x="1119299" y="1182920"/>
                  </a:lnTo>
                  <a:lnTo>
                    <a:pt x="1124876" y="1234662"/>
                  </a:lnTo>
                  <a:lnTo>
                    <a:pt x="1130516" y="1286738"/>
                  </a:lnTo>
                  <a:lnTo>
                    <a:pt x="1136093" y="1339117"/>
                  </a:lnTo>
                  <a:lnTo>
                    <a:pt x="1141482" y="1391770"/>
                  </a:lnTo>
                  <a:lnTo>
                    <a:pt x="1146559" y="1444668"/>
                  </a:lnTo>
                  <a:lnTo>
                    <a:pt x="1151198" y="1497780"/>
                  </a:lnTo>
                  <a:lnTo>
                    <a:pt x="1155274" y="1551077"/>
                  </a:lnTo>
                  <a:lnTo>
                    <a:pt x="1158662" y="1604529"/>
                  </a:lnTo>
                  <a:lnTo>
                    <a:pt x="1161237" y="1658106"/>
                  </a:lnTo>
                  <a:lnTo>
                    <a:pt x="1162873" y="1711779"/>
                  </a:lnTo>
                  <a:lnTo>
                    <a:pt x="1163447" y="1765517"/>
                  </a:lnTo>
                  <a:lnTo>
                    <a:pt x="1162943" y="1814246"/>
                  </a:lnTo>
                  <a:lnTo>
                    <a:pt x="1161369" y="1862978"/>
                  </a:lnTo>
                  <a:lnTo>
                    <a:pt x="1158631" y="1911691"/>
                  </a:lnTo>
                  <a:lnTo>
                    <a:pt x="1154636" y="1960367"/>
                  </a:lnTo>
                  <a:lnTo>
                    <a:pt x="1149289" y="2008982"/>
                  </a:lnTo>
                  <a:lnTo>
                    <a:pt x="1142497" y="2057518"/>
                  </a:lnTo>
                  <a:lnTo>
                    <a:pt x="1134167" y="2105952"/>
                  </a:lnTo>
                  <a:lnTo>
                    <a:pt x="1124203" y="2154264"/>
                  </a:lnTo>
                  <a:lnTo>
                    <a:pt x="1113044" y="2199561"/>
                  </a:lnTo>
                  <a:lnTo>
                    <a:pt x="1100420" y="2241711"/>
                  </a:lnTo>
                  <a:lnTo>
                    <a:pt x="1086386" y="2280908"/>
                  </a:lnTo>
                  <a:lnTo>
                    <a:pt x="1070994" y="2317345"/>
                  </a:lnTo>
                  <a:lnTo>
                    <a:pt x="1036347" y="2382716"/>
                  </a:lnTo>
                  <a:lnTo>
                    <a:pt x="996901" y="2439374"/>
                  </a:lnTo>
                  <a:lnTo>
                    <a:pt x="953078" y="2488870"/>
                  </a:lnTo>
                  <a:lnTo>
                    <a:pt x="905300" y="2532754"/>
                  </a:lnTo>
                  <a:lnTo>
                    <a:pt x="853988" y="2572575"/>
                  </a:lnTo>
                  <a:lnTo>
                    <a:pt x="799565" y="2609884"/>
                  </a:lnTo>
                  <a:lnTo>
                    <a:pt x="652666" y="2702338"/>
                  </a:lnTo>
                  <a:lnTo>
                    <a:pt x="621849" y="2722239"/>
                  </a:lnTo>
                  <a:lnTo>
                    <a:pt x="559201" y="2765001"/>
                  </a:lnTo>
                  <a:lnTo>
                    <a:pt x="527475" y="2788249"/>
                  </a:lnTo>
                  <a:lnTo>
                    <a:pt x="495551" y="2813001"/>
                  </a:lnTo>
                  <a:lnTo>
                    <a:pt x="463483" y="2839450"/>
                  </a:lnTo>
                  <a:lnTo>
                    <a:pt x="431322" y="2867789"/>
                  </a:lnTo>
                  <a:lnTo>
                    <a:pt x="399122" y="2898214"/>
                  </a:lnTo>
                  <a:lnTo>
                    <a:pt x="366935" y="2930917"/>
                  </a:lnTo>
                  <a:lnTo>
                    <a:pt x="334814" y="2966092"/>
                  </a:lnTo>
                  <a:lnTo>
                    <a:pt x="302812" y="3003933"/>
                  </a:lnTo>
                  <a:lnTo>
                    <a:pt x="270982" y="3044634"/>
                  </a:lnTo>
                  <a:lnTo>
                    <a:pt x="239376" y="3088389"/>
                  </a:lnTo>
                  <a:lnTo>
                    <a:pt x="208047" y="3135390"/>
                  </a:lnTo>
                  <a:lnTo>
                    <a:pt x="177047" y="3185833"/>
                  </a:lnTo>
                  <a:lnTo>
                    <a:pt x="146430" y="3239911"/>
                  </a:lnTo>
                  <a:lnTo>
                    <a:pt x="120872" y="3289740"/>
                  </a:lnTo>
                  <a:lnTo>
                    <a:pt x="98101" y="3339746"/>
                  </a:lnTo>
                  <a:lnTo>
                    <a:pt x="78009" y="3389862"/>
                  </a:lnTo>
                  <a:lnTo>
                    <a:pt x="60489" y="3440019"/>
                  </a:lnTo>
                  <a:lnTo>
                    <a:pt x="45433" y="3490148"/>
                  </a:lnTo>
                  <a:lnTo>
                    <a:pt x="32734" y="3540182"/>
                  </a:lnTo>
                  <a:lnTo>
                    <a:pt x="22283" y="3590051"/>
                  </a:lnTo>
                  <a:lnTo>
                    <a:pt x="13974" y="3639687"/>
                  </a:lnTo>
                  <a:lnTo>
                    <a:pt x="7699" y="3689022"/>
                  </a:lnTo>
                  <a:lnTo>
                    <a:pt x="3350" y="3737988"/>
                  </a:lnTo>
                  <a:lnTo>
                    <a:pt x="819" y="3786516"/>
                  </a:lnTo>
                  <a:lnTo>
                    <a:pt x="0" y="3834537"/>
                  </a:lnTo>
                  <a:lnTo>
                    <a:pt x="24414" y="4054311"/>
                  </a:lnTo>
                  <a:lnTo>
                    <a:pt x="1481327" y="4054311"/>
                  </a:lnTo>
                  <a:lnTo>
                    <a:pt x="148132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09707" y="0"/>
              <a:ext cx="3034665" cy="1677035"/>
            </a:xfrm>
            <a:custGeom>
              <a:avLst/>
              <a:gdLst/>
              <a:ahLst/>
              <a:cxnLst/>
              <a:rect l="l" t="t" r="r" b="b"/>
              <a:pathLst>
                <a:path w="3034665" h="1677035">
                  <a:moveTo>
                    <a:pt x="3034292" y="567054"/>
                  </a:moveTo>
                  <a:lnTo>
                    <a:pt x="1997591" y="567054"/>
                  </a:lnTo>
                  <a:lnTo>
                    <a:pt x="2042327" y="569745"/>
                  </a:lnTo>
                  <a:lnTo>
                    <a:pt x="2086586" y="577818"/>
                  </a:lnTo>
                  <a:lnTo>
                    <a:pt x="2129750" y="591272"/>
                  </a:lnTo>
                  <a:lnTo>
                    <a:pt x="2171200" y="610108"/>
                  </a:lnTo>
                  <a:lnTo>
                    <a:pt x="2211054" y="635704"/>
                  </a:lnTo>
                  <a:lnTo>
                    <a:pt x="2245824" y="665090"/>
                  </a:lnTo>
                  <a:lnTo>
                    <a:pt x="2276037" y="697880"/>
                  </a:lnTo>
                  <a:lnTo>
                    <a:pt x="2302217" y="733683"/>
                  </a:lnTo>
                  <a:lnTo>
                    <a:pt x="2324889" y="772112"/>
                  </a:lnTo>
                  <a:lnTo>
                    <a:pt x="2344578" y="812779"/>
                  </a:lnTo>
                  <a:lnTo>
                    <a:pt x="2361811" y="855295"/>
                  </a:lnTo>
                  <a:lnTo>
                    <a:pt x="2377111" y="899272"/>
                  </a:lnTo>
                  <a:lnTo>
                    <a:pt x="2391004" y="944321"/>
                  </a:lnTo>
                  <a:lnTo>
                    <a:pt x="2404015" y="990054"/>
                  </a:lnTo>
                  <a:lnTo>
                    <a:pt x="2416669" y="1036083"/>
                  </a:lnTo>
                  <a:lnTo>
                    <a:pt x="2429492" y="1082019"/>
                  </a:lnTo>
                  <a:lnTo>
                    <a:pt x="2443008" y="1127475"/>
                  </a:lnTo>
                  <a:lnTo>
                    <a:pt x="2457743" y="1172061"/>
                  </a:lnTo>
                  <a:lnTo>
                    <a:pt x="2474222" y="1215389"/>
                  </a:lnTo>
                  <a:lnTo>
                    <a:pt x="2494358" y="1258495"/>
                  </a:lnTo>
                  <a:lnTo>
                    <a:pt x="2517147" y="1300089"/>
                  </a:lnTo>
                  <a:lnTo>
                    <a:pt x="2542480" y="1340096"/>
                  </a:lnTo>
                  <a:lnTo>
                    <a:pt x="2570251" y="1378444"/>
                  </a:lnTo>
                  <a:lnTo>
                    <a:pt x="2600354" y="1415056"/>
                  </a:lnTo>
                  <a:lnTo>
                    <a:pt x="2632680" y="1449860"/>
                  </a:lnTo>
                  <a:lnTo>
                    <a:pt x="2667125" y="1482779"/>
                  </a:lnTo>
                  <a:lnTo>
                    <a:pt x="2703580" y="1513740"/>
                  </a:lnTo>
                  <a:lnTo>
                    <a:pt x="2741938" y="1542668"/>
                  </a:lnTo>
                  <a:lnTo>
                    <a:pt x="2782093" y="1569490"/>
                  </a:lnTo>
                  <a:lnTo>
                    <a:pt x="2823939" y="1594129"/>
                  </a:lnTo>
                  <a:lnTo>
                    <a:pt x="2867367" y="1616512"/>
                  </a:lnTo>
                  <a:lnTo>
                    <a:pt x="2912272" y="1636564"/>
                  </a:lnTo>
                  <a:lnTo>
                    <a:pt x="2958545" y="1654212"/>
                  </a:lnTo>
                  <a:lnTo>
                    <a:pt x="3006082" y="1669379"/>
                  </a:lnTo>
                  <a:lnTo>
                    <a:pt x="3034292" y="1676687"/>
                  </a:lnTo>
                  <a:lnTo>
                    <a:pt x="3034292" y="567054"/>
                  </a:lnTo>
                  <a:close/>
                </a:path>
                <a:path w="3034665" h="1677035">
                  <a:moveTo>
                    <a:pt x="3034292" y="0"/>
                  </a:moveTo>
                  <a:lnTo>
                    <a:pt x="0" y="0"/>
                  </a:lnTo>
                  <a:lnTo>
                    <a:pt x="18616" y="10307"/>
                  </a:lnTo>
                  <a:lnTo>
                    <a:pt x="61014" y="36723"/>
                  </a:lnTo>
                  <a:lnTo>
                    <a:pt x="101777" y="65145"/>
                  </a:lnTo>
                  <a:lnTo>
                    <a:pt x="140817" y="95496"/>
                  </a:lnTo>
                  <a:lnTo>
                    <a:pt x="178043" y="127697"/>
                  </a:lnTo>
                  <a:lnTo>
                    <a:pt x="213368" y="161671"/>
                  </a:lnTo>
                  <a:lnTo>
                    <a:pt x="256462" y="210960"/>
                  </a:lnTo>
                  <a:lnTo>
                    <a:pt x="299645" y="271195"/>
                  </a:lnTo>
                  <a:lnTo>
                    <a:pt x="321549" y="304675"/>
                  </a:lnTo>
                  <a:lnTo>
                    <a:pt x="343810" y="339999"/>
                  </a:lnTo>
                  <a:lnTo>
                    <a:pt x="413853" y="454071"/>
                  </a:lnTo>
                  <a:lnTo>
                    <a:pt x="438658" y="493803"/>
                  </a:lnTo>
                  <a:lnTo>
                    <a:pt x="464378" y="533894"/>
                  </a:lnTo>
                  <a:lnTo>
                    <a:pt x="491125" y="574047"/>
                  </a:lnTo>
                  <a:lnTo>
                    <a:pt x="519009" y="613965"/>
                  </a:lnTo>
                  <a:lnTo>
                    <a:pt x="548143" y="653350"/>
                  </a:lnTo>
                  <a:lnTo>
                    <a:pt x="578639" y="691906"/>
                  </a:lnTo>
                  <a:lnTo>
                    <a:pt x="610606" y="729334"/>
                  </a:lnTo>
                  <a:lnTo>
                    <a:pt x="644158" y="765338"/>
                  </a:lnTo>
                  <a:lnTo>
                    <a:pt x="679406" y="799621"/>
                  </a:lnTo>
                  <a:lnTo>
                    <a:pt x="716461" y="831885"/>
                  </a:lnTo>
                  <a:lnTo>
                    <a:pt x="755435" y="861833"/>
                  </a:lnTo>
                  <a:lnTo>
                    <a:pt x="796439" y="889168"/>
                  </a:lnTo>
                  <a:lnTo>
                    <a:pt x="839585" y="913594"/>
                  </a:lnTo>
                  <a:lnTo>
                    <a:pt x="884985" y="934811"/>
                  </a:lnTo>
                  <a:lnTo>
                    <a:pt x="932749" y="952525"/>
                  </a:lnTo>
                  <a:lnTo>
                    <a:pt x="982991" y="966436"/>
                  </a:lnTo>
                  <a:lnTo>
                    <a:pt x="1035820" y="976249"/>
                  </a:lnTo>
                  <a:lnTo>
                    <a:pt x="1087166" y="980660"/>
                  </a:lnTo>
                  <a:lnTo>
                    <a:pt x="1104146" y="980948"/>
                  </a:lnTo>
                  <a:lnTo>
                    <a:pt x="1159573" y="977985"/>
                  </a:lnTo>
                  <a:lnTo>
                    <a:pt x="1214052" y="969521"/>
                  </a:lnTo>
                  <a:lnTo>
                    <a:pt x="1267431" y="956194"/>
                  </a:lnTo>
                  <a:lnTo>
                    <a:pt x="1319560" y="938640"/>
                  </a:lnTo>
                  <a:lnTo>
                    <a:pt x="1370286" y="917497"/>
                  </a:lnTo>
                  <a:lnTo>
                    <a:pt x="1419459" y="893403"/>
                  </a:lnTo>
                  <a:lnTo>
                    <a:pt x="1466926" y="866994"/>
                  </a:lnTo>
                  <a:lnTo>
                    <a:pt x="1512535" y="838909"/>
                  </a:lnTo>
                  <a:lnTo>
                    <a:pt x="1556137" y="809783"/>
                  </a:lnTo>
                  <a:lnTo>
                    <a:pt x="1597578" y="780255"/>
                  </a:lnTo>
                  <a:lnTo>
                    <a:pt x="1636708" y="750962"/>
                  </a:lnTo>
                  <a:lnTo>
                    <a:pt x="1673374" y="722541"/>
                  </a:lnTo>
                  <a:lnTo>
                    <a:pt x="1738712" y="670864"/>
                  </a:lnTo>
                  <a:lnTo>
                    <a:pt x="1767080" y="648883"/>
                  </a:lnTo>
                  <a:lnTo>
                    <a:pt x="1814457" y="615823"/>
                  </a:lnTo>
                  <a:lnTo>
                    <a:pt x="1857556" y="594487"/>
                  </a:lnTo>
                  <a:lnTo>
                    <a:pt x="1902928" y="579247"/>
                  </a:lnTo>
                  <a:lnTo>
                    <a:pt x="1949849" y="570102"/>
                  </a:lnTo>
                  <a:lnTo>
                    <a:pt x="1997591" y="567054"/>
                  </a:lnTo>
                  <a:lnTo>
                    <a:pt x="3034292" y="567054"/>
                  </a:lnTo>
                  <a:lnTo>
                    <a:pt x="3034292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01139" y="0"/>
              <a:ext cx="1843405" cy="683895"/>
            </a:xfrm>
            <a:custGeom>
              <a:avLst/>
              <a:gdLst/>
              <a:ahLst/>
              <a:cxnLst/>
              <a:rect l="l" t="t" r="r" b="b"/>
              <a:pathLst>
                <a:path w="1843404" h="683895">
                  <a:moveTo>
                    <a:pt x="1842860" y="0"/>
                  </a:moveTo>
                  <a:lnTo>
                    <a:pt x="32952" y="0"/>
                  </a:lnTo>
                  <a:lnTo>
                    <a:pt x="21284" y="36179"/>
                  </a:lnTo>
                  <a:lnTo>
                    <a:pt x="10259" y="83511"/>
                  </a:lnTo>
                  <a:lnTo>
                    <a:pt x="3236" y="130150"/>
                  </a:lnTo>
                  <a:lnTo>
                    <a:pt x="0" y="175323"/>
                  </a:lnTo>
                  <a:lnTo>
                    <a:pt x="335" y="218260"/>
                  </a:lnTo>
                  <a:lnTo>
                    <a:pt x="4027" y="258190"/>
                  </a:lnTo>
                  <a:lnTo>
                    <a:pt x="13533" y="305250"/>
                  </a:lnTo>
                  <a:lnTo>
                    <a:pt x="28285" y="351270"/>
                  </a:lnTo>
                  <a:lnTo>
                    <a:pt x="47859" y="395862"/>
                  </a:lnTo>
                  <a:lnTo>
                    <a:pt x="71828" y="438635"/>
                  </a:lnTo>
                  <a:lnTo>
                    <a:pt x="99767" y="479199"/>
                  </a:lnTo>
                  <a:lnTo>
                    <a:pt x="131250" y="517164"/>
                  </a:lnTo>
                  <a:lnTo>
                    <a:pt x="165852" y="552141"/>
                  </a:lnTo>
                  <a:lnTo>
                    <a:pt x="203147" y="583740"/>
                  </a:lnTo>
                  <a:lnTo>
                    <a:pt x="242710" y="611571"/>
                  </a:lnTo>
                  <a:lnTo>
                    <a:pt x="284115" y="635244"/>
                  </a:lnTo>
                  <a:lnTo>
                    <a:pt x="326936" y="654369"/>
                  </a:lnTo>
                  <a:lnTo>
                    <a:pt x="370748" y="668557"/>
                  </a:lnTo>
                  <a:lnTo>
                    <a:pt x="415126" y="677417"/>
                  </a:lnTo>
                  <a:lnTo>
                    <a:pt x="453835" y="681636"/>
                  </a:lnTo>
                  <a:lnTo>
                    <a:pt x="491342" y="683545"/>
                  </a:lnTo>
                  <a:lnTo>
                    <a:pt x="527729" y="683311"/>
                  </a:lnTo>
                  <a:lnTo>
                    <a:pt x="615439" y="674061"/>
                  </a:lnTo>
                  <a:lnTo>
                    <a:pt x="665663" y="663150"/>
                  </a:lnTo>
                  <a:lnTo>
                    <a:pt x="713975" y="648892"/>
                  </a:lnTo>
                  <a:lnTo>
                    <a:pt x="760593" y="631807"/>
                  </a:lnTo>
                  <a:lnTo>
                    <a:pt x="805735" y="612418"/>
                  </a:lnTo>
                  <a:lnTo>
                    <a:pt x="849623" y="591248"/>
                  </a:lnTo>
                  <a:lnTo>
                    <a:pt x="892474" y="568819"/>
                  </a:lnTo>
                  <a:lnTo>
                    <a:pt x="934509" y="545652"/>
                  </a:lnTo>
                  <a:lnTo>
                    <a:pt x="1017006" y="499196"/>
                  </a:lnTo>
                  <a:lnTo>
                    <a:pt x="1057906" y="476951"/>
                  </a:lnTo>
                  <a:lnTo>
                    <a:pt x="1098867" y="456057"/>
                  </a:lnTo>
                  <a:lnTo>
                    <a:pt x="1140107" y="437038"/>
                  </a:lnTo>
                  <a:lnTo>
                    <a:pt x="1181847" y="420415"/>
                  </a:lnTo>
                  <a:lnTo>
                    <a:pt x="1224305" y="406710"/>
                  </a:lnTo>
                  <a:lnTo>
                    <a:pt x="1267701" y="396445"/>
                  </a:lnTo>
                  <a:lnTo>
                    <a:pt x="1312254" y="390144"/>
                  </a:lnTo>
                  <a:lnTo>
                    <a:pt x="1327240" y="389000"/>
                  </a:lnTo>
                  <a:lnTo>
                    <a:pt x="1842860" y="389000"/>
                  </a:lnTo>
                  <a:lnTo>
                    <a:pt x="1842860" y="0"/>
                  </a:lnTo>
                  <a:close/>
                </a:path>
                <a:path w="1843404" h="683895">
                  <a:moveTo>
                    <a:pt x="1842860" y="389000"/>
                  </a:moveTo>
                  <a:lnTo>
                    <a:pt x="1327240" y="389000"/>
                  </a:lnTo>
                  <a:lnTo>
                    <a:pt x="1383543" y="389299"/>
                  </a:lnTo>
                  <a:lnTo>
                    <a:pt x="1436472" y="395658"/>
                  </a:lnTo>
                  <a:lnTo>
                    <a:pt x="1486364" y="406556"/>
                  </a:lnTo>
                  <a:lnTo>
                    <a:pt x="1533555" y="420470"/>
                  </a:lnTo>
                  <a:lnTo>
                    <a:pt x="1578383" y="435879"/>
                  </a:lnTo>
                  <a:lnTo>
                    <a:pt x="1621183" y="451262"/>
                  </a:lnTo>
                  <a:lnTo>
                    <a:pt x="1662293" y="465096"/>
                  </a:lnTo>
                  <a:lnTo>
                    <a:pt x="1702051" y="475860"/>
                  </a:lnTo>
                  <a:lnTo>
                    <a:pt x="1740791" y="482033"/>
                  </a:lnTo>
                  <a:lnTo>
                    <a:pt x="1778852" y="482091"/>
                  </a:lnTo>
                  <a:lnTo>
                    <a:pt x="1797785" y="479391"/>
                  </a:lnTo>
                  <a:lnTo>
                    <a:pt x="1816682" y="474583"/>
                  </a:lnTo>
                  <a:lnTo>
                    <a:pt x="1835556" y="467465"/>
                  </a:lnTo>
                  <a:lnTo>
                    <a:pt x="1842860" y="463735"/>
                  </a:lnTo>
                  <a:lnTo>
                    <a:pt x="1842860" y="38900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34228" y="207263"/>
            <a:ext cx="164592" cy="16459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51064" y="1024127"/>
            <a:ext cx="97535" cy="9906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80931" y="1940051"/>
            <a:ext cx="163068" cy="16306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25923" y="140207"/>
            <a:ext cx="97536" cy="99059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204061" y="1346667"/>
            <a:ext cx="6735445" cy="2120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4085" marR="5080" indent="-2192020">
              <a:lnSpc>
                <a:spcPct val="125000"/>
              </a:lnSpc>
              <a:spcBef>
                <a:spcPts val="95"/>
              </a:spcBef>
            </a:pPr>
            <a:r>
              <a:rPr sz="5500" spc="-5" dirty="0"/>
              <a:t>Smart</a:t>
            </a:r>
            <a:r>
              <a:rPr sz="5500" spc="-10" dirty="0"/>
              <a:t> </a:t>
            </a:r>
            <a:r>
              <a:rPr sz="5500" spc="-5" dirty="0"/>
              <a:t>Glasses</a:t>
            </a:r>
            <a:r>
              <a:rPr sz="5500" spc="-30" dirty="0"/>
              <a:t> </a:t>
            </a:r>
            <a:r>
              <a:rPr sz="5500" spc="-5" dirty="0"/>
              <a:t>Remote </a:t>
            </a:r>
            <a:r>
              <a:rPr sz="5500" spc="-1360" dirty="0"/>
              <a:t> </a:t>
            </a:r>
            <a:r>
              <a:rPr sz="5500" dirty="0"/>
              <a:t>Control</a:t>
            </a: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324735" cy="1410335"/>
            <a:chOff x="0" y="0"/>
            <a:chExt cx="2324735" cy="14103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324735" cy="1410335"/>
            </a:xfrm>
            <a:custGeom>
              <a:avLst/>
              <a:gdLst/>
              <a:ahLst/>
              <a:cxnLst/>
              <a:rect l="l" t="t" r="r" b="b"/>
              <a:pathLst>
                <a:path w="2324735" h="1410335">
                  <a:moveTo>
                    <a:pt x="2324165" y="0"/>
                  </a:moveTo>
                  <a:lnTo>
                    <a:pt x="0" y="0"/>
                  </a:lnTo>
                  <a:lnTo>
                    <a:pt x="0" y="1410291"/>
                  </a:lnTo>
                  <a:lnTo>
                    <a:pt x="45056" y="1399010"/>
                  </a:lnTo>
                  <a:lnTo>
                    <a:pt x="90581" y="1383761"/>
                  </a:lnTo>
                  <a:lnTo>
                    <a:pt x="134581" y="1365130"/>
                  </a:lnTo>
                  <a:lnTo>
                    <a:pt x="176889" y="1343246"/>
                  </a:lnTo>
                  <a:lnTo>
                    <a:pt x="217337" y="1318240"/>
                  </a:lnTo>
                  <a:lnTo>
                    <a:pt x="255756" y="1290240"/>
                  </a:lnTo>
                  <a:lnTo>
                    <a:pt x="291978" y="1259377"/>
                  </a:lnTo>
                  <a:lnTo>
                    <a:pt x="325835" y="1225781"/>
                  </a:lnTo>
                  <a:lnTo>
                    <a:pt x="357159" y="1189581"/>
                  </a:lnTo>
                  <a:lnTo>
                    <a:pt x="385781" y="1150906"/>
                  </a:lnTo>
                  <a:lnTo>
                    <a:pt x="411534" y="1109887"/>
                  </a:lnTo>
                  <a:lnTo>
                    <a:pt x="434249" y="1066653"/>
                  </a:lnTo>
                  <a:lnTo>
                    <a:pt x="453757" y="1021334"/>
                  </a:lnTo>
                  <a:lnTo>
                    <a:pt x="468780" y="976691"/>
                  </a:lnTo>
                  <a:lnTo>
                    <a:pt x="481936" y="930556"/>
                  </a:lnTo>
                  <a:lnTo>
                    <a:pt x="493985" y="883550"/>
                  </a:lnTo>
                  <a:lnTo>
                    <a:pt x="505686" y="836299"/>
                  </a:lnTo>
                  <a:lnTo>
                    <a:pt x="517798" y="789425"/>
                  </a:lnTo>
                  <a:lnTo>
                    <a:pt x="531080" y="743553"/>
                  </a:lnTo>
                  <a:lnTo>
                    <a:pt x="546291" y="699305"/>
                  </a:lnTo>
                  <a:lnTo>
                    <a:pt x="564190" y="657304"/>
                  </a:lnTo>
                  <a:lnTo>
                    <a:pt x="585536" y="618176"/>
                  </a:lnTo>
                  <a:lnTo>
                    <a:pt x="611089" y="582543"/>
                  </a:lnTo>
                  <a:lnTo>
                    <a:pt x="641607" y="551028"/>
                  </a:lnTo>
                  <a:lnTo>
                    <a:pt x="677849" y="524255"/>
                  </a:lnTo>
                  <a:lnTo>
                    <a:pt x="740438" y="497681"/>
                  </a:lnTo>
                  <a:lnTo>
                    <a:pt x="806322" y="488823"/>
                  </a:lnTo>
                  <a:lnTo>
                    <a:pt x="1924007" y="488823"/>
                  </a:lnTo>
                  <a:lnTo>
                    <a:pt x="1926541" y="484764"/>
                  </a:lnTo>
                  <a:lnTo>
                    <a:pt x="1951797" y="441894"/>
                  </a:lnTo>
                  <a:lnTo>
                    <a:pt x="1975853" y="399358"/>
                  </a:lnTo>
                  <a:lnTo>
                    <a:pt x="2021087" y="317428"/>
                  </a:lnTo>
                  <a:lnTo>
                    <a:pt x="2042629" y="279107"/>
                  </a:lnTo>
                  <a:lnTo>
                    <a:pt x="2063694" y="243263"/>
                  </a:lnTo>
                  <a:lnTo>
                    <a:pt x="2084466" y="210432"/>
                  </a:lnTo>
                  <a:lnTo>
                    <a:pt x="2125852" y="155955"/>
                  </a:lnTo>
                  <a:lnTo>
                    <a:pt x="2162842" y="117274"/>
                  </a:lnTo>
                  <a:lnTo>
                    <a:pt x="2202526" y="81507"/>
                  </a:lnTo>
                  <a:lnTo>
                    <a:pt x="2244733" y="48824"/>
                  </a:lnTo>
                  <a:lnTo>
                    <a:pt x="2289294" y="19397"/>
                  </a:lnTo>
                  <a:lnTo>
                    <a:pt x="2324165" y="0"/>
                  </a:lnTo>
                  <a:close/>
                </a:path>
                <a:path w="2324735" h="1410335">
                  <a:moveTo>
                    <a:pt x="1924007" y="488823"/>
                  </a:moveTo>
                  <a:lnTo>
                    <a:pt x="806322" y="488823"/>
                  </a:lnTo>
                  <a:lnTo>
                    <a:pt x="841622" y="491343"/>
                  </a:lnTo>
                  <a:lnTo>
                    <a:pt x="876307" y="498887"/>
                  </a:lnTo>
                  <a:lnTo>
                    <a:pt x="941730" y="528954"/>
                  </a:lnTo>
                  <a:lnTo>
                    <a:pt x="989409" y="566905"/>
                  </a:lnTo>
                  <a:lnTo>
                    <a:pt x="1052153" y="621877"/>
                  </a:lnTo>
                  <a:lnTo>
                    <a:pt x="1088547" y="652819"/>
                  </a:lnTo>
                  <a:lnTo>
                    <a:pt x="1127954" y="684506"/>
                  </a:lnTo>
                  <a:lnTo>
                    <a:pt x="1170124" y="715765"/>
                  </a:lnTo>
                  <a:lnTo>
                    <a:pt x="1214805" y="745426"/>
                  </a:lnTo>
                  <a:lnTo>
                    <a:pt x="1261747" y="772320"/>
                  </a:lnTo>
                  <a:lnTo>
                    <a:pt x="1310699" y="795275"/>
                  </a:lnTo>
                  <a:lnTo>
                    <a:pt x="1361410" y="813120"/>
                  </a:lnTo>
                  <a:lnTo>
                    <a:pt x="1413628" y="824686"/>
                  </a:lnTo>
                  <a:lnTo>
                    <a:pt x="1467103" y="828801"/>
                  </a:lnTo>
                  <a:lnTo>
                    <a:pt x="1479627" y="828563"/>
                  </a:lnTo>
                  <a:lnTo>
                    <a:pt x="1517649" y="824991"/>
                  </a:lnTo>
                  <a:lnTo>
                    <a:pt x="1568074" y="813839"/>
                  </a:lnTo>
                  <a:lnTo>
                    <a:pt x="1615305" y="797124"/>
                  </a:lnTo>
                  <a:lnTo>
                    <a:pt x="1659522" y="775380"/>
                  </a:lnTo>
                  <a:lnTo>
                    <a:pt x="1700908" y="749145"/>
                  </a:lnTo>
                  <a:lnTo>
                    <a:pt x="1739643" y="718954"/>
                  </a:lnTo>
                  <a:lnTo>
                    <a:pt x="1775909" y="685344"/>
                  </a:lnTo>
                  <a:lnTo>
                    <a:pt x="1809886" y="648851"/>
                  </a:lnTo>
                  <a:lnTo>
                    <a:pt x="1841757" y="610010"/>
                  </a:lnTo>
                  <a:lnTo>
                    <a:pt x="1871702" y="569358"/>
                  </a:lnTo>
                  <a:lnTo>
                    <a:pt x="1899903" y="527431"/>
                  </a:lnTo>
                  <a:lnTo>
                    <a:pt x="1924007" y="488823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53" y="0"/>
              <a:ext cx="1493520" cy="753110"/>
            </a:xfrm>
            <a:custGeom>
              <a:avLst/>
              <a:gdLst/>
              <a:ahLst/>
              <a:cxnLst/>
              <a:rect l="l" t="t" r="r" b="b"/>
              <a:pathLst>
                <a:path w="1493520" h="753110">
                  <a:moveTo>
                    <a:pt x="1476354" y="329316"/>
                  </a:moveTo>
                  <a:lnTo>
                    <a:pt x="493926" y="329316"/>
                  </a:lnTo>
                  <a:lnTo>
                    <a:pt x="538264" y="333800"/>
                  </a:lnTo>
                  <a:lnTo>
                    <a:pt x="581639" y="345566"/>
                  </a:lnTo>
                  <a:lnTo>
                    <a:pt x="640406" y="379698"/>
                  </a:lnTo>
                  <a:lnTo>
                    <a:pt x="692397" y="430575"/>
                  </a:lnTo>
                  <a:lnTo>
                    <a:pt x="716912" y="460408"/>
                  </a:lnTo>
                  <a:lnTo>
                    <a:pt x="741008" y="492167"/>
                  </a:lnTo>
                  <a:lnTo>
                    <a:pt x="789636" y="558444"/>
                  </a:lnTo>
                  <a:lnTo>
                    <a:pt x="815019" y="591454"/>
                  </a:lnTo>
                  <a:lnTo>
                    <a:pt x="841679" y="623375"/>
                  </a:lnTo>
                  <a:lnTo>
                    <a:pt x="870043" y="653452"/>
                  </a:lnTo>
                  <a:lnTo>
                    <a:pt x="900535" y="680931"/>
                  </a:lnTo>
                  <a:lnTo>
                    <a:pt x="933578" y="705059"/>
                  </a:lnTo>
                  <a:lnTo>
                    <a:pt x="969599" y="725082"/>
                  </a:lnTo>
                  <a:lnTo>
                    <a:pt x="1009021" y="740245"/>
                  </a:lnTo>
                  <a:lnTo>
                    <a:pt x="1052270" y="749797"/>
                  </a:lnTo>
                  <a:lnTo>
                    <a:pt x="1099770" y="752981"/>
                  </a:lnTo>
                  <a:lnTo>
                    <a:pt x="1151945" y="749046"/>
                  </a:lnTo>
                  <a:lnTo>
                    <a:pt x="1192324" y="739342"/>
                  </a:lnTo>
                  <a:lnTo>
                    <a:pt x="1230671" y="722592"/>
                  </a:lnTo>
                  <a:lnTo>
                    <a:pt x="1266874" y="699503"/>
                  </a:lnTo>
                  <a:lnTo>
                    <a:pt x="1300821" y="670785"/>
                  </a:lnTo>
                  <a:lnTo>
                    <a:pt x="1332401" y="637144"/>
                  </a:lnTo>
                  <a:lnTo>
                    <a:pt x="1361502" y="599291"/>
                  </a:lnTo>
                  <a:lnTo>
                    <a:pt x="1388014" y="557933"/>
                  </a:lnTo>
                  <a:lnTo>
                    <a:pt x="1411823" y="513780"/>
                  </a:lnTo>
                  <a:lnTo>
                    <a:pt x="1432820" y="467538"/>
                  </a:lnTo>
                  <a:lnTo>
                    <a:pt x="1450892" y="419918"/>
                  </a:lnTo>
                  <a:lnTo>
                    <a:pt x="1465929" y="371627"/>
                  </a:lnTo>
                  <a:lnTo>
                    <a:pt x="1476354" y="329316"/>
                  </a:lnTo>
                  <a:close/>
                </a:path>
                <a:path w="1493520" h="753110">
                  <a:moveTo>
                    <a:pt x="1108301" y="0"/>
                  </a:moveTo>
                  <a:lnTo>
                    <a:pt x="600747" y="0"/>
                  </a:lnTo>
                  <a:lnTo>
                    <a:pt x="554297" y="2714"/>
                  </a:lnTo>
                  <a:lnTo>
                    <a:pt x="503788" y="6222"/>
                  </a:lnTo>
                  <a:lnTo>
                    <a:pt x="401462" y="14908"/>
                  </a:lnTo>
                  <a:lnTo>
                    <a:pt x="245426" y="30513"/>
                  </a:lnTo>
                  <a:lnTo>
                    <a:pt x="141692" y="42990"/>
                  </a:lnTo>
                  <a:lnTo>
                    <a:pt x="90108" y="50037"/>
                  </a:lnTo>
                  <a:lnTo>
                    <a:pt x="59200" y="63700"/>
                  </a:lnTo>
                  <a:lnTo>
                    <a:pt x="44347" y="79375"/>
                  </a:lnTo>
                  <a:lnTo>
                    <a:pt x="29815" y="98391"/>
                  </a:lnTo>
                  <a:lnTo>
                    <a:pt x="15415" y="126349"/>
                  </a:lnTo>
                  <a:lnTo>
                    <a:pt x="4395" y="161045"/>
                  </a:lnTo>
                  <a:lnTo>
                    <a:pt x="0" y="200278"/>
                  </a:lnTo>
                  <a:lnTo>
                    <a:pt x="3715" y="234763"/>
                  </a:lnTo>
                  <a:lnTo>
                    <a:pt x="39035" y="303399"/>
                  </a:lnTo>
                  <a:lnTo>
                    <a:pt x="74373" y="335025"/>
                  </a:lnTo>
                  <a:lnTo>
                    <a:pt x="109142" y="354185"/>
                  </a:lnTo>
                  <a:lnTo>
                    <a:pt x="146439" y="364716"/>
                  </a:lnTo>
                  <a:lnTo>
                    <a:pt x="185915" y="368212"/>
                  </a:lnTo>
                  <a:lnTo>
                    <a:pt x="227220" y="366263"/>
                  </a:lnTo>
                  <a:lnTo>
                    <a:pt x="270006" y="360459"/>
                  </a:lnTo>
                  <a:lnTo>
                    <a:pt x="313924" y="352393"/>
                  </a:lnTo>
                  <a:lnTo>
                    <a:pt x="358624" y="343654"/>
                  </a:lnTo>
                  <a:lnTo>
                    <a:pt x="403757" y="335835"/>
                  </a:lnTo>
                  <a:lnTo>
                    <a:pt x="448974" y="330525"/>
                  </a:lnTo>
                  <a:lnTo>
                    <a:pt x="493926" y="329316"/>
                  </a:lnTo>
                  <a:lnTo>
                    <a:pt x="1476354" y="329316"/>
                  </a:lnTo>
                  <a:lnTo>
                    <a:pt x="1477818" y="323374"/>
                  </a:lnTo>
                  <a:lnTo>
                    <a:pt x="1486448" y="275867"/>
                  </a:lnTo>
                  <a:lnTo>
                    <a:pt x="1491708" y="229816"/>
                  </a:lnTo>
                  <a:lnTo>
                    <a:pt x="1493486" y="185927"/>
                  </a:lnTo>
                  <a:lnTo>
                    <a:pt x="1492335" y="153058"/>
                  </a:lnTo>
                  <a:lnTo>
                    <a:pt x="1482985" y="94130"/>
                  </a:lnTo>
                  <a:lnTo>
                    <a:pt x="1448498" y="58826"/>
                  </a:lnTo>
                  <a:lnTo>
                    <a:pt x="1388350" y="43362"/>
                  </a:lnTo>
                  <a:lnTo>
                    <a:pt x="1315027" y="26680"/>
                  </a:lnTo>
                  <a:lnTo>
                    <a:pt x="1249313" y="13014"/>
                  </a:lnTo>
                  <a:lnTo>
                    <a:pt x="1161535" y="3105"/>
                  </a:lnTo>
                  <a:lnTo>
                    <a:pt x="1111028" y="132"/>
                  </a:lnTo>
                  <a:lnTo>
                    <a:pt x="1108301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545590" cy="620395"/>
            </a:xfrm>
            <a:custGeom>
              <a:avLst/>
              <a:gdLst/>
              <a:ahLst/>
              <a:cxnLst/>
              <a:rect l="l" t="t" r="r" b="b"/>
              <a:pathLst>
                <a:path w="1545590" h="620395">
                  <a:moveTo>
                    <a:pt x="1544995" y="0"/>
                  </a:moveTo>
                  <a:lnTo>
                    <a:pt x="0" y="0"/>
                  </a:lnTo>
                  <a:lnTo>
                    <a:pt x="0" y="582561"/>
                  </a:lnTo>
                  <a:lnTo>
                    <a:pt x="60365" y="604194"/>
                  </a:lnTo>
                  <a:lnTo>
                    <a:pt x="180771" y="620267"/>
                  </a:lnTo>
                  <a:lnTo>
                    <a:pt x="222366" y="618166"/>
                  </a:lnTo>
                  <a:lnTo>
                    <a:pt x="264810" y="611444"/>
                  </a:lnTo>
                  <a:lnTo>
                    <a:pt x="307765" y="599474"/>
                  </a:lnTo>
                  <a:lnTo>
                    <a:pt x="350892" y="581627"/>
                  </a:lnTo>
                  <a:lnTo>
                    <a:pt x="393852" y="557275"/>
                  </a:lnTo>
                  <a:lnTo>
                    <a:pt x="442266" y="522077"/>
                  </a:lnTo>
                  <a:lnTo>
                    <a:pt x="482381" y="485995"/>
                  </a:lnTo>
                  <a:lnTo>
                    <a:pt x="515477" y="449447"/>
                  </a:lnTo>
                  <a:lnTo>
                    <a:pt x="542836" y="412851"/>
                  </a:lnTo>
                  <a:lnTo>
                    <a:pt x="565740" y="376625"/>
                  </a:lnTo>
                  <a:lnTo>
                    <a:pt x="585471" y="341188"/>
                  </a:lnTo>
                  <a:lnTo>
                    <a:pt x="603310" y="306958"/>
                  </a:lnTo>
                  <a:lnTo>
                    <a:pt x="620539" y="274353"/>
                  </a:lnTo>
                  <a:lnTo>
                    <a:pt x="658294" y="215691"/>
                  </a:lnTo>
                  <a:lnTo>
                    <a:pt x="708989" y="168548"/>
                  </a:lnTo>
                  <a:lnTo>
                    <a:pt x="782878" y="136270"/>
                  </a:lnTo>
                  <a:lnTo>
                    <a:pt x="852355" y="123205"/>
                  </a:lnTo>
                  <a:lnTo>
                    <a:pt x="922185" y="119379"/>
                  </a:lnTo>
                  <a:lnTo>
                    <a:pt x="1424998" y="119379"/>
                  </a:lnTo>
                  <a:lnTo>
                    <a:pt x="1425247" y="119276"/>
                  </a:lnTo>
                  <a:lnTo>
                    <a:pt x="1458991" y="98837"/>
                  </a:lnTo>
                  <a:lnTo>
                    <a:pt x="1490788" y="71867"/>
                  </a:lnTo>
                  <a:lnTo>
                    <a:pt x="1520495" y="37641"/>
                  </a:lnTo>
                  <a:lnTo>
                    <a:pt x="1544995" y="0"/>
                  </a:lnTo>
                  <a:close/>
                </a:path>
                <a:path w="1545590" h="620395">
                  <a:moveTo>
                    <a:pt x="1424998" y="119379"/>
                  </a:moveTo>
                  <a:lnTo>
                    <a:pt x="922185" y="119379"/>
                  </a:lnTo>
                  <a:lnTo>
                    <a:pt x="974382" y="121089"/>
                  </a:lnTo>
                  <a:lnTo>
                    <a:pt x="1026276" y="125497"/>
                  </a:lnTo>
                  <a:lnTo>
                    <a:pt x="1177989" y="144122"/>
                  </a:lnTo>
                  <a:lnTo>
                    <a:pt x="1226523" y="148531"/>
                  </a:lnTo>
                  <a:lnTo>
                    <a:pt x="1273683" y="150240"/>
                  </a:lnTo>
                  <a:lnTo>
                    <a:pt x="1313774" y="148668"/>
                  </a:lnTo>
                  <a:lnTo>
                    <a:pt x="1352495" y="143466"/>
                  </a:lnTo>
                  <a:lnTo>
                    <a:pt x="1389700" y="133911"/>
                  </a:lnTo>
                  <a:lnTo>
                    <a:pt x="1424998" y="119379"/>
                  </a:lnTo>
                  <a:close/>
                </a:path>
              </a:pathLst>
            </a:custGeom>
            <a:solidFill>
              <a:srgbClr val="1A4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9448" y="106679"/>
              <a:ext cx="164591" cy="1645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80" y="775716"/>
              <a:ext cx="99060" cy="97536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639" y="1522475"/>
            <a:ext cx="99060" cy="9906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036372" y="0"/>
            <a:ext cx="2108200" cy="1318260"/>
            <a:chOff x="7036372" y="0"/>
            <a:chExt cx="2108200" cy="1318260"/>
          </a:xfrm>
        </p:grpSpPr>
        <p:sp>
          <p:nvSpPr>
            <p:cNvPr id="10" name="object 10"/>
            <p:cNvSpPr/>
            <p:nvPr/>
          </p:nvSpPr>
          <p:spPr>
            <a:xfrm>
              <a:off x="7036372" y="0"/>
              <a:ext cx="2108200" cy="1318260"/>
            </a:xfrm>
            <a:custGeom>
              <a:avLst/>
              <a:gdLst/>
              <a:ahLst/>
              <a:cxnLst/>
              <a:rect l="l" t="t" r="r" b="b"/>
              <a:pathLst>
                <a:path w="2108200" h="1318260">
                  <a:moveTo>
                    <a:pt x="2107627" y="488823"/>
                  </a:moveTo>
                  <a:lnTo>
                    <a:pt x="1518728" y="488823"/>
                  </a:lnTo>
                  <a:lnTo>
                    <a:pt x="1551848" y="491037"/>
                  </a:lnTo>
                  <a:lnTo>
                    <a:pt x="1584610" y="497681"/>
                  </a:lnTo>
                  <a:lnTo>
                    <a:pt x="1647252" y="524255"/>
                  </a:lnTo>
                  <a:lnTo>
                    <a:pt x="1683508" y="551028"/>
                  </a:lnTo>
                  <a:lnTo>
                    <a:pt x="1714039" y="582543"/>
                  </a:lnTo>
                  <a:lnTo>
                    <a:pt x="1739605" y="618176"/>
                  </a:lnTo>
                  <a:lnTo>
                    <a:pt x="1760964" y="657304"/>
                  </a:lnTo>
                  <a:lnTo>
                    <a:pt x="1778875" y="699305"/>
                  </a:lnTo>
                  <a:lnTo>
                    <a:pt x="1794096" y="743553"/>
                  </a:lnTo>
                  <a:lnTo>
                    <a:pt x="1807386" y="789425"/>
                  </a:lnTo>
                  <a:lnTo>
                    <a:pt x="1819502" y="836299"/>
                  </a:lnTo>
                  <a:lnTo>
                    <a:pt x="1831204" y="883550"/>
                  </a:lnTo>
                  <a:lnTo>
                    <a:pt x="1843250" y="930556"/>
                  </a:lnTo>
                  <a:lnTo>
                    <a:pt x="1856398" y="976691"/>
                  </a:lnTo>
                  <a:lnTo>
                    <a:pt x="1871407" y="1021334"/>
                  </a:lnTo>
                  <a:lnTo>
                    <a:pt x="1890944" y="1066653"/>
                  </a:lnTo>
                  <a:lnTo>
                    <a:pt x="1913685" y="1109887"/>
                  </a:lnTo>
                  <a:lnTo>
                    <a:pt x="1939460" y="1150906"/>
                  </a:lnTo>
                  <a:lnTo>
                    <a:pt x="1968103" y="1189581"/>
                  </a:lnTo>
                  <a:lnTo>
                    <a:pt x="1999445" y="1225781"/>
                  </a:lnTo>
                  <a:lnTo>
                    <a:pt x="2033320" y="1259377"/>
                  </a:lnTo>
                  <a:lnTo>
                    <a:pt x="2069559" y="1290240"/>
                  </a:lnTo>
                  <a:lnTo>
                    <a:pt x="2107627" y="1317972"/>
                  </a:lnTo>
                  <a:lnTo>
                    <a:pt x="2107627" y="488823"/>
                  </a:lnTo>
                  <a:close/>
                </a:path>
                <a:path w="2108200" h="1318260">
                  <a:moveTo>
                    <a:pt x="2107627" y="0"/>
                  </a:moveTo>
                  <a:lnTo>
                    <a:pt x="0" y="0"/>
                  </a:lnTo>
                  <a:lnTo>
                    <a:pt x="34880" y="19397"/>
                  </a:lnTo>
                  <a:lnTo>
                    <a:pt x="79465" y="48824"/>
                  </a:lnTo>
                  <a:lnTo>
                    <a:pt x="121691" y="81507"/>
                  </a:lnTo>
                  <a:lnTo>
                    <a:pt x="161369" y="117274"/>
                  </a:lnTo>
                  <a:lnTo>
                    <a:pt x="198309" y="155955"/>
                  </a:lnTo>
                  <a:lnTo>
                    <a:pt x="239768" y="210432"/>
                  </a:lnTo>
                  <a:lnTo>
                    <a:pt x="260573" y="243263"/>
                  </a:lnTo>
                  <a:lnTo>
                    <a:pt x="281671" y="279107"/>
                  </a:lnTo>
                  <a:lnTo>
                    <a:pt x="303243" y="317428"/>
                  </a:lnTo>
                  <a:lnTo>
                    <a:pt x="348534" y="399358"/>
                  </a:lnTo>
                  <a:lnTo>
                    <a:pt x="372616" y="441894"/>
                  </a:lnTo>
                  <a:lnTo>
                    <a:pt x="397898" y="484764"/>
                  </a:lnTo>
                  <a:lnTo>
                    <a:pt x="424560" y="527431"/>
                  </a:lnTo>
                  <a:lnTo>
                    <a:pt x="452784" y="569358"/>
                  </a:lnTo>
                  <a:lnTo>
                    <a:pt x="482752" y="610010"/>
                  </a:lnTo>
                  <a:lnTo>
                    <a:pt x="514644" y="648851"/>
                  </a:lnTo>
                  <a:lnTo>
                    <a:pt x="548643" y="685344"/>
                  </a:lnTo>
                  <a:lnTo>
                    <a:pt x="584929" y="718954"/>
                  </a:lnTo>
                  <a:lnTo>
                    <a:pt x="623684" y="749145"/>
                  </a:lnTo>
                  <a:lnTo>
                    <a:pt x="665089" y="775380"/>
                  </a:lnTo>
                  <a:lnTo>
                    <a:pt x="709326" y="797124"/>
                  </a:lnTo>
                  <a:lnTo>
                    <a:pt x="756576" y="813839"/>
                  </a:lnTo>
                  <a:lnTo>
                    <a:pt x="807020" y="824991"/>
                  </a:lnTo>
                  <a:lnTo>
                    <a:pt x="844989" y="828563"/>
                  </a:lnTo>
                  <a:lnTo>
                    <a:pt x="857566" y="828801"/>
                  </a:lnTo>
                  <a:lnTo>
                    <a:pt x="911065" y="824686"/>
                  </a:lnTo>
                  <a:lnTo>
                    <a:pt x="963307" y="813120"/>
                  </a:lnTo>
                  <a:lnTo>
                    <a:pt x="1014042" y="795275"/>
                  </a:lnTo>
                  <a:lnTo>
                    <a:pt x="1063018" y="772320"/>
                  </a:lnTo>
                  <a:lnTo>
                    <a:pt x="1109983" y="745426"/>
                  </a:lnTo>
                  <a:lnTo>
                    <a:pt x="1154688" y="715765"/>
                  </a:lnTo>
                  <a:lnTo>
                    <a:pt x="1196881" y="684506"/>
                  </a:lnTo>
                  <a:lnTo>
                    <a:pt x="1236310" y="652819"/>
                  </a:lnTo>
                  <a:lnTo>
                    <a:pt x="1272725" y="621877"/>
                  </a:lnTo>
                  <a:lnTo>
                    <a:pt x="1335508" y="566905"/>
                  </a:lnTo>
                  <a:lnTo>
                    <a:pt x="1361373" y="545217"/>
                  </a:lnTo>
                  <a:lnTo>
                    <a:pt x="1415108" y="511432"/>
                  </a:lnTo>
                  <a:lnTo>
                    <a:pt x="1483410" y="491343"/>
                  </a:lnTo>
                  <a:lnTo>
                    <a:pt x="1518728" y="488823"/>
                  </a:lnTo>
                  <a:lnTo>
                    <a:pt x="2107627" y="488823"/>
                  </a:lnTo>
                  <a:lnTo>
                    <a:pt x="210762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60791" y="0"/>
              <a:ext cx="1283335" cy="753110"/>
            </a:xfrm>
            <a:custGeom>
              <a:avLst/>
              <a:gdLst/>
              <a:ahLst/>
              <a:cxnLst/>
              <a:rect l="l" t="t" r="r" b="b"/>
              <a:pathLst>
                <a:path w="1283334" h="753110">
                  <a:moveTo>
                    <a:pt x="892736" y="0"/>
                  </a:moveTo>
                  <a:lnTo>
                    <a:pt x="385152" y="0"/>
                  </a:lnTo>
                  <a:lnTo>
                    <a:pt x="382425" y="132"/>
                  </a:lnTo>
                  <a:lnTo>
                    <a:pt x="331903" y="3105"/>
                  </a:lnTo>
                  <a:lnTo>
                    <a:pt x="281431" y="6603"/>
                  </a:lnTo>
                  <a:lnTo>
                    <a:pt x="178450" y="26680"/>
                  </a:lnTo>
                  <a:lnTo>
                    <a:pt x="105135" y="43362"/>
                  </a:lnTo>
                  <a:lnTo>
                    <a:pt x="44988" y="58826"/>
                  </a:lnTo>
                  <a:lnTo>
                    <a:pt x="10501" y="94130"/>
                  </a:lnTo>
                  <a:lnTo>
                    <a:pt x="1150" y="153058"/>
                  </a:lnTo>
                  <a:lnTo>
                    <a:pt x="0" y="185927"/>
                  </a:lnTo>
                  <a:lnTo>
                    <a:pt x="1778" y="229816"/>
                  </a:lnTo>
                  <a:lnTo>
                    <a:pt x="7037" y="275867"/>
                  </a:lnTo>
                  <a:lnTo>
                    <a:pt x="15667" y="323374"/>
                  </a:lnTo>
                  <a:lnTo>
                    <a:pt x="27556" y="371627"/>
                  </a:lnTo>
                  <a:lnTo>
                    <a:pt x="42592" y="419918"/>
                  </a:lnTo>
                  <a:lnTo>
                    <a:pt x="60663" y="467538"/>
                  </a:lnTo>
                  <a:lnTo>
                    <a:pt x="81658" y="513780"/>
                  </a:lnTo>
                  <a:lnTo>
                    <a:pt x="105466" y="557933"/>
                  </a:lnTo>
                  <a:lnTo>
                    <a:pt x="131975" y="599291"/>
                  </a:lnTo>
                  <a:lnTo>
                    <a:pt x="161073" y="637144"/>
                  </a:lnTo>
                  <a:lnTo>
                    <a:pt x="192649" y="670785"/>
                  </a:lnTo>
                  <a:lnTo>
                    <a:pt x="226592" y="699503"/>
                  </a:lnTo>
                  <a:lnTo>
                    <a:pt x="262789" y="722592"/>
                  </a:lnTo>
                  <a:lnTo>
                    <a:pt x="301130" y="739342"/>
                  </a:lnTo>
                  <a:lnTo>
                    <a:pt x="341502" y="749046"/>
                  </a:lnTo>
                  <a:lnTo>
                    <a:pt x="393676" y="752981"/>
                  </a:lnTo>
                  <a:lnTo>
                    <a:pt x="441176" y="749797"/>
                  </a:lnTo>
                  <a:lnTo>
                    <a:pt x="484425" y="740245"/>
                  </a:lnTo>
                  <a:lnTo>
                    <a:pt x="523849" y="725082"/>
                  </a:lnTo>
                  <a:lnTo>
                    <a:pt x="559873" y="705059"/>
                  </a:lnTo>
                  <a:lnTo>
                    <a:pt x="592920" y="680931"/>
                  </a:lnTo>
                  <a:lnTo>
                    <a:pt x="623416" y="653452"/>
                  </a:lnTo>
                  <a:lnTo>
                    <a:pt x="651784" y="623375"/>
                  </a:lnTo>
                  <a:lnTo>
                    <a:pt x="678449" y="591454"/>
                  </a:lnTo>
                  <a:lnTo>
                    <a:pt x="703837" y="558444"/>
                  </a:lnTo>
                  <a:lnTo>
                    <a:pt x="752474" y="492167"/>
                  </a:lnTo>
                  <a:lnTo>
                    <a:pt x="776574" y="460408"/>
                  </a:lnTo>
                  <a:lnTo>
                    <a:pt x="801094" y="430575"/>
                  </a:lnTo>
                  <a:lnTo>
                    <a:pt x="853090" y="379698"/>
                  </a:lnTo>
                  <a:lnTo>
                    <a:pt x="911859" y="345566"/>
                  </a:lnTo>
                  <a:lnTo>
                    <a:pt x="955227" y="333800"/>
                  </a:lnTo>
                  <a:lnTo>
                    <a:pt x="999562" y="329316"/>
                  </a:lnTo>
                  <a:lnTo>
                    <a:pt x="1283207" y="329316"/>
                  </a:lnTo>
                  <a:lnTo>
                    <a:pt x="1283207" y="34565"/>
                  </a:lnTo>
                  <a:lnTo>
                    <a:pt x="1196057" y="24959"/>
                  </a:lnTo>
                  <a:lnTo>
                    <a:pt x="1040129" y="10287"/>
                  </a:lnTo>
                  <a:lnTo>
                    <a:pt x="989681" y="6222"/>
                  </a:lnTo>
                  <a:lnTo>
                    <a:pt x="939180" y="2714"/>
                  </a:lnTo>
                  <a:lnTo>
                    <a:pt x="892736" y="0"/>
                  </a:lnTo>
                  <a:close/>
                </a:path>
                <a:path w="1283334" h="753110">
                  <a:moveTo>
                    <a:pt x="1283207" y="329316"/>
                  </a:moveTo>
                  <a:lnTo>
                    <a:pt x="999562" y="329316"/>
                  </a:lnTo>
                  <a:lnTo>
                    <a:pt x="1044515" y="330525"/>
                  </a:lnTo>
                  <a:lnTo>
                    <a:pt x="1089735" y="335835"/>
                  </a:lnTo>
                  <a:lnTo>
                    <a:pt x="1134872" y="343654"/>
                  </a:lnTo>
                  <a:lnTo>
                    <a:pt x="1179576" y="352393"/>
                  </a:lnTo>
                  <a:lnTo>
                    <a:pt x="1223496" y="360459"/>
                  </a:lnTo>
                  <a:lnTo>
                    <a:pt x="1266284" y="366263"/>
                  </a:lnTo>
                  <a:lnTo>
                    <a:pt x="1283207" y="367062"/>
                  </a:lnTo>
                  <a:lnTo>
                    <a:pt x="1283207" y="329316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16936" y="0"/>
              <a:ext cx="1327150" cy="618490"/>
            </a:xfrm>
            <a:custGeom>
              <a:avLst/>
              <a:gdLst/>
              <a:ahLst/>
              <a:cxnLst/>
              <a:rect l="l" t="t" r="r" b="b"/>
              <a:pathLst>
                <a:path w="1327150" h="618490">
                  <a:moveTo>
                    <a:pt x="1327063" y="119379"/>
                  </a:moveTo>
                  <a:lnTo>
                    <a:pt x="622848" y="119379"/>
                  </a:lnTo>
                  <a:lnTo>
                    <a:pt x="657743" y="120286"/>
                  </a:lnTo>
                  <a:lnTo>
                    <a:pt x="692650" y="123205"/>
                  </a:lnTo>
                  <a:lnTo>
                    <a:pt x="762167" y="136271"/>
                  </a:lnTo>
                  <a:lnTo>
                    <a:pt x="802642" y="150343"/>
                  </a:lnTo>
                  <a:lnTo>
                    <a:pt x="863641" y="190471"/>
                  </a:lnTo>
                  <a:lnTo>
                    <a:pt x="906582" y="243792"/>
                  </a:lnTo>
                  <a:lnTo>
                    <a:pt x="941713" y="306959"/>
                  </a:lnTo>
                  <a:lnTo>
                    <a:pt x="959554" y="341189"/>
                  </a:lnTo>
                  <a:lnTo>
                    <a:pt x="979286" y="376625"/>
                  </a:lnTo>
                  <a:lnTo>
                    <a:pt x="1002191" y="412851"/>
                  </a:lnTo>
                  <a:lnTo>
                    <a:pt x="1029551" y="449447"/>
                  </a:lnTo>
                  <a:lnTo>
                    <a:pt x="1062646" y="485995"/>
                  </a:lnTo>
                  <a:lnTo>
                    <a:pt x="1102758" y="522077"/>
                  </a:lnTo>
                  <a:lnTo>
                    <a:pt x="1151168" y="557276"/>
                  </a:lnTo>
                  <a:lnTo>
                    <a:pt x="1194118" y="581627"/>
                  </a:lnTo>
                  <a:lnTo>
                    <a:pt x="1237245" y="599474"/>
                  </a:lnTo>
                  <a:lnTo>
                    <a:pt x="1280208" y="611445"/>
                  </a:lnTo>
                  <a:lnTo>
                    <a:pt x="1322665" y="618166"/>
                  </a:lnTo>
                  <a:lnTo>
                    <a:pt x="1327063" y="618389"/>
                  </a:lnTo>
                  <a:lnTo>
                    <a:pt x="1327063" y="119379"/>
                  </a:lnTo>
                  <a:close/>
                </a:path>
                <a:path w="1327150" h="618490">
                  <a:moveTo>
                    <a:pt x="1327063" y="0"/>
                  </a:moveTo>
                  <a:lnTo>
                    <a:pt x="0" y="0"/>
                  </a:lnTo>
                  <a:lnTo>
                    <a:pt x="24500" y="37642"/>
                  </a:lnTo>
                  <a:lnTo>
                    <a:pt x="54206" y="71867"/>
                  </a:lnTo>
                  <a:lnTo>
                    <a:pt x="86003" y="98837"/>
                  </a:lnTo>
                  <a:lnTo>
                    <a:pt x="119747" y="119277"/>
                  </a:lnTo>
                  <a:lnTo>
                    <a:pt x="155294" y="133912"/>
                  </a:lnTo>
                  <a:lnTo>
                    <a:pt x="192500" y="143467"/>
                  </a:lnTo>
                  <a:lnTo>
                    <a:pt x="231220" y="148668"/>
                  </a:lnTo>
                  <a:lnTo>
                    <a:pt x="271312" y="150240"/>
                  </a:lnTo>
                  <a:lnTo>
                    <a:pt x="318450" y="148531"/>
                  </a:lnTo>
                  <a:lnTo>
                    <a:pt x="366974" y="144122"/>
                  </a:lnTo>
                  <a:lnTo>
                    <a:pt x="518710" y="125498"/>
                  </a:lnTo>
                  <a:lnTo>
                    <a:pt x="570624" y="121089"/>
                  </a:lnTo>
                  <a:lnTo>
                    <a:pt x="622848" y="119379"/>
                  </a:lnTo>
                  <a:lnTo>
                    <a:pt x="1327063" y="119379"/>
                  </a:lnTo>
                  <a:lnTo>
                    <a:pt x="1327063" y="0"/>
                  </a:lnTo>
                  <a:close/>
                </a:path>
              </a:pathLst>
            </a:custGeom>
            <a:solidFill>
              <a:srgbClr val="1A4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17891" y="106679"/>
              <a:ext cx="163067" cy="1645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21267" y="775716"/>
              <a:ext cx="99059" cy="97536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9095231" y="1522630"/>
            <a:ext cx="48895" cy="99060"/>
          </a:xfrm>
          <a:custGeom>
            <a:avLst/>
            <a:gdLst/>
            <a:ahLst/>
            <a:cxnLst/>
            <a:rect l="l" t="t" r="r" b="b"/>
            <a:pathLst>
              <a:path w="48895" h="99059">
                <a:moveTo>
                  <a:pt x="48768" y="0"/>
                </a:moveTo>
                <a:lnTo>
                  <a:pt x="30271" y="3745"/>
                </a:lnTo>
                <a:lnTo>
                  <a:pt x="14525" y="14371"/>
                </a:lnTo>
                <a:lnTo>
                  <a:pt x="3899" y="30117"/>
                </a:lnTo>
                <a:lnTo>
                  <a:pt x="0" y="49375"/>
                </a:lnTo>
                <a:lnTo>
                  <a:pt x="3899" y="68634"/>
                </a:lnTo>
                <a:lnTo>
                  <a:pt x="14525" y="84380"/>
                </a:lnTo>
                <a:lnTo>
                  <a:pt x="30271" y="95006"/>
                </a:lnTo>
                <a:lnTo>
                  <a:pt x="48768" y="98751"/>
                </a:lnTo>
                <a:lnTo>
                  <a:pt x="48768" y="0"/>
                </a:lnTo>
                <a:close/>
              </a:path>
            </a:pathLst>
          </a:custGeom>
          <a:solidFill>
            <a:srgbClr val="1A45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548889" y="1586306"/>
            <a:ext cx="40462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Smart</a:t>
            </a:r>
            <a:r>
              <a:rPr sz="2400" spc="-25" dirty="0"/>
              <a:t> </a:t>
            </a:r>
            <a:r>
              <a:rPr sz="2400" dirty="0"/>
              <a:t>Glasses</a:t>
            </a:r>
            <a:r>
              <a:rPr sz="2400" spc="-25" dirty="0"/>
              <a:t> </a:t>
            </a:r>
            <a:r>
              <a:rPr sz="2400" dirty="0"/>
              <a:t>Remote</a:t>
            </a:r>
            <a:r>
              <a:rPr sz="2400" spc="-30" dirty="0"/>
              <a:t> </a:t>
            </a:r>
            <a:r>
              <a:rPr sz="2400" spc="-5" dirty="0"/>
              <a:t>Control</a:t>
            </a:r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2516504" y="2187105"/>
            <a:ext cx="3902710" cy="200850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1400" b="1" dirty="0">
                <a:solidFill>
                  <a:srgbClr val="1A4568"/>
                </a:solidFill>
                <a:latin typeface="Times New Roman"/>
                <a:cs typeface="Times New Roman"/>
              </a:rPr>
              <a:t>College</a:t>
            </a:r>
            <a:r>
              <a:rPr sz="1400" b="1" spc="-3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A4568"/>
                </a:solidFill>
                <a:latin typeface="Times New Roman"/>
                <a:cs typeface="Times New Roman"/>
              </a:rPr>
              <a:t>of</a:t>
            </a:r>
            <a:r>
              <a:rPr sz="1400" b="1" spc="-1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1A4568"/>
                </a:solidFill>
                <a:latin typeface="Times New Roman"/>
                <a:cs typeface="Times New Roman"/>
              </a:rPr>
              <a:t>Computers </a:t>
            </a:r>
            <a:r>
              <a:rPr sz="1400" b="1" dirty="0">
                <a:solidFill>
                  <a:srgbClr val="1A4568"/>
                </a:solidFill>
                <a:latin typeface="Times New Roman"/>
                <a:cs typeface="Times New Roman"/>
              </a:rPr>
              <a:t>and</a:t>
            </a:r>
            <a:r>
              <a:rPr sz="1400" b="1" spc="-2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A4568"/>
                </a:solidFill>
                <a:latin typeface="Times New Roman"/>
                <a:cs typeface="Times New Roman"/>
              </a:rPr>
              <a:t>Information</a:t>
            </a:r>
            <a:r>
              <a:rPr sz="1400" b="1" spc="-1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1A4568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  <a:p>
            <a:pPr marL="497205" marR="486409" algn="ctr">
              <a:lnSpc>
                <a:spcPct val="154300"/>
              </a:lnSpc>
              <a:spcBef>
                <a:spcPts val="15"/>
              </a:spcBef>
            </a:pPr>
            <a:r>
              <a:rPr sz="1400" b="1" spc="-5" dirty="0">
                <a:solidFill>
                  <a:srgbClr val="1A4568"/>
                </a:solidFill>
                <a:latin typeface="Times New Roman"/>
                <a:cs typeface="Times New Roman"/>
              </a:rPr>
              <a:t>Department </a:t>
            </a:r>
            <a:r>
              <a:rPr sz="1400" b="1" dirty="0">
                <a:solidFill>
                  <a:srgbClr val="1A4568"/>
                </a:solidFill>
                <a:latin typeface="Times New Roman"/>
                <a:cs typeface="Times New Roman"/>
              </a:rPr>
              <a:t>of </a:t>
            </a:r>
            <a:r>
              <a:rPr sz="1400" b="1" spc="-5" dirty="0">
                <a:solidFill>
                  <a:srgbClr val="1A4568"/>
                </a:solidFill>
                <a:latin typeface="Times New Roman"/>
                <a:cs typeface="Times New Roman"/>
              </a:rPr>
              <a:t>Computer </a:t>
            </a:r>
            <a:r>
              <a:rPr sz="1400" b="1" dirty="0">
                <a:solidFill>
                  <a:srgbClr val="1A4568"/>
                </a:solidFill>
                <a:latin typeface="Times New Roman"/>
                <a:cs typeface="Times New Roman"/>
              </a:rPr>
              <a:t>Engineering </a:t>
            </a:r>
            <a:r>
              <a:rPr sz="1400" b="1" spc="-33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A4568"/>
                </a:solidFill>
                <a:latin typeface="Times New Roman"/>
                <a:cs typeface="Times New Roman"/>
              </a:rPr>
              <a:t>Taif</a:t>
            </a:r>
            <a:r>
              <a:rPr sz="1400" b="1" spc="-2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A4568"/>
                </a:solidFill>
                <a:latin typeface="Times New Roman"/>
                <a:cs typeface="Times New Roman"/>
              </a:rPr>
              <a:t>University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285E88"/>
                </a:solidFill>
                <a:latin typeface="Times New Roman"/>
                <a:cs typeface="Times New Roman"/>
              </a:rPr>
              <a:t>Supervised</a:t>
            </a:r>
            <a:r>
              <a:rPr sz="1400" b="1" spc="-40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285E88"/>
                </a:solidFill>
                <a:latin typeface="Times New Roman"/>
                <a:cs typeface="Times New Roman"/>
              </a:rPr>
              <a:t>by:</a:t>
            </a:r>
            <a:endParaRPr sz="140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925"/>
              </a:spcBef>
            </a:pPr>
            <a:r>
              <a:rPr sz="1400" b="1" spc="-5" dirty="0">
                <a:solidFill>
                  <a:srgbClr val="285E88"/>
                </a:solidFill>
                <a:latin typeface="Times New Roman"/>
                <a:cs typeface="Times New Roman"/>
              </a:rPr>
              <a:t>Dr.</a:t>
            </a:r>
            <a:r>
              <a:rPr sz="1400" b="1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285E88"/>
                </a:solidFill>
                <a:latin typeface="Times New Roman"/>
                <a:cs typeface="Times New Roman"/>
              </a:rPr>
              <a:t>Sameer </a:t>
            </a:r>
            <a:r>
              <a:rPr sz="1400" b="1" dirty="0">
                <a:solidFill>
                  <a:srgbClr val="285E88"/>
                </a:solidFill>
                <a:latin typeface="Times New Roman"/>
                <a:cs typeface="Times New Roman"/>
              </a:rPr>
              <a:t>Alsharif</a:t>
            </a:r>
            <a:r>
              <a:rPr sz="1400" b="1" spc="-20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285E88"/>
                </a:solidFill>
                <a:latin typeface="Times New Roman"/>
                <a:cs typeface="Times New Roman"/>
              </a:rPr>
              <a:t>–</a:t>
            </a:r>
            <a:r>
              <a:rPr sz="1400" b="1" spc="-15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285E88"/>
                </a:solidFill>
                <a:latin typeface="Times New Roman"/>
                <a:cs typeface="Times New Roman"/>
              </a:rPr>
              <a:t>Dr.Rania Mokhtar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892" y="4375403"/>
            <a:ext cx="2393315" cy="768350"/>
          </a:xfrm>
          <a:custGeom>
            <a:avLst/>
            <a:gdLst/>
            <a:ahLst/>
            <a:cxnLst/>
            <a:rect l="l" t="t" r="r" b="b"/>
            <a:pathLst>
              <a:path w="2393315" h="768350">
                <a:moveTo>
                  <a:pt x="599395" y="0"/>
                </a:moveTo>
                <a:lnTo>
                  <a:pt x="526420" y="3341"/>
                </a:lnTo>
                <a:lnTo>
                  <a:pt x="452564" y="13765"/>
                </a:lnTo>
                <a:lnTo>
                  <a:pt x="379360" y="31875"/>
                </a:lnTo>
                <a:lnTo>
                  <a:pt x="308340" y="58272"/>
                </a:lnTo>
                <a:lnTo>
                  <a:pt x="241037" y="93559"/>
                </a:lnTo>
                <a:lnTo>
                  <a:pt x="209258" y="114723"/>
                </a:lnTo>
                <a:lnTo>
                  <a:pt x="178983" y="138336"/>
                </a:lnTo>
                <a:lnTo>
                  <a:pt x="150404" y="164472"/>
                </a:lnTo>
                <a:lnTo>
                  <a:pt x="123711" y="193207"/>
                </a:lnTo>
                <a:lnTo>
                  <a:pt x="99097" y="224615"/>
                </a:lnTo>
                <a:lnTo>
                  <a:pt x="76753" y="258773"/>
                </a:lnTo>
                <a:lnTo>
                  <a:pt x="56871" y="295754"/>
                </a:lnTo>
                <a:lnTo>
                  <a:pt x="39642" y="335636"/>
                </a:lnTo>
                <a:lnTo>
                  <a:pt x="25258" y="378491"/>
                </a:lnTo>
                <a:lnTo>
                  <a:pt x="13910" y="424397"/>
                </a:lnTo>
                <a:lnTo>
                  <a:pt x="5790" y="473428"/>
                </a:lnTo>
                <a:lnTo>
                  <a:pt x="1089" y="525660"/>
                </a:lnTo>
                <a:lnTo>
                  <a:pt x="0" y="581167"/>
                </a:lnTo>
                <a:lnTo>
                  <a:pt x="2713" y="640025"/>
                </a:lnTo>
                <a:lnTo>
                  <a:pt x="9420" y="702309"/>
                </a:lnTo>
                <a:lnTo>
                  <a:pt x="20313" y="768095"/>
                </a:lnTo>
                <a:lnTo>
                  <a:pt x="2392851" y="768095"/>
                </a:lnTo>
                <a:lnTo>
                  <a:pt x="2384774" y="695046"/>
                </a:lnTo>
                <a:lnTo>
                  <a:pt x="2313380" y="549130"/>
                </a:lnTo>
                <a:lnTo>
                  <a:pt x="2107922" y="440192"/>
                </a:lnTo>
                <a:lnTo>
                  <a:pt x="1697653" y="478078"/>
                </a:lnTo>
                <a:lnTo>
                  <a:pt x="1648453" y="489706"/>
                </a:lnTo>
                <a:lnTo>
                  <a:pt x="1601475" y="497058"/>
                </a:lnTo>
                <a:lnTo>
                  <a:pt x="1556590" y="500389"/>
                </a:lnTo>
                <a:lnTo>
                  <a:pt x="1513674" y="499957"/>
                </a:lnTo>
                <a:lnTo>
                  <a:pt x="1472601" y="496016"/>
                </a:lnTo>
                <a:lnTo>
                  <a:pt x="1433244" y="488825"/>
                </a:lnTo>
                <a:lnTo>
                  <a:pt x="1395477" y="478637"/>
                </a:lnTo>
                <a:lnTo>
                  <a:pt x="1359174" y="465711"/>
                </a:lnTo>
                <a:lnTo>
                  <a:pt x="1324209" y="450302"/>
                </a:lnTo>
                <a:lnTo>
                  <a:pt x="1257789" y="413061"/>
                </a:lnTo>
                <a:lnTo>
                  <a:pt x="1226082" y="391741"/>
                </a:lnTo>
                <a:lnTo>
                  <a:pt x="1195209" y="368963"/>
                </a:lnTo>
                <a:lnTo>
                  <a:pt x="1165044" y="344984"/>
                </a:lnTo>
                <a:lnTo>
                  <a:pt x="1135461" y="320060"/>
                </a:lnTo>
                <a:lnTo>
                  <a:pt x="1106333" y="294446"/>
                </a:lnTo>
                <a:lnTo>
                  <a:pt x="1077534" y="268399"/>
                </a:lnTo>
                <a:lnTo>
                  <a:pt x="1020423" y="216032"/>
                </a:lnTo>
                <a:lnTo>
                  <a:pt x="991857" y="190225"/>
                </a:lnTo>
                <a:lnTo>
                  <a:pt x="963117" y="165009"/>
                </a:lnTo>
                <a:lnTo>
                  <a:pt x="904608" y="117379"/>
                </a:lnTo>
                <a:lnTo>
                  <a:pt x="843888" y="75192"/>
                </a:lnTo>
                <a:lnTo>
                  <a:pt x="779948" y="40498"/>
                </a:lnTo>
                <a:lnTo>
                  <a:pt x="711780" y="15348"/>
                </a:lnTo>
                <a:lnTo>
                  <a:pt x="638376" y="1790"/>
                </a:lnTo>
                <a:lnTo>
                  <a:pt x="599395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167612" y="4238244"/>
            <a:ext cx="2976880" cy="905510"/>
            <a:chOff x="6167612" y="4238244"/>
            <a:chExt cx="2976880" cy="905510"/>
          </a:xfrm>
        </p:grpSpPr>
        <p:sp>
          <p:nvSpPr>
            <p:cNvPr id="4" name="object 4"/>
            <p:cNvSpPr/>
            <p:nvPr/>
          </p:nvSpPr>
          <p:spPr>
            <a:xfrm>
              <a:off x="6167612" y="4489704"/>
              <a:ext cx="2473960" cy="654050"/>
            </a:xfrm>
            <a:custGeom>
              <a:avLst/>
              <a:gdLst/>
              <a:ahLst/>
              <a:cxnLst/>
              <a:rect l="l" t="t" r="r" b="b"/>
              <a:pathLst>
                <a:path w="2473959" h="654050">
                  <a:moveTo>
                    <a:pt x="291133" y="392157"/>
                  </a:moveTo>
                  <a:lnTo>
                    <a:pt x="78390" y="489207"/>
                  </a:lnTo>
                  <a:lnTo>
                    <a:pt x="4450" y="619199"/>
                  </a:lnTo>
                  <a:lnTo>
                    <a:pt x="0" y="653796"/>
                  </a:lnTo>
                  <a:lnTo>
                    <a:pt x="2458211" y="653796"/>
                  </a:lnTo>
                  <a:lnTo>
                    <a:pt x="2464023" y="623389"/>
                  </a:lnTo>
                  <a:lnTo>
                    <a:pt x="2470983" y="565874"/>
                  </a:lnTo>
                  <a:lnTo>
                    <a:pt x="2473487" y="511655"/>
                  </a:lnTo>
                  <a:lnTo>
                    <a:pt x="2471760" y="460656"/>
                  </a:lnTo>
                  <a:lnTo>
                    <a:pt x="2469990" y="445889"/>
                  </a:lnTo>
                  <a:lnTo>
                    <a:pt x="866331" y="445889"/>
                  </a:lnTo>
                  <a:lnTo>
                    <a:pt x="818542" y="443112"/>
                  </a:lnTo>
                  <a:lnTo>
                    <a:pt x="768451" y="436535"/>
                  </a:lnTo>
                  <a:lnTo>
                    <a:pt x="715914" y="425907"/>
                  </a:lnTo>
                  <a:lnTo>
                    <a:pt x="291133" y="392157"/>
                  </a:lnTo>
                  <a:close/>
                </a:path>
                <a:path w="2473959" h="654050">
                  <a:moveTo>
                    <a:pt x="1852818" y="0"/>
                  </a:moveTo>
                  <a:lnTo>
                    <a:pt x="1811188" y="1698"/>
                  </a:lnTo>
                  <a:lnTo>
                    <a:pt x="1771277" y="6627"/>
                  </a:lnTo>
                  <a:lnTo>
                    <a:pt x="1732940" y="14534"/>
                  </a:lnTo>
                  <a:lnTo>
                    <a:pt x="1696034" y="25169"/>
                  </a:lnTo>
                  <a:lnTo>
                    <a:pt x="1625941" y="53618"/>
                  </a:lnTo>
                  <a:lnTo>
                    <a:pt x="1559850" y="89964"/>
                  </a:lnTo>
                  <a:lnTo>
                    <a:pt x="1496611" y="132200"/>
                  </a:lnTo>
                  <a:lnTo>
                    <a:pt x="1465703" y="154898"/>
                  </a:lnTo>
                  <a:lnTo>
                    <a:pt x="1435077" y="178316"/>
                  </a:lnTo>
                  <a:lnTo>
                    <a:pt x="1343459" y="250371"/>
                  </a:lnTo>
                  <a:lnTo>
                    <a:pt x="1312527" y="274153"/>
                  </a:lnTo>
                  <a:lnTo>
                    <a:pt x="1281160" y="297399"/>
                  </a:lnTo>
                  <a:lnTo>
                    <a:pt x="1249215" y="319858"/>
                  </a:lnTo>
                  <a:lnTo>
                    <a:pt x="1216546" y="341278"/>
                  </a:lnTo>
                  <a:lnTo>
                    <a:pt x="1183012" y="361408"/>
                  </a:lnTo>
                  <a:lnTo>
                    <a:pt x="1148468" y="379997"/>
                  </a:lnTo>
                  <a:lnTo>
                    <a:pt x="1112771" y="396795"/>
                  </a:lnTo>
                  <a:lnTo>
                    <a:pt x="1075777" y="411549"/>
                  </a:lnTo>
                  <a:lnTo>
                    <a:pt x="1037343" y="424010"/>
                  </a:lnTo>
                  <a:lnTo>
                    <a:pt x="997325" y="433925"/>
                  </a:lnTo>
                  <a:lnTo>
                    <a:pt x="955579" y="441044"/>
                  </a:lnTo>
                  <a:lnTo>
                    <a:pt x="911963" y="445115"/>
                  </a:lnTo>
                  <a:lnTo>
                    <a:pt x="866331" y="445889"/>
                  </a:lnTo>
                  <a:lnTo>
                    <a:pt x="2469990" y="445889"/>
                  </a:lnTo>
                  <a:lnTo>
                    <a:pt x="2456500" y="368016"/>
                  </a:lnTo>
                  <a:lnTo>
                    <a:pt x="2443414" y="326225"/>
                  </a:lnTo>
                  <a:lnTo>
                    <a:pt x="2426988" y="287353"/>
                  </a:lnTo>
                  <a:lnTo>
                    <a:pt x="2407445" y="251323"/>
                  </a:lnTo>
                  <a:lnTo>
                    <a:pt x="2385008" y="218062"/>
                  </a:lnTo>
                  <a:lnTo>
                    <a:pt x="2359900" y="187493"/>
                  </a:lnTo>
                  <a:lnTo>
                    <a:pt x="2332344" y="159541"/>
                  </a:lnTo>
                  <a:lnTo>
                    <a:pt x="2302563" y="134130"/>
                  </a:lnTo>
                  <a:lnTo>
                    <a:pt x="2270780" y="111186"/>
                  </a:lnTo>
                  <a:lnTo>
                    <a:pt x="2237218" y="90632"/>
                  </a:lnTo>
                  <a:lnTo>
                    <a:pt x="2202100" y="72394"/>
                  </a:lnTo>
                  <a:lnTo>
                    <a:pt x="2165649" y="56396"/>
                  </a:lnTo>
                  <a:lnTo>
                    <a:pt x="2128088" y="42562"/>
                  </a:lnTo>
                  <a:lnTo>
                    <a:pt x="2089640" y="30818"/>
                  </a:lnTo>
                  <a:lnTo>
                    <a:pt x="2050529" y="21087"/>
                  </a:lnTo>
                  <a:lnTo>
                    <a:pt x="2010976" y="13294"/>
                  </a:lnTo>
                  <a:lnTo>
                    <a:pt x="1971206" y="7365"/>
                  </a:lnTo>
                  <a:lnTo>
                    <a:pt x="1931441" y="3223"/>
                  </a:lnTo>
                  <a:lnTo>
                    <a:pt x="1891904" y="793"/>
                  </a:lnTo>
                  <a:lnTo>
                    <a:pt x="185281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83794" y="4238244"/>
              <a:ext cx="2460625" cy="905510"/>
            </a:xfrm>
            <a:custGeom>
              <a:avLst/>
              <a:gdLst/>
              <a:ahLst/>
              <a:cxnLst/>
              <a:rect l="l" t="t" r="r" b="b"/>
              <a:pathLst>
                <a:path w="2460625" h="905510">
                  <a:moveTo>
                    <a:pt x="767803" y="507758"/>
                  </a:moveTo>
                  <a:lnTo>
                    <a:pt x="302011" y="532173"/>
                  </a:lnTo>
                  <a:lnTo>
                    <a:pt x="75939" y="681975"/>
                  </a:lnTo>
                  <a:lnTo>
                    <a:pt x="3458" y="850255"/>
                  </a:lnTo>
                  <a:lnTo>
                    <a:pt x="0" y="905255"/>
                  </a:lnTo>
                  <a:lnTo>
                    <a:pt x="2460204" y="905255"/>
                  </a:lnTo>
                  <a:lnTo>
                    <a:pt x="2460204" y="519705"/>
                  </a:lnTo>
                  <a:lnTo>
                    <a:pt x="980085" y="519705"/>
                  </a:lnTo>
                  <a:lnTo>
                    <a:pt x="931024" y="519603"/>
                  </a:lnTo>
                  <a:lnTo>
                    <a:pt x="879373" y="517636"/>
                  </a:lnTo>
                  <a:lnTo>
                    <a:pt x="825008" y="513717"/>
                  </a:lnTo>
                  <a:lnTo>
                    <a:pt x="767803" y="507758"/>
                  </a:lnTo>
                  <a:close/>
                </a:path>
                <a:path w="2460625" h="905510">
                  <a:moveTo>
                    <a:pt x="2295613" y="0"/>
                  </a:moveTo>
                  <a:lnTo>
                    <a:pt x="2245710" y="893"/>
                  </a:lnTo>
                  <a:lnTo>
                    <a:pt x="2198314" y="3515"/>
                  </a:lnTo>
                  <a:lnTo>
                    <a:pt x="2153301" y="7777"/>
                  </a:lnTo>
                  <a:lnTo>
                    <a:pt x="2110547" y="13592"/>
                  </a:lnTo>
                  <a:lnTo>
                    <a:pt x="2069926" y="20873"/>
                  </a:lnTo>
                  <a:lnTo>
                    <a:pt x="2031316" y="29532"/>
                  </a:lnTo>
                  <a:lnTo>
                    <a:pt x="1959626" y="50632"/>
                  </a:lnTo>
                  <a:lnTo>
                    <a:pt x="1894484" y="76191"/>
                  </a:lnTo>
                  <a:lnTo>
                    <a:pt x="1834895" y="105509"/>
                  </a:lnTo>
                  <a:lnTo>
                    <a:pt x="1779864" y="137885"/>
                  </a:lnTo>
                  <a:lnTo>
                    <a:pt x="1728396" y="172617"/>
                  </a:lnTo>
                  <a:lnTo>
                    <a:pt x="1679496" y="209005"/>
                  </a:lnTo>
                  <a:lnTo>
                    <a:pt x="1561959" y="302615"/>
                  </a:lnTo>
                  <a:lnTo>
                    <a:pt x="1538265" y="321089"/>
                  </a:lnTo>
                  <a:lnTo>
                    <a:pt x="1489695" y="357088"/>
                  </a:lnTo>
                  <a:lnTo>
                    <a:pt x="1438720" y="391238"/>
                  </a:lnTo>
                  <a:lnTo>
                    <a:pt x="1384346" y="422836"/>
                  </a:lnTo>
                  <a:lnTo>
                    <a:pt x="1325578" y="451183"/>
                  </a:lnTo>
                  <a:lnTo>
                    <a:pt x="1261422" y="475577"/>
                  </a:lnTo>
                  <a:lnTo>
                    <a:pt x="1190884" y="495317"/>
                  </a:lnTo>
                  <a:lnTo>
                    <a:pt x="1152910" y="503222"/>
                  </a:lnTo>
                  <a:lnTo>
                    <a:pt x="1112968" y="509702"/>
                  </a:lnTo>
                  <a:lnTo>
                    <a:pt x="1070932" y="514667"/>
                  </a:lnTo>
                  <a:lnTo>
                    <a:pt x="1026679" y="518031"/>
                  </a:lnTo>
                  <a:lnTo>
                    <a:pt x="980085" y="519705"/>
                  </a:lnTo>
                  <a:lnTo>
                    <a:pt x="2460204" y="519705"/>
                  </a:lnTo>
                  <a:lnTo>
                    <a:pt x="2460204" y="17149"/>
                  </a:lnTo>
                  <a:lnTo>
                    <a:pt x="2434702" y="11515"/>
                  </a:lnTo>
                  <a:lnTo>
                    <a:pt x="2392273" y="5213"/>
                  </a:lnTo>
                  <a:lnTo>
                    <a:pt x="2345986" y="1327"/>
                  </a:lnTo>
                  <a:lnTo>
                    <a:pt x="2295613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4335848"/>
            <a:ext cx="1998980" cy="807720"/>
            <a:chOff x="0" y="4335848"/>
            <a:chExt cx="1998980" cy="807720"/>
          </a:xfrm>
        </p:grpSpPr>
        <p:sp>
          <p:nvSpPr>
            <p:cNvPr id="7" name="object 7"/>
            <p:cNvSpPr/>
            <p:nvPr/>
          </p:nvSpPr>
          <p:spPr>
            <a:xfrm>
              <a:off x="0" y="4335848"/>
              <a:ext cx="1998980" cy="807720"/>
            </a:xfrm>
            <a:custGeom>
              <a:avLst/>
              <a:gdLst/>
              <a:ahLst/>
              <a:cxnLst/>
              <a:rect l="l" t="t" r="r" b="b"/>
              <a:pathLst>
                <a:path w="1998980" h="807720">
                  <a:moveTo>
                    <a:pt x="673390" y="0"/>
                  </a:moveTo>
                  <a:lnTo>
                    <a:pt x="629896" y="2763"/>
                  </a:lnTo>
                  <a:lnTo>
                    <a:pt x="587051" y="8662"/>
                  </a:lnTo>
                  <a:lnTo>
                    <a:pt x="545374" y="17672"/>
                  </a:lnTo>
                  <a:lnTo>
                    <a:pt x="505381" y="29768"/>
                  </a:lnTo>
                  <a:lnTo>
                    <a:pt x="467591" y="44925"/>
                  </a:lnTo>
                  <a:lnTo>
                    <a:pt x="432522" y="63118"/>
                  </a:lnTo>
                  <a:lnTo>
                    <a:pt x="400693" y="84323"/>
                  </a:lnTo>
                  <a:lnTo>
                    <a:pt x="348823" y="135666"/>
                  </a:lnTo>
                  <a:lnTo>
                    <a:pt x="329819" y="165754"/>
                  </a:lnTo>
                  <a:lnTo>
                    <a:pt x="227664" y="299749"/>
                  </a:lnTo>
                  <a:lnTo>
                    <a:pt x="119913" y="368557"/>
                  </a:lnTo>
                  <a:lnTo>
                    <a:pt x="34660" y="393908"/>
                  </a:lnTo>
                  <a:lnTo>
                    <a:pt x="0" y="397529"/>
                  </a:lnTo>
                  <a:lnTo>
                    <a:pt x="0" y="807650"/>
                  </a:lnTo>
                  <a:lnTo>
                    <a:pt x="1998599" y="807650"/>
                  </a:lnTo>
                  <a:lnTo>
                    <a:pt x="1996596" y="771501"/>
                  </a:lnTo>
                  <a:lnTo>
                    <a:pt x="1968198" y="691972"/>
                  </a:lnTo>
                  <a:lnTo>
                    <a:pt x="1879816" y="612444"/>
                  </a:lnTo>
                  <a:lnTo>
                    <a:pt x="1697863" y="576295"/>
                  </a:lnTo>
                  <a:lnTo>
                    <a:pt x="1645197" y="576161"/>
                  </a:lnTo>
                  <a:lnTo>
                    <a:pt x="1593953" y="575533"/>
                  </a:lnTo>
                  <a:lnTo>
                    <a:pt x="1544240" y="574070"/>
                  </a:lnTo>
                  <a:lnTo>
                    <a:pt x="1496170" y="571432"/>
                  </a:lnTo>
                  <a:lnTo>
                    <a:pt x="1449853" y="567278"/>
                  </a:lnTo>
                  <a:lnTo>
                    <a:pt x="1405398" y="561269"/>
                  </a:lnTo>
                  <a:lnTo>
                    <a:pt x="1362916" y="553064"/>
                  </a:lnTo>
                  <a:lnTo>
                    <a:pt x="1322517" y="542322"/>
                  </a:lnTo>
                  <a:lnTo>
                    <a:pt x="1284313" y="528703"/>
                  </a:lnTo>
                  <a:lnTo>
                    <a:pt x="1248412" y="511867"/>
                  </a:lnTo>
                  <a:lnTo>
                    <a:pt x="1214925" y="491473"/>
                  </a:lnTo>
                  <a:lnTo>
                    <a:pt x="1183962" y="467182"/>
                  </a:lnTo>
                  <a:lnTo>
                    <a:pt x="1155635" y="438652"/>
                  </a:lnTo>
                  <a:lnTo>
                    <a:pt x="1130052" y="405544"/>
                  </a:lnTo>
                  <a:lnTo>
                    <a:pt x="1107324" y="367516"/>
                  </a:lnTo>
                  <a:lnTo>
                    <a:pt x="1087563" y="324230"/>
                  </a:lnTo>
                  <a:lnTo>
                    <a:pt x="1070876" y="275343"/>
                  </a:lnTo>
                  <a:lnTo>
                    <a:pt x="1057376" y="220517"/>
                  </a:lnTo>
                  <a:lnTo>
                    <a:pt x="1046500" y="183704"/>
                  </a:lnTo>
                  <a:lnTo>
                    <a:pt x="1008565" y="120360"/>
                  </a:lnTo>
                  <a:lnTo>
                    <a:pt x="952504" y="70557"/>
                  </a:lnTo>
                  <a:lnTo>
                    <a:pt x="918972" y="50671"/>
                  </a:lnTo>
                  <a:lnTo>
                    <a:pt x="882463" y="34095"/>
                  </a:lnTo>
                  <a:lnTo>
                    <a:pt x="843495" y="20804"/>
                  </a:lnTo>
                  <a:lnTo>
                    <a:pt x="802585" y="10775"/>
                  </a:lnTo>
                  <a:lnTo>
                    <a:pt x="760252" y="3981"/>
                  </a:lnTo>
                  <a:lnTo>
                    <a:pt x="717015" y="397"/>
                  </a:lnTo>
                  <a:lnTo>
                    <a:pt x="673390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364758"/>
              <a:ext cx="1603375" cy="779145"/>
            </a:xfrm>
            <a:custGeom>
              <a:avLst/>
              <a:gdLst/>
              <a:ahLst/>
              <a:cxnLst/>
              <a:rect l="l" t="t" r="r" b="b"/>
              <a:pathLst>
                <a:path w="1603375" h="779145">
                  <a:moveTo>
                    <a:pt x="206368" y="0"/>
                  </a:moveTo>
                  <a:lnTo>
                    <a:pt x="61804" y="13625"/>
                  </a:lnTo>
                  <a:lnTo>
                    <a:pt x="0" y="28781"/>
                  </a:lnTo>
                  <a:lnTo>
                    <a:pt x="0" y="778737"/>
                  </a:lnTo>
                  <a:lnTo>
                    <a:pt x="1581277" y="778737"/>
                  </a:lnTo>
                  <a:lnTo>
                    <a:pt x="1596373" y="742993"/>
                  </a:lnTo>
                  <a:lnTo>
                    <a:pt x="1603242" y="712621"/>
                  </a:lnTo>
                  <a:lnTo>
                    <a:pt x="1602650" y="687083"/>
                  </a:lnTo>
                  <a:lnTo>
                    <a:pt x="1582161" y="648358"/>
                  </a:lnTo>
                  <a:lnTo>
                    <a:pt x="1541055" y="622512"/>
                  </a:lnTo>
                  <a:lnTo>
                    <a:pt x="1485481" y="605243"/>
                  </a:lnTo>
                  <a:lnTo>
                    <a:pt x="1388442" y="586004"/>
                  </a:lnTo>
                  <a:lnTo>
                    <a:pt x="1355523" y="579217"/>
                  </a:lnTo>
                  <a:lnTo>
                    <a:pt x="1293436" y="561853"/>
                  </a:lnTo>
                  <a:lnTo>
                    <a:pt x="1241476" y="535848"/>
                  </a:lnTo>
                  <a:lnTo>
                    <a:pt x="1205791" y="496901"/>
                  </a:lnTo>
                  <a:lnTo>
                    <a:pt x="1192530" y="440705"/>
                  </a:lnTo>
                  <a:lnTo>
                    <a:pt x="1190199" y="398927"/>
                  </a:lnTo>
                  <a:lnTo>
                    <a:pt x="1183419" y="363293"/>
                  </a:lnTo>
                  <a:lnTo>
                    <a:pt x="1157785" y="308679"/>
                  </a:lnTo>
                  <a:lnTo>
                    <a:pt x="1118172" y="273306"/>
                  </a:lnTo>
                  <a:lnTo>
                    <a:pt x="1067127" y="253615"/>
                  </a:lnTo>
                  <a:lnTo>
                    <a:pt x="1007195" y="246048"/>
                  </a:lnTo>
                  <a:lnTo>
                    <a:pt x="974692" y="245700"/>
                  </a:lnTo>
                  <a:lnTo>
                    <a:pt x="940922" y="247047"/>
                  </a:lnTo>
                  <a:lnTo>
                    <a:pt x="906203" y="249647"/>
                  </a:lnTo>
                  <a:lnTo>
                    <a:pt x="870853" y="253053"/>
                  </a:lnTo>
                  <a:lnTo>
                    <a:pt x="799534" y="260509"/>
                  </a:lnTo>
                  <a:lnTo>
                    <a:pt x="764201" y="263668"/>
                  </a:lnTo>
                  <a:lnTo>
                    <a:pt x="729510" y="265855"/>
                  </a:lnTo>
                  <a:lnTo>
                    <a:pt x="695780" y="266625"/>
                  </a:lnTo>
                  <a:lnTo>
                    <a:pt x="663328" y="265533"/>
                  </a:lnTo>
                  <a:lnTo>
                    <a:pt x="603532" y="255986"/>
                  </a:lnTo>
                  <a:lnTo>
                    <a:pt x="552669" y="233655"/>
                  </a:lnTo>
                  <a:lnTo>
                    <a:pt x="513283" y="194982"/>
                  </a:lnTo>
                  <a:lnTo>
                    <a:pt x="498690" y="168405"/>
                  </a:lnTo>
                  <a:lnTo>
                    <a:pt x="372421" y="35671"/>
                  </a:lnTo>
                  <a:lnTo>
                    <a:pt x="206368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7054677" y="4454001"/>
            <a:ext cx="2089785" cy="689610"/>
          </a:xfrm>
          <a:custGeom>
            <a:avLst/>
            <a:gdLst/>
            <a:ahLst/>
            <a:cxnLst/>
            <a:rect l="l" t="t" r="r" b="b"/>
            <a:pathLst>
              <a:path w="2089784" h="689610">
                <a:moveTo>
                  <a:pt x="704641" y="434940"/>
                </a:moveTo>
                <a:lnTo>
                  <a:pt x="259004" y="445819"/>
                </a:lnTo>
                <a:lnTo>
                  <a:pt x="54862" y="547541"/>
                </a:lnTo>
                <a:lnTo>
                  <a:pt x="0" y="664222"/>
                </a:lnTo>
                <a:lnTo>
                  <a:pt x="999" y="689499"/>
                </a:lnTo>
                <a:lnTo>
                  <a:pt x="2089322" y="689499"/>
                </a:lnTo>
                <a:lnTo>
                  <a:pt x="2089322" y="441031"/>
                </a:lnTo>
                <a:lnTo>
                  <a:pt x="819264" y="441031"/>
                </a:lnTo>
                <a:lnTo>
                  <a:pt x="764806" y="439603"/>
                </a:lnTo>
                <a:lnTo>
                  <a:pt x="704641" y="434940"/>
                </a:lnTo>
                <a:close/>
              </a:path>
              <a:path w="2089784" h="689610">
                <a:moveTo>
                  <a:pt x="1671149" y="0"/>
                </a:moveTo>
                <a:lnTo>
                  <a:pt x="1629670" y="1122"/>
                </a:lnTo>
                <a:lnTo>
                  <a:pt x="1587504" y="5631"/>
                </a:lnTo>
                <a:lnTo>
                  <a:pt x="1544606" y="13939"/>
                </a:lnTo>
                <a:lnTo>
                  <a:pt x="1500931" y="26457"/>
                </a:lnTo>
                <a:lnTo>
                  <a:pt x="1458041" y="42470"/>
                </a:lnTo>
                <a:lnTo>
                  <a:pt x="1419476" y="60064"/>
                </a:lnTo>
                <a:lnTo>
                  <a:pt x="1384818" y="79039"/>
                </a:lnTo>
                <a:lnTo>
                  <a:pt x="1325552" y="120330"/>
                </a:lnTo>
                <a:lnTo>
                  <a:pt x="1276899" y="164735"/>
                </a:lnTo>
                <a:lnTo>
                  <a:pt x="1235514" y="210650"/>
                </a:lnTo>
                <a:lnTo>
                  <a:pt x="1198054" y="256468"/>
                </a:lnTo>
                <a:lnTo>
                  <a:pt x="1179751" y="278839"/>
                </a:lnTo>
                <a:lnTo>
                  <a:pt x="1141907" y="321501"/>
                </a:lnTo>
                <a:lnTo>
                  <a:pt x="1099627" y="360052"/>
                </a:lnTo>
                <a:lnTo>
                  <a:pt x="1049567" y="392886"/>
                </a:lnTo>
                <a:lnTo>
                  <a:pt x="988383" y="418398"/>
                </a:lnTo>
                <a:lnTo>
                  <a:pt x="912730" y="434981"/>
                </a:lnTo>
                <a:lnTo>
                  <a:pt x="868433" y="439423"/>
                </a:lnTo>
                <a:lnTo>
                  <a:pt x="819264" y="441031"/>
                </a:lnTo>
                <a:lnTo>
                  <a:pt x="2089322" y="441031"/>
                </a:lnTo>
                <a:lnTo>
                  <a:pt x="2089322" y="92231"/>
                </a:lnTo>
                <a:lnTo>
                  <a:pt x="2058231" y="84649"/>
                </a:lnTo>
                <a:lnTo>
                  <a:pt x="2021107" y="74506"/>
                </a:lnTo>
                <a:lnTo>
                  <a:pt x="1908170" y="41382"/>
                </a:lnTo>
                <a:lnTo>
                  <a:pt x="1869850" y="30812"/>
                </a:lnTo>
                <a:lnTo>
                  <a:pt x="1831118" y="21163"/>
                </a:lnTo>
                <a:lnTo>
                  <a:pt x="1791927" y="12846"/>
                </a:lnTo>
                <a:lnTo>
                  <a:pt x="1752232" y="6273"/>
                </a:lnTo>
                <a:lnTo>
                  <a:pt x="1711988" y="1854"/>
                </a:lnTo>
                <a:lnTo>
                  <a:pt x="1671149" y="0"/>
                </a:lnTo>
                <a:close/>
              </a:path>
            </a:pathLst>
          </a:custGeom>
          <a:solidFill>
            <a:srgbClr val="285E8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2388" y="4809744"/>
            <a:ext cx="163068" cy="16306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9075" y="4710684"/>
            <a:ext cx="99060" cy="9753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4020" y="4657344"/>
            <a:ext cx="99060" cy="990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3756" y="4075176"/>
            <a:ext cx="163067" cy="16306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54795" y="4143755"/>
            <a:ext cx="164592" cy="16306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67016" y="4448555"/>
            <a:ext cx="99059" cy="9905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23788" y="4844796"/>
            <a:ext cx="163067" cy="16306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87629" y="2866672"/>
            <a:ext cx="2244469" cy="11721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spc="10" dirty="0">
                <a:solidFill>
                  <a:srgbClr val="9DCEDF"/>
                </a:solidFill>
                <a:latin typeface="Impact"/>
                <a:cs typeface="Impact"/>
              </a:rPr>
              <a:t>04</a:t>
            </a:r>
            <a:endParaRPr sz="3000" dirty="0">
              <a:latin typeface="Impact"/>
              <a:cs typeface="Impact"/>
            </a:endParaRPr>
          </a:p>
          <a:p>
            <a:pPr marL="12700" marR="5080" algn="ctr">
              <a:lnSpc>
                <a:spcPct val="100000"/>
              </a:lnSpc>
              <a:spcBef>
                <a:spcPts val="2150"/>
              </a:spcBef>
            </a:pPr>
            <a:r>
              <a:rPr sz="2700" b="1" dirty="0">
                <a:solidFill>
                  <a:srgbClr val="1A4568"/>
                </a:solidFill>
                <a:latin typeface="Times New Roman"/>
                <a:cs typeface="Times New Roman"/>
              </a:rPr>
              <a:t>System</a:t>
            </a:r>
            <a:r>
              <a:rPr lang="en-US" sz="2700" b="1" spc="-90" dirty="0">
                <a:solidFill>
                  <a:srgbClr val="1A4568"/>
                </a:solidFill>
                <a:latin typeface="Times New Roman"/>
                <a:cs typeface="Times New Roman"/>
              </a:rPr>
              <a:t> Model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32098" y="2597840"/>
            <a:ext cx="3529524" cy="1774204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marR="140335" algn="ctr">
              <a:lnSpc>
                <a:spcPct val="100000"/>
              </a:lnSpc>
              <a:spcBef>
                <a:spcPts val="2155"/>
              </a:spcBef>
            </a:pPr>
            <a:r>
              <a:rPr sz="3000" spc="10" dirty="0">
                <a:solidFill>
                  <a:srgbClr val="9DCEDF"/>
                </a:solidFill>
                <a:latin typeface="Impact"/>
                <a:cs typeface="Impact"/>
              </a:rPr>
              <a:t>05</a:t>
            </a:r>
            <a:endParaRPr sz="3000" dirty="0">
              <a:latin typeface="Impact"/>
              <a:cs typeface="Impact"/>
            </a:endParaRPr>
          </a:p>
          <a:p>
            <a:pPr marL="12065" marR="5080" algn="ctr">
              <a:lnSpc>
                <a:spcPct val="100000"/>
              </a:lnSpc>
              <a:spcBef>
                <a:spcPts val="1570"/>
              </a:spcBef>
            </a:pPr>
            <a:r>
              <a:rPr lang="en-US" sz="2700" b="1" dirty="0">
                <a:solidFill>
                  <a:srgbClr val="1A4568"/>
                </a:solidFill>
                <a:latin typeface="Times New Roman"/>
                <a:cs typeface="Times New Roman"/>
              </a:rPr>
              <a:t>Experiments</a:t>
            </a:r>
            <a:r>
              <a:rPr lang="en-US" sz="2700" b="1" spc="-10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lang="en-US" sz="2700" b="1" dirty="0">
                <a:solidFill>
                  <a:srgbClr val="1A4568"/>
                </a:solidFill>
                <a:latin typeface="Times New Roman"/>
                <a:cs typeface="Times New Roman"/>
              </a:rPr>
              <a:t>and </a:t>
            </a:r>
            <a:r>
              <a:rPr lang="en-US" sz="2700" b="1" spc="-66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lang="en-US" sz="2700" b="1" spc="-5" dirty="0">
                <a:solidFill>
                  <a:srgbClr val="1A4568"/>
                </a:solidFill>
                <a:latin typeface="Times New Roman"/>
                <a:cs typeface="Times New Roman"/>
              </a:rPr>
              <a:t>Results</a:t>
            </a:r>
            <a:endParaRPr lang="en-US" sz="27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9075" y="1096952"/>
            <a:ext cx="1894839" cy="116205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R="88900" algn="ctr">
              <a:lnSpc>
                <a:spcPct val="100000"/>
              </a:lnSpc>
              <a:spcBef>
                <a:spcPts val="1210"/>
              </a:spcBef>
            </a:pPr>
            <a:r>
              <a:rPr sz="3000" spc="10" dirty="0">
                <a:solidFill>
                  <a:srgbClr val="9DCEDF"/>
                </a:solidFill>
                <a:latin typeface="Impact"/>
                <a:cs typeface="Impact"/>
              </a:rPr>
              <a:t>01</a:t>
            </a:r>
            <a:endParaRPr sz="3000" dirty="0">
              <a:latin typeface="Impact"/>
              <a:cs typeface="Impact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700" b="1" spc="-5" dirty="0">
                <a:solidFill>
                  <a:srgbClr val="1A4568"/>
                </a:solidFill>
                <a:latin typeface="Times New Roman"/>
                <a:cs typeface="Times New Roman"/>
              </a:rPr>
              <a:t>Intr</a:t>
            </a:r>
            <a:r>
              <a:rPr sz="2700" b="1" spc="5" dirty="0">
                <a:solidFill>
                  <a:srgbClr val="1A4568"/>
                </a:solidFill>
                <a:latin typeface="Times New Roman"/>
                <a:cs typeface="Times New Roman"/>
              </a:rPr>
              <a:t>o</a:t>
            </a:r>
            <a:r>
              <a:rPr sz="2700" b="1" spc="-5" dirty="0">
                <a:solidFill>
                  <a:srgbClr val="1A4568"/>
                </a:solidFill>
                <a:latin typeface="Times New Roman"/>
                <a:cs typeface="Times New Roman"/>
              </a:rPr>
              <a:t>ducti</a:t>
            </a:r>
            <a:r>
              <a:rPr sz="2700" b="1" dirty="0">
                <a:solidFill>
                  <a:srgbClr val="1A4568"/>
                </a:solidFill>
                <a:latin typeface="Times New Roman"/>
                <a:cs typeface="Times New Roman"/>
              </a:rPr>
              <a:t>o</a:t>
            </a:r>
            <a:r>
              <a:rPr sz="2700" b="1" spc="-5" dirty="0">
                <a:solidFill>
                  <a:srgbClr val="1A4568"/>
                </a:solidFill>
                <a:latin typeface="Times New Roman"/>
                <a:cs typeface="Times New Roman"/>
              </a:rPr>
              <a:t>n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68951" y="1102659"/>
            <a:ext cx="1569720" cy="114300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29845" algn="ctr">
              <a:lnSpc>
                <a:spcPct val="100000"/>
              </a:lnSpc>
              <a:spcBef>
                <a:spcPts val="1125"/>
              </a:spcBef>
            </a:pPr>
            <a:r>
              <a:rPr sz="3000" spc="10" dirty="0">
                <a:solidFill>
                  <a:srgbClr val="9DCEDF"/>
                </a:solidFill>
                <a:latin typeface="Impact"/>
                <a:cs typeface="Impact"/>
              </a:rPr>
              <a:t>02</a:t>
            </a:r>
            <a:endParaRPr sz="3000" dirty="0">
              <a:latin typeface="Impact"/>
              <a:cs typeface="Impact"/>
            </a:endParaRPr>
          </a:p>
          <a:p>
            <a:pPr algn="ctr">
              <a:lnSpc>
                <a:spcPct val="100000"/>
              </a:lnSpc>
              <a:spcBef>
                <a:spcPts val="930"/>
              </a:spcBef>
            </a:pPr>
            <a:r>
              <a:rPr sz="2700" b="1" dirty="0">
                <a:solidFill>
                  <a:srgbClr val="1A4568"/>
                </a:solidFill>
                <a:latin typeface="Times New Roman"/>
                <a:cs typeface="Times New Roman"/>
              </a:rPr>
              <a:t>Objectives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67612" y="1096952"/>
            <a:ext cx="2657728" cy="1034257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723900">
              <a:lnSpc>
                <a:spcPct val="100000"/>
              </a:lnSpc>
              <a:spcBef>
                <a:spcPts val="1125"/>
              </a:spcBef>
            </a:pPr>
            <a:r>
              <a:rPr lang="ar-SA" sz="3000" spc="10" dirty="0">
                <a:solidFill>
                  <a:srgbClr val="9DCEDF"/>
                </a:solidFill>
                <a:latin typeface="Impact"/>
                <a:cs typeface="Impact"/>
              </a:rPr>
              <a:t>     </a:t>
            </a:r>
            <a:r>
              <a:rPr sz="3000" spc="10" dirty="0">
                <a:solidFill>
                  <a:srgbClr val="9DCEDF"/>
                </a:solidFill>
                <a:latin typeface="Impact"/>
                <a:cs typeface="Impact"/>
              </a:rPr>
              <a:t>03</a:t>
            </a:r>
            <a:endParaRPr sz="3000" dirty="0">
              <a:latin typeface="Impact"/>
              <a:cs typeface="Impac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700" b="1" dirty="0">
                <a:solidFill>
                  <a:srgbClr val="1A4568"/>
                </a:solidFill>
                <a:latin typeface="Times New Roman"/>
                <a:cs typeface="Times New Roman"/>
              </a:rPr>
              <a:t>literature</a:t>
            </a:r>
            <a:r>
              <a:rPr lang="en-US" sz="2700" b="1" spc="-10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lang="en-US" sz="2700" b="1" dirty="0">
                <a:solidFill>
                  <a:srgbClr val="1A4568"/>
                </a:solidFill>
                <a:latin typeface="Times New Roman"/>
                <a:cs typeface="Times New Roman"/>
              </a:rPr>
              <a:t>review</a:t>
            </a:r>
            <a:endParaRPr lang="en-US" sz="27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161538" y="428625"/>
            <a:ext cx="282092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lang="en-US" sz="4000" spc="-5" dirty="0"/>
              <a:t>C</a:t>
            </a:r>
            <a:r>
              <a:rPr sz="4000" spc="-5" dirty="0"/>
              <a:t>ontents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93257" y="2582267"/>
            <a:ext cx="2145635" cy="1390650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sz="3000" spc="10" dirty="0">
                <a:solidFill>
                  <a:srgbClr val="9DCEDF"/>
                </a:solidFill>
                <a:latin typeface="Impact"/>
                <a:cs typeface="Impact"/>
              </a:rPr>
              <a:t>06</a:t>
            </a:r>
            <a:endParaRPr sz="3000" dirty="0">
              <a:latin typeface="Impact"/>
              <a:cs typeface="Impact"/>
            </a:endParaRPr>
          </a:p>
          <a:p>
            <a:pPr algn="ctr">
              <a:lnSpc>
                <a:spcPct val="100000"/>
              </a:lnSpc>
              <a:spcBef>
                <a:spcPts val="1570"/>
              </a:spcBef>
            </a:pPr>
            <a:r>
              <a:rPr lang="en-US" sz="2700" b="1" dirty="0">
                <a:solidFill>
                  <a:srgbClr val="1A4568"/>
                </a:solidFill>
                <a:latin typeface="Times New Roman"/>
                <a:cs typeface="Times New Roman"/>
              </a:rPr>
              <a:t>Conclusion</a:t>
            </a:r>
            <a:endParaRPr lang="en-US" sz="2700" dirty="0">
              <a:latin typeface="Times New Roman"/>
              <a:cs typeface="Times New Roman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82320" y="122169"/>
            <a:ext cx="1590952" cy="76769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/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/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786485" y="1838655"/>
            <a:ext cx="41763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Introduction</a:t>
            </a: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42432" y="2433565"/>
            <a:ext cx="3401567" cy="161085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82320" y="122169"/>
            <a:ext cx="1590952" cy="76769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86485" y="755980"/>
            <a:ext cx="115633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b="1" dirty="0">
                <a:solidFill>
                  <a:srgbClr val="80C8DD"/>
                </a:solidFill>
                <a:latin typeface="Arial"/>
                <a:cs typeface="Arial"/>
              </a:rPr>
              <a:t>01</a:t>
            </a:r>
            <a:endParaRPr sz="80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012787"/>
            <a:ext cx="9144000" cy="1132840"/>
            <a:chOff x="0" y="4012787"/>
            <a:chExt cx="9144000" cy="1132840"/>
          </a:xfrm>
        </p:grpSpPr>
        <p:sp>
          <p:nvSpPr>
            <p:cNvPr id="3" name="object 3"/>
            <p:cNvSpPr/>
            <p:nvPr/>
          </p:nvSpPr>
          <p:spPr>
            <a:xfrm>
              <a:off x="1030224" y="4012787"/>
              <a:ext cx="7075170" cy="1130935"/>
            </a:xfrm>
            <a:custGeom>
              <a:avLst/>
              <a:gdLst/>
              <a:ahLst/>
              <a:cxnLst/>
              <a:rect l="l" t="t" r="r" b="b"/>
              <a:pathLst>
                <a:path w="7075170" h="1130935">
                  <a:moveTo>
                    <a:pt x="5218886" y="0"/>
                  </a:moveTo>
                  <a:lnTo>
                    <a:pt x="5169455" y="49"/>
                  </a:lnTo>
                  <a:lnTo>
                    <a:pt x="5121280" y="545"/>
                  </a:lnTo>
                  <a:lnTo>
                    <a:pt x="5074333" y="1476"/>
                  </a:lnTo>
                  <a:lnTo>
                    <a:pt x="5028583" y="2831"/>
                  </a:lnTo>
                  <a:lnTo>
                    <a:pt x="4984001" y="4599"/>
                  </a:lnTo>
                  <a:lnTo>
                    <a:pt x="4940557" y="6768"/>
                  </a:lnTo>
                  <a:lnTo>
                    <a:pt x="4898221" y="9325"/>
                  </a:lnTo>
                  <a:lnTo>
                    <a:pt x="4856962" y="12261"/>
                  </a:lnTo>
                  <a:lnTo>
                    <a:pt x="4816752" y="15564"/>
                  </a:lnTo>
                  <a:lnTo>
                    <a:pt x="4777560" y="19221"/>
                  </a:lnTo>
                  <a:lnTo>
                    <a:pt x="4739357" y="23222"/>
                  </a:lnTo>
                  <a:lnTo>
                    <a:pt x="4665798" y="32209"/>
                  </a:lnTo>
                  <a:lnTo>
                    <a:pt x="4595835" y="42432"/>
                  </a:lnTo>
                  <a:lnTo>
                    <a:pt x="4529230" y="53800"/>
                  </a:lnTo>
                  <a:lnTo>
                    <a:pt x="4465745" y="66222"/>
                  </a:lnTo>
                  <a:lnTo>
                    <a:pt x="4405140" y="79604"/>
                  </a:lnTo>
                  <a:lnTo>
                    <a:pt x="4347178" y="93856"/>
                  </a:lnTo>
                  <a:lnTo>
                    <a:pt x="4291619" y="108886"/>
                  </a:lnTo>
                  <a:lnTo>
                    <a:pt x="4238225" y="124602"/>
                  </a:lnTo>
                  <a:lnTo>
                    <a:pt x="4186757" y="140912"/>
                  </a:lnTo>
                  <a:lnTo>
                    <a:pt x="4136977" y="157724"/>
                  </a:lnTo>
                  <a:lnTo>
                    <a:pt x="4088647" y="174948"/>
                  </a:lnTo>
                  <a:lnTo>
                    <a:pt x="4041527" y="192490"/>
                  </a:lnTo>
                  <a:lnTo>
                    <a:pt x="3995379" y="210260"/>
                  </a:lnTo>
                  <a:lnTo>
                    <a:pt x="3793344" y="290574"/>
                  </a:lnTo>
                  <a:lnTo>
                    <a:pt x="3725542" y="316510"/>
                  </a:lnTo>
                  <a:lnTo>
                    <a:pt x="3679517" y="333301"/>
                  </a:lnTo>
                  <a:lnTo>
                    <a:pt x="3632556" y="349585"/>
                  </a:lnTo>
                  <a:lnTo>
                    <a:pt x="3584419" y="365271"/>
                  </a:lnTo>
                  <a:lnTo>
                    <a:pt x="3534868" y="380266"/>
                  </a:lnTo>
                  <a:lnTo>
                    <a:pt x="3483664" y="394479"/>
                  </a:lnTo>
                  <a:lnTo>
                    <a:pt x="3430570" y="407818"/>
                  </a:lnTo>
                  <a:lnTo>
                    <a:pt x="3375345" y="420191"/>
                  </a:lnTo>
                  <a:lnTo>
                    <a:pt x="3317752" y="431507"/>
                  </a:lnTo>
                  <a:lnTo>
                    <a:pt x="3257552" y="441674"/>
                  </a:lnTo>
                  <a:lnTo>
                    <a:pt x="3194507" y="450600"/>
                  </a:lnTo>
                  <a:lnTo>
                    <a:pt x="3128377" y="458193"/>
                  </a:lnTo>
                  <a:lnTo>
                    <a:pt x="3058925" y="464362"/>
                  </a:lnTo>
                  <a:lnTo>
                    <a:pt x="2985911" y="469015"/>
                  </a:lnTo>
                  <a:lnTo>
                    <a:pt x="2909097" y="472059"/>
                  </a:lnTo>
                  <a:lnTo>
                    <a:pt x="2869191" y="472950"/>
                  </a:lnTo>
                  <a:lnTo>
                    <a:pt x="2828245" y="473404"/>
                  </a:lnTo>
                  <a:lnTo>
                    <a:pt x="2786229" y="473411"/>
                  </a:lnTo>
                  <a:lnTo>
                    <a:pt x="2743115" y="472958"/>
                  </a:lnTo>
                  <a:lnTo>
                    <a:pt x="2698872" y="472034"/>
                  </a:lnTo>
                  <a:lnTo>
                    <a:pt x="2653470" y="470628"/>
                  </a:lnTo>
                  <a:lnTo>
                    <a:pt x="2606879" y="468728"/>
                  </a:lnTo>
                  <a:lnTo>
                    <a:pt x="2559070" y="466323"/>
                  </a:lnTo>
                  <a:lnTo>
                    <a:pt x="2510013" y="463402"/>
                  </a:lnTo>
                  <a:lnTo>
                    <a:pt x="2459677" y="459952"/>
                  </a:lnTo>
                  <a:lnTo>
                    <a:pt x="2408034" y="455962"/>
                  </a:lnTo>
                  <a:lnTo>
                    <a:pt x="2355053" y="451422"/>
                  </a:lnTo>
                  <a:lnTo>
                    <a:pt x="2300704" y="446319"/>
                  </a:lnTo>
                  <a:lnTo>
                    <a:pt x="2244958" y="440641"/>
                  </a:lnTo>
                  <a:lnTo>
                    <a:pt x="2187785" y="434379"/>
                  </a:lnTo>
                  <a:lnTo>
                    <a:pt x="2129155" y="427519"/>
                  </a:lnTo>
                  <a:lnTo>
                    <a:pt x="2069038" y="420051"/>
                  </a:lnTo>
                  <a:lnTo>
                    <a:pt x="2007404" y="411963"/>
                  </a:lnTo>
                  <a:lnTo>
                    <a:pt x="1944224" y="403244"/>
                  </a:lnTo>
                  <a:lnTo>
                    <a:pt x="1879468" y="393881"/>
                  </a:lnTo>
                  <a:lnTo>
                    <a:pt x="1813105" y="383865"/>
                  </a:lnTo>
                  <a:lnTo>
                    <a:pt x="1745107" y="373182"/>
                  </a:lnTo>
                  <a:lnTo>
                    <a:pt x="814746" y="386029"/>
                  </a:lnTo>
                  <a:lnTo>
                    <a:pt x="287942" y="658154"/>
                  </a:lnTo>
                  <a:lnTo>
                    <a:pt x="53443" y="977175"/>
                  </a:lnTo>
                  <a:lnTo>
                    <a:pt x="0" y="1130711"/>
                  </a:lnTo>
                  <a:lnTo>
                    <a:pt x="7075170" y="1130711"/>
                  </a:lnTo>
                  <a:lnTo>
                    <a:pt x="7049783" y="961400"/>
                  </a:lnTo>
                  <a:lnTo>
                    <a:pt x="6865794" y="585210"/>
                  </a:lnTo>
                  <a:lnTo>
                    <a:pt x="6361455" y="199754"/>
                  </a:lnTo>
                  <a:lnTo>
                    <a:pt x="5375021" y="2647"/>
                  </a:lnTo>
                  <a:lnTo>
                    <a:pt x="5321639" y="1287"/>
                  </a:lnTo>
                  <a:lnTo>
                    <a:pt x="5269604" y="408"/>
                  </a:lnTo>
                  <a:lnTo>
                    <a:pt x="5218886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pPr marL="0" algn="r" defTabSz="914400" rtl="1" eaLnBrk="1" latinLnBrk="0" hangingPunct="1"/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363224"/>
              <a:ext cx="9144000" cy="782320"/>
            </a:xfrm>
            <a:custGeom>
              <a:avLst/>
              <a:gdLst/>
              <a:ahLst/>
              <a:cxnLst/>
              <a:rect l="l" t="t" r="r" b="b"/>
              <a:pathLst>
                <a:path w="9144000" h="782320">
                  <a:moveTo>
                    <a:pt x="1554480" y="0"/>
                  </a:moveTo>
                  <a:lnTo>
                    <a:pt x="1484106" y="672"/>
                  </a:lnTo>
                  <a:lnTo>
                    <a:pt x="1417753" y="2624"/>
                  </a:lnTo>
                  <a:lnTo>
                    <a:pt x="1355158" y="5756"/>
                  </a:lnTo>
                  <a:lnTo>
                    <a:pt x="1296058" y="9972"/>
                  </a:lnTo>
                  <a:lnTo>
                    <a:pt x="1240187" y="15171"/>
                  </a:lnTo>
                  <a:lnTo>
                    <a:pt x="1187283" y="21256"/>
                  </a:lnTo>
                  <a:lnTo>
                    <a:pt x="1137082" y="28128"/>
                  </a:lnTo>
                  <a:lnTo>
                    <a:pt x="1089320" y="35689"/>
                  </a:lnTo>
                  <a:lnTo>
                    <a:pt x="1043732" y="43841"/>
                  </a:lnTo>
                  <a:lnTo>
                    <a:pt x="1000057" y="52484"/>
                  </a:lnTo>
                  <a:lnTo>
                    <a:pt x="958029" y="61521"/>
                  </a:lnTo>
                  <a:lnTo>
                    <a:pt x="917384" y="70854"/>
                  </a:lnTo>
                  <a:lnTo>
                    <a:pt x="877860" y="80383"/>
                  </a:lnTo>
                  <a:lnTo>
                    <a:pt x="725689" y="118500"/>
                  </a:lnTo>
                  <a:lnTo>
                    <a:pt x="687809" y="127537"/>
                  </a:lnTo>
                  <a:lnTo>
                    <a:pt x="649466" y="136181"/>
                  </a:lnTo>
                  <a:lnTo>
                    <a:pt x="610397" y="144332"/>
                  </a:lnTo>
                  <a:lnTo>
                    <a:pt x="570338" y="151893"/>
                  </a:lnTo>
                  <a:lnTo>
                    <a:pt x="529024" y="158766"/>
                  </a:lnTo>
                  <a:lnTo>
                    <a:pt x="486194" y="164851"/>
                  </a:lnTo>
                  <a:lnTo>
                    <a:pt x="441581" y="170050"/>
                  </a:lnTo>
                  <a:lnTo>
                    <a:pt x="394924" y="174265"/>
                  </a:lnTo>
                  <a:lnTo>
                    <a:pt x="345958" y="177398"/>
                  </a:lnTo>
                  <a:lnTo>
                    <a:pt x="294419" y="179350"/>
                  </a:lnTo>
                  <a:lnTo>
                    <a:pt x="240043" y="180022"/>
                  </a:lnTo>
                  <a:lnTo>
                    <a:pt x="196171" y="179609"/>
                  </a:lnTo>
                  <a:lnTo>
                    <a:pt x="150352" y="178340"/>
                  </a:lnTo>
                  <a:lnTo>
                    <a:pt x="102465" y="176168"/>
                  </a:lnTo>
                  <a:lnTo>
                    <a:pt x="52388" y="173048"/>
                  </a:lnTo>
                  <a:lnTo>
                    <a:pt x="0" y="168935"/>
                  </a:lnTo>
                  <a:lnTo>
                    <a:pt x="0" y="781798"/>
                  </a:lnTo>
                  <a:lnTo>
                    <a:pt x="9144000" y="781798"/>
                  </a:lnTo>
                  <a:lnTo>
                    <a:pt x="9144000" y="94424"/>
                  </a:lnTo>
                  <a:lnTo>
                    <a:pt x="9067654" y="98589"/>
                  </a:lnTo>
                  <a:lnTo>
                    <a:pt x="8994479" y="103082"/>
                  </a:lnTo>
                  <a:lnTo>
                    <a:pt x="8924374" y="107890"/>
                  </a:lnTo>
                  <a:lnTo>
                    <a:pt x="8857240" y="112999"/>
                  </a:lnTo>
                  <a:lnTo>
                    <a:pt x="8792976" y="118397"/>
                  </a:lnTo>
                  <a:lnTo>
                    <a:pt x="8731485" y="124069"/>
                  </a:lnTo>
                  <a:lnTo>
                    <a:pt x="8672664" y="130004"/>
                  </a:lnTo>
                  <a:lnTo>
                    <a:pt x="8616415" y="136187"/>
                  </a:lnTo>
                  <a:lnTo>
                    <a:pt x="8562638" y="142606"/>
                  </a:lnTo>
                  <a:lnTo>
                    <a:pt x="8511232" y="149248"/>
                  </a:lnTo>
                  <a:lnTo>
                    <a:pt x="8462098" y="156099"/>
                  </a:lnTo>
                  <a:lnTo>
                    <a:pt x="8415137" y="163146"/>
                  </a:lnTo>
                  <a:lnTo>
                    <a:pt x="8370248" y="170376"/>
                  </a:lnTo>
                  <a:lnTo>
                    <a:pt x="8327332" y="177777"/>
                  </a:lnTo>
                  <a:lnTo>
                    <a:pt x="8286288" y="185334"/>
                  </a:lnTo>
                  <a:lnTo>
                    <a:pt x="8247017" y="193035"/>
                  </a:lnTo>
                  <a:lnTo>
                    <a:pt x="8209419" y="200867"/>
                  </a:lnTo>
                  <a:lnTo>
                    <a:pt x="8138842" y="216869"/>
                  </a:lnTo>
                  <a:lnTo>
                    <a:pt x="8073760" y="233236"/>
                  </a:lnTo>
                  <a:lnTo>
                    <a:pt x="8013373" y="249862"/>
                  </a:lnTo>
                  <a:lnTo>
                    <a:pt x="7956883" y="266643"/>
                  </a:lnTo>
                  <a:lnTo>
                    <a:pt x="7903491" y="283472"/>
                  </a:lnTo>
                  <a:lnTo>
                    <a:pt x="7704929" y="349180"/>
                  </a:lnTo>
                  <a:lnTo>
                    <a:pt x="7655047" y="364678"/>
                  </a:lnTo>
                  <a:lnTo>
                    <a:pt x="7603471" y="379594"/>
                  </a:lnTo>
                  <a:lnTo>
                    <a:pt x="7549402" y="393824"/>
                  </a:lnTo>
                  <a:lnTo>
                    <a:pt x="7492042" y="407262"/>
                  </a:lnTo>
                  <a:lnTo>
                    <a:pt x="7430593" y="419802"/>
                  </a:lnTo>
                  <a:lnTo>
                    <a:pt x="7364254" y="431341"/>
                  </a:lnTo>
                  <a:lnTo>
                    <a:pt x="7292228" y="441772"/>
                  </a:lnTo>
                  <a:lnTo>
                    <a:pt x="7253833" y="446539"/>
                  </a:lnTo>
                  <a:lnTo>
                    <a:pt x="7213717" y="450990"/>
                  </a:lnTo>
                  <a:lnTo>
                    <a:pt x="7171779" y="455112"/>
                  </a:lnTo>
                  <a:lnTo>
                    <a:pt x="7127920" y="458891"/>
                  </a:lnTo>
                  <a:lnTo>
                    <a:pt x="7082041" y="462314"/>
                  </a:lnTo>
                  <a:lnTo>
                    <a:pt x="7034041" y="465369"/>
                  </a:lnTo>
                  <a:lnTo>
                    <a:pt x="6983820" y="468041"/>
                  </a:lnTo>
                  <a:lnTo>
                    <a:pt x="6931279" y="470319"/>
                  </a:lnTo>
                  <a:lnTo>
                    <a:pt x="6875304" y="471946"/>
                  </a:lnTo>
                  <a:lnTo>
                    <a:pt x="6820281" y="472478"/>
                  </a:lnTo>
                  <a:lnTo>
                    <a:pt x="6769823" y="472029"/>
                  </a:lnTo>
                  <a:lnTo>
                    <a:pt x="6720105" y="470709"/>
                  </a:lnTo>
                  <a:lnTo>
                    <a:pt x="6671083" y="468557"/>
                  </a:lnTo>
                  <a:lnTo>
                    <a:pt x="6622715" y="465610"/>
                  </a:lnTo>
                  <a:lnTo>
                    <a:pt x="6574957" y="461909"/>
                  </a:lnTo>
                  <a:lnTo>
                    <a:pt x="6527764" y="457491"/>
                  </a:lnTo>
                  <a:lnTo>
                    <a:pt x="6481093" y="452395"/>
                  </a:lnTo>
                  <a:lnTo>
                    <a:pt x="6434901" y="446660"/>
                  </a:lnTo>
                  <a:lnTo>
                    <a:pt x="6389143" y="440326"/>
                  </a:lnTo>
                  <a:lnTo>
                    <a:pt x="6343777" y="433429"/>
                  </a:lnTo>
                  <a:lnTo>
                    <a:pt x="6298758" y="426010"/>
                  </a:lnTo>
                  <a:lnTo>
                    <a:pt x="6254043" y="418107"/>
                  </a:lnTo>
                  <a:lnTo>
                    <a:pt x="6209589" y="409758"/>
                  </a:lnTo>
                  <a:lnTo>
                    <a:pt x="6165351" y="401003"/>
                  </a:lnTo>
                  <a:lnTo>
                    <a:pt x="6121286" y="391880"/>
                  </a:lnTo>
                  <a:lnTo>
                    <a:pt x="6077350" y="382427"/>
                  </a:lnTo>
                  <a:lnTo>
                    <a:pt x="6033499" y="372685"/>
                  </a:lnTo>
                  <a:lnTo>
                    <a:pt x="5945881" y="352483"/>
                  </a:lnTo>
                  <a:lnTo>
                    <a:pt x="5635496" y="278320"/>
                  </a:lnTo>
                  <a:lnTo>
                    <a:pt x="5544310" y="257421"/>
                  </a:lnTo>
                  <a:lnTo>
                    <a:pt x="5498082" y="247214"/>
                  </a:lnTo>
                  <a:lnTo>
                    <a:pt x="5451372" y="237219"/>
                  </a:lnTo>
                  <a:lnTo>
                    <a:pt x="5404136" y="227476"/>
                  </a:lnTo>
                  <a:lnTo>
                    <a:pt x="5356332" y="218024"/>
                  </a:lnTo>
                  <a:lnTo>
                    <a:pt x="5307914" y="208901"/>
                  </a:lnTo>
                  <a:lnTo>
                    <a:pt x="5258840" y="200146"/>
                  </a:lnTo>
                  <a:lnTo>
                    <a:pt x="5209065" y="191797"/>
                  </a:lnTo>
                  <a:lnTo>
                    <a:pt x="5158547" y="183894"/>
                  </a:lnTo>
                  <a:lnTo>
                    <a:pt x="5107241" y="176475"/>
                  </a:lnTo>
                  <a:lnTo>
                    <a:pt x="5055104" y="169578"/>
                  </a:lnTo>
                  <a:lnTo>
                    <a:pt x="5002092" y="163243"/>
                  </a:lnTo>
                  <a:lnTo>
                    <a:pt x="4948162" y="157509"/>
                  </a:lnTo>
                  <a:lnTo>
                    <a:pt x="4893270" y="152413"/>
                  </a:lnTo>
                  <a:lnTo>
                    <a:pt x="4837371" y="147995"/>
                  </a:lnTo>
                  <a:lnTo>
                    <a:pt x="4780424" y="144294"/>
                  </a:lnTo>
                  <a:lnTo>
                    <a:pt x="4722383" y="141347"/>
                  </a:lnTo>
                  <a:lnTo>
                    <a:pt x="4663206" y="139195"/>
                  </a:lnTo>
                  <a:lnTo>
                    <a:pt x="4602848" y="137875"/>
                  </a:lnTo>
                  <a:lnTo>
                    <a:pt x="4541266" y="137426"/>
                  </a:lnTo>
                  <a:lnTo>
                    <a:pt x="4496102" y="137665"/>
                  </a:lnTo>
                  <a:lnTo>
                    <a:pt x="4450262" y="138390"/>
                  </a:lnTo>
                  <a:lnTo>
                    <a:pt x="4403730" y="139617"/>
                  </a:lnTo>
                  <a:lnTo>
                    <a:pt x="4356490" y="141360"/>
                  </a:lnTo>
                  <a:lnTo>
                    <a:pt x="4308527" y="143634"/>
                  </a:lnTo>
                  <a:lnTo>
                    <a:pt x="4259824" y="146452"/>
                  </a:lnTo>
                  <a:lnTo>
                    <a:pt x="4210366" y="149830"/>
                  </a:lnTo>
                  <a:lnTo>
                    <a:pt x="4160137" y="153781"/>
                  </a:lnTo>
                  <a:lnTo>
                    <a:pt x="4109121" y="158321"/>
                  </a:lnTo>
                  <a:lnTo>
                    <a:pt x="4057302" y="163464"/>
                  </a:lnTo>
                  <a:lnTo>
                    <a:pt x="4004665" y="169224"/>
                  </a:lnTo>
                  <a:lnTo>
                    <a:pt x="3951194" y="175616"/>
                  </a:lnTo>
                  <a:lnTo>
                    <a:pt x="3896872" y="182655"/>
                  </a:lnTo>
                  <a:lnTo>
                    <a:pt x="3841685" y="190354"/>
                  </a:lnTo>
                  <a:lnTo>
                    <a:pt x="3723215" y="208066"/>
                  </a:lnTo>
                  <a:lnTo>
                    <a:pt x="3663091" y="216447"/>
                  </a:lnTo>
                  <a:lnTo>
                    <a:pt x="3605169" y="223901"/>
                  </a:lnTo>
                  <a:lnTo>
                    <a:pt x="3549377" y="230453"/>
                  </a:lnTo>
                  <a:lnTo>
                    <a:pt x="3495642" y="236133"/>
                  </a:lnTo>
                  <a:lnTo>
                    <a:pt x="3443891" y="240966"/>
                  </a:lnTo>
                  <a:lnTo>
                    <a:pt x="3394050" y="244981"/>
                  </a:lnTo>
                  <a:lnTo>
                    <a:pt x="3346046" y="248205"/>
                  </a:lnTo>
                  <a:lnTo>
                    <a:pt x="3299806" y="250664"/>
                  </a:lnTo>
                  <a:lnTo>
                    <a:pt x="3255256" y="252387"/>
                  </a:lnTo>
                  <a:lnTo>
                    <a:pt x="3212324" y="253401"/>
                  </a:lnTo>
                  <a:lnTo>
                    <a:pt x="3170936" y="253733"/>
                  </a:lnTo>
                  <a:lnTo>
                    <a:pt x="3116408" y="253126"/>
                  </a:lnTo>
                  <a:lnTo>
                    <a:pt x="3064464" y="251351"/>
                  </a:lnTo>
                  <a:lnTo>
                    <a:pt x="3014914" y="248480"/>
                  </a:lnTo>
                  <a:lnTo>
                    <a:pt x="2967567" y="244582"/>
                  </a:lnTo>
                  <a:lnTo>
                    <a:pt x="2922234" y="239730"/>
                  </a:lnTo>
                  <a:lnTo>
                    <a:pt x="2878724" y="233992"/>
                  </a:lnTo>
                  <a:lnTo>
                    <a:pt x="2836846" y="227440"/>
                  </a:lnTo>
                  <a:lnTo>
                    <a:pt x="2796411" y="220144"/>
                  </a:lnTo>
                  <a:lnTo>
                    <a:pt x="2757228" y="212175"/>
                  </a:lnTo>
                  <a:lnTo>
                    <a:pt x="2719107" y="203603"/>
                  </a:lnTo>
                  <a:lnTo>
                    <a:pt x="2681857" y="194500"/>
                  </a:lnTo>
                  <a:lnTo>
                    <a:pt x="2609212" y="174980"/>
                  </a:lnTo>
                  <a:lnTo>
                    <a:pt x="2466007" y="132662"/>
                  </a:lnTo>
                  <a:lnTo>
                    <a:pt x="2392403" y="110995"/>
                  </a:lnTo>
                  <a:lnTo>
                    <a:pt x="2354435" y="100281"/>
                  </a:lnTo>
                  <a:lnTo>
                    <a:pt x="2315435" y="89741"/>
                  </a:lnTo>
                  <a:lnTo>
                    <a:pt x="2275214" y="79446"/>
                  </a:lnTo>
                  <a:lnTo>
                    <a:pt x="2233581" y="69466"/>
                  </a:lnTo>
                  <a:lnTo>
                    <a:pt x="2190346" y="59872"/>
                  </a:lnTo>
                  <a:lnTo>
                    <a:pt x="2145318" y="50734"/>
                  </a:lnTo>
                  <a:lnTo>
                    <a:pt x="2098308" y="42124"/>
                  </a:lnTo>
                  <a:lnTo>
                    <a:pt x="2049125" y="34111"/>
                  </a:lnTo>
                  <a:lnTo>
                    <a:pt x="1997578" y="26766"/>
                  </a:lnTo>
                  <a:lnTo>
                    <a:pt x="1943478" y="20160"/>
                  </a:lnTo>
                  <a:lnTo>
                    <a:pt x="1886634" y="14364"/>
                  </a:lnTo>
                  <a:lnTo>
                    <a:pt x="1826856" y="9448"/>
                  </a:lnTo>
                  <a:lnTo>
                    <a:pt x="1763953" y="5482"/>
                  </a:lnTo>
                  <a:lnTo>
                    <a:pt x="1697736" y="2538"/>
                  </a:lnTo>
                  <a:lnTo>
                    <a:pt x="1628013" y="685"/>
                  </a:lnTo>
                  <a:lnTo>
                    <a:pt x="1554480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pPr marL="0" algn="r" defTabSz="914400" rtl="1" eaLnBrk="1" latinLnBrk="0" hangingPunct="1"/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9144000" cy="802005"/>
            <a:chOff x="0" y="0"/>
            <a:chExt cx="9144000" cy="802005"/>
          </a:xfrm>
        </p:grpSpPr>
        <p:sp>
          <p:nvSpPr>
            <p:cNvPr id="6" name="object 6"/>
            <p:cNvSpPr/>
            <p:nvPr/>
          </p:nvSpPr>
          <p:spPr>
            <a:xfrm>
              <a:off x="4434938" y="0"/>
              <a:ext cx="3532504" cy="802005"/>
            </a:xfrm>
            <a:custGeom>
              <a:avLst/>
              <a:gdLst/>
              <a:ahLst/>
              <a:cxnLst/>
              <a:rect l="l" t="t" r="r" b="b"/>
              <a:pathLst>
                <a:path w="3532504" h="802005">
                  <a:moveTo>
                    <a:pt x="2879670" y="0"/>
                  </a:moveTo>
                  <a:lnTo>
                    <a:pt x="38848" y="0"/>
                  </a:lnTo>
                  <a:lnTo>
                    <a:pt x="27910" y="20535"/>
                  </a:lnTo>
                  <a:lnTo>
                    <a:pt x="14505" y="54737"/>
                  </a:lnTo>
                  <a:lnTo>
                    <a:pt x="5712" y="88274"/>
                  </a:lnTo>
                  <a:lnTo>
                    <a:pt x="906" y="122189"/>
                  </a:lnTo>
                  <a:lnTo>
                    <a:pt x="0" y="156376"/>
                  </a:lnTo>
                  <a:lnTo>
                    <a:pt x="2904" y="190725"/>
                  </a:lnTo>
                  <a:lnTo>
                    <a:pt x="19789" y="259484"/>
                  </a:lnTo>
                  <a:lnTo>
                    <a:pt x="50854" y="327606"/>
                  </a:lnTo>
                  <a:lnTo>
                    <a:pt x="71482" y="361160"/>
                  </a:lnTo>
                  <a:lnTo>
                    <a:pt x="95389" y="394233"/>
                  </a:lnTo>
                  <a:lnTo>
                    <a:pt x="122486" y="426718"/>
                  </a:lnTo>
                  <a:lnTo>
                    <a:pt x="152685" y="458506"/>
                  </a:lnTo>
                  <a:lnTo>
                    <a:pt x="185897" y="489491"/>
                  </a:lnTo>
                  <a:lnTo>
                    <a:pt x="222033" y="519565"/>
                  </a:lnTo>
                  <a:lnTo>
                    <a:pt x="261005" y="548621"/>
                  </a:lnTo>
                  <a:lnTo>
                    <a:pt x="302725" y="576551"/>
                  </a:lnTo>
                  <a:lnTo>
                    <a:pt x="347102" y="603248"/>
                  </a:lnTo>
                  <a:lnTo>
                    <a:pt x="394085" y="628621"/>
                  </a:lnTo>
                  <a:lnTo>
                    <a:pt x="443480" y="652513"/>
                  </a:lnTo>
                  <a:lnTo>
                    <a:pt x="495301" y="674866"/>
                  </a:lnTo>
                  <a:lnTo>
                    <a:pt x="549427" y="695556"/>
                  </a:lnTo>
                  <a:lnTo>
                    <a:pt x="605769" y="714477"/>
                  </a:lnTo>
                  <a:lnTo>
                    <a:pt x="664237" y="731520"/>
                  </a:lnTo>
                  <a:lnTo>
                    <a:pt x="704383" y="742206"/>
                  </a:lnTo>
                  <a:lnTo>
                    <a:pt x="742419" y="751904"/>
                  </a:lnTo>
                  <a:lnTo>
                    <a:pt x="812456" y="768452"/>
                  </a:lnTo>
                  <a:lnTo>
                    <a:pt x="874928" y="781400"/>
                  </a:lnTo>
                  <a:lnTo>
                    <a:pt x="930420" y="790984"/>
                  </a:lnTo>
                  <a:lnTo>
                    <a:pt x="979511" y="797441"/>
                  </a:lnTo>
                  <a:lnTo>
                    <a:pt x="1022784" y="801008"/>
                  </a:lnTo>
                  <a:lnTo>
                    <a:pt x="1060822" y="801919"/>
                  </a:lnTo>
                  <a:lnTo>
                    <a:pt x="1078059" y="801453"/>
                  </a:lnTo>
                  <a:lnTo>
                    <a:pt x="1123516" y="796723"/>
                  </a:lnTo>
                  <a:lnTo>
                    <a:pt x="1161119" y="787616"/>
                  </a:lnTo>
                  <a:lnTo>
                    <a:pt x="1202434" y="770040"/>
                  </a:lnTo>
                  <a:lnTo>
                    <a:pt x="1237933" y="747990"/>
                  </a:lnTo>
                  <a:lnTo>
                    <a:pt x="1272270" y="723355"/>
                  </a:lnTo>
                  <a:lnTo>
                    <a:pt x="1281219" y="717014"/>
                  </a:lnTo>
                  <a:lnTo>
                    <a:pt x="1320651" y="691808"/>
                  </a:lnTo>
                  <a:lnTo>
                    <a:pt x="1356082" y="673895"/>
                  </a:lnTo>
                  <a:lnTo>
                    <a:pt x="1398714" y="657718"/>
                  </a:lnTo>
                  <a:lnTo>
                    <a:pt x="1450512" y="644076"/>
                  </a:lnTo>
                  <a:lnTo>
                    <a:pt x="1491106" y="636782"/>
                  </a:lnTo>
                  <a:lnTo>
                    <a:pt x="1537228" y="631206"/>
                  </a:lnTo>
                  <a:lnTo>
                    <a:pt x="1589460" y="627583"/>
                  </a:lnTo>
                  <a:lnTo>
                    <a:pt x="1648385" y="626149"/>
                  </a:lnTo>
                  <a:lnTo>
                    <a:pt x="3518978" y="626149"/>
                  </a:lnTo>
                  <a:lnTo>
                    <a:pt x="3525420" y="610235"/>
                  </a:lnTo>
                  <a:lnTo>
                    <a:pt x="3531124" y="584887"/>
                  </a:lnTo>
                  <a:lnTo>
                    <a:pt x="3532250" y="558330"/>
                  </a:lnTo>
                  <a:lnTo>
                    <a:pt x="3528882" y="530670"/>
                  </a:lnTo>
                  <a:lnTo>
                    <a:pt x="3509004" y="472459"/>
                  </a:lnTo>
                  <a:lnTo>
                    <a:pt x="3472161" y="411098"/>
                  </a:lnTo>
                  <a:lnTo>
                    <a:pt x="3447589" y="379499"/>
                  </a:lnTo>
                  <a:lnTo>
                    <a:pt x="3419028" y="347428"/>
                  </a:lnTo>
                  <a:lnTo>
                    <a:pt x="3386562" y="314991"/>
                  </a:lnTo>
                  <a:lnTo>
                    <a:pt x="3350276" y="282293"/>
                  </a:lnTo>
                  <a:lnTo>
                    <a:pt x="3310253" y="249440"/>
                  </a:lnTo>
                  <a:lnTo>
                    <a:pt x="3266578" y="216536"/>
                  </a:lnTo>
                  <a:lnTo>
                    <a:pt x="3219335" y="183687"/>
                  </a:lnTo>
                  <a:lnTo>
                    <a:pt x="3168608" y="150999"/>
                  </a:lnTo>
                  <a:lnTo>
                    <a:pt x="3114481" y="118576"/>
                  </a:lnTo>
                  <a:lnTo>
                    <a:pt x="3057038" y="86524"/>
                  </a:lnTo>
                  <a:lnTo>
                    <a:pt x="2996363" y="54949"/>
                  </a:lnTo>
                  <a:lnTo>
                    <a:pt x="2932541" y="23956"/>
                  </a:lnTo>
                  <a:lnTo>
                    <a:pt x="2879670" y="0"/>
                  </a:lnTo>
                  <a:close/>
                </a:path>
                <a:path w="3532504" h="802005">
                  <a:moveTo>
                    <a:pt x="3518978" y="626149"/>
                  </a:moveTo>
                  <a:lnTo>
                    <a:pt x="1648385" y="626149"/>
                  </a:lnTo>
                  <a:lnTo>
                    <a:pt x="1680538" y="626327"/>
                  </a:lnTo>
                  <a:lnTo>
                    <a:pt x="1714583" y="627141"/>
                  </a:lnTo>
                  <a:lnTo>
                    <a:pt x="1788636" y="630795"/>
                  </a:lnTo>
                  <a:lnTo>
                    <a:pt x="1828791" y="633695"/>
                  </a:lnTo>
                  <a:lnTo>
                    <a:pt x="1871128" y="637348"/>
                  </a:lnTo>
                  <a:lnTo>
                    <a:pt x="1915719" y="641785"/>
                  </a:lnTo>
                  <a:lnTo>
                    <a:pt x="1962639" y="647036"/>
                  </a:lnTo>
                  <a:lnTo>
                    <a:pt x="2011958" y="653129"/>
                  </a:lnTo>
                  <a:lnTo>
                    <a:pt x="2063750" y="660094"/>
                  </a:lnTo>
                  <a:lnTo>
                    <a:pt x="2118089" y="667962"/>
                  </a:lnTo>
                  <a:lnTo>
                    <a:pt x="2234694" y="686520"/>
                  </a:lnTo>
                  <a:lnTo>
                    <a:pt x="2448056" y="724275"/>
                  </a:lnTo>
                  <a:lnTo>
                    <a:pt x="2530189" y="737622"/>
                  </a:lnTo>
                  <a:lnTo>
                    <a:pt x="2608791" y="749128"/>
                  </a:lnTo>
                  <a:lnTo>
                    <a:pt x="2683896" y="758839"/>
                  </a:lnTo>
                  <a:lnTo>
                    <a:pt x="2755542" y="766800"/>
                  </a:lnTo>
                  <a:lnTo>
                    <a:pt x="2823765" y="773056"/>
                  </a:lnTo>
                  <a:lnTo>
                    <a:pt x="2888602" y="777653"/>
                  </a:lnTo>
                  <a:lnTo>
                    <a:pt x="2950088" y="780636"/>
                  </a:lnTo>
                  <a:lnTo>
                    <a:pt x="3008261" y="782051"/>
                  </a:lnTo>
                  <a:lnTo>
                    <a:pt x="3063156" y="781943"/>
                  </a:lnTo>
                  <a:lnTo>
                    <a:pt x="3114810" y="780358"/>
                  </a:lnTo>
                  <a:lnTo>
                    <a:pt x="3163259" y="777341"/>
                  </a:lnTo>
                  <a:lnTo>
                    <a:pt x="3208539" y="772937"/>
                  </a:lnTo>
                  <a:lnTo>
                    <a:pt x="3250688" y="767193"/>
                  </a:lnTo>
                  <a:lnTo>
                    <a:pt x="3289742" y="760154"/>
                  </a:lnTo>
                  <a:lnTo>
                    <a:pt x="3358707" y="742371"/>
                  </a:lnTo>
                  <a:lnTo>
                    <a:pt x="3415726" y="719952"/>
                  </a:lnTo>
                  <a:lnTo>
                    <a:pt x="3461090" y="693262"/>
                  </a:lnTo>
                  <a:lnTo>
                    <a:pt x="3495091" y="662664"/>
                  </a:lnTo>
                  <a:lnTo>
                    <a:pt x="3518018" y="628521"/>
                  </a:lnTo>
                  <a:lnTo>
                    <a:pt x="3518978" y="62614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9144000" cy="664845"/>
            </a:xfrm>
            <a:custGeom>
              <a:avLst/>
              <a:gdLst/>
              <a:ahLst/>
              <a:cxnLst/>
              <a:rect l="l" t="t" r="r" b="b"/>
              <a:pathLst>
                <a:path w="9144000" h="664845">
                  <a:moveTo>
                    <a:pt x="9144000" y="0"/>
                  </a:moveTo>
                  <a:lnTo>
                    <a:pt x="0" y="0"/>
                  </a:lnTo>
                  <a:lnTo>
                    <a:pt x="0" y="413003"/>
                  </a:lnTo>
                  <a:lnTo>
                    <a:pt x="54507" y="421559"/>
                  </a:lnTo>
                  <a:lnTo>
                    <a:pt x="106766" y="428361"/>
                  </a:lnTo>
                  <a:lnTo>
                    <a:pt x="156892" y="433498"/>
                  </a:lnTo>
                  <a:lnTo>
                    <a:pt x="205001" y="437058"/>
                  </a:lnTo>
                  <a:lnTo>
                    <a:pt x="251208" y="439130"/>
                  </a:lnTo>
                  <a:lnTo>
                    <a:pt x="295630" y="439800"/>
                  </a:lnTo>
                  <a:lnTo>
                    <a:pt x="353518" y="438624"/>
                  </a:lnTo>
                  <a:lnTo>
                    <a:pt x="408589" y="435247"/>
                  </a:lnTo>
                  <a:lnTo>
                    <a:pt x="461134" y="429902"/>
                  </a:lnTo>
                  <a:lnTo>
                    <a:pt x="511446" y="422821"/>
                  </a:lnTo>
                  <a:lnTo>
                    <a:pt x="559816" y="414235"/>
                  </a:lnTo>
                  <a:lnTo>
                    <a:pt x="606536" y="404375"/>
                  </a:lnTo>
                  <a:lnTo>
                    <a:pt x="651898" y="393474"/>
                  </a:lnTo>
                  <a:lnTo>
                    <a:pt x="696194" y="381762"/>
                  </a:lnTo>
                  <a:lnTo>
                    <a:pt x="739716" y="369471"/>
                  </a:lnTo>
                  <a:lnTo>
                    <a:pt x="868556" y="331441"/>
                  </a:lnTo>
                  <a:lnTo>
                    <a:pt x="911900" y="319150"/>
                  </a:lnTo>
                  <a:lnTo>
                    <a:pt x="955929" y="307438"/>
                  </a:lnTo>
                  <a:lnTo>
                    <a:pt x="1000936" y="296537"/>
                  </a:lnTo>
                  <a:lnTo>
                    <a:pt x="1047212" y="286677"/>
                  </a:lnTo>
                  <a:lnTo>
                    <a:pt x="1095049" y="278091"/>
                  </a:lnTo>
                  <a:lnTo>
                    <a:pt x="1144739" y="271010"/>
                  </a:lnTo>
                  <a:lnTo>
                    <a:pt x="1196574" y="265665"/>
                  </a:lnTo>
                  <a:lnTo>
                    <a:pt x="1250845" y="262288"/>
                  </a:lnTo>
                  <a:lnTo>
                    <a:pt x="1307846" y="261112"/>
                  </a:lnTo>
                  <a:lnTo>
                    <a:pt x="1348114" y="261679"/>
                  </a:lnTo>
                  <a:lnTo>
                    <a:pt x="1389859" y="263430"/>
                  </a:lnTo>
                  <a:lnTo>
                    <a:pt x="1433169" y="266436"/>
                  </a:lnTo>
                  <a:lnTo>
                    <a:pt x="1478134" y="270768"/>
                  </a:lnTo>
                  <a:lnTo>
                    <a:pt x="1524843" y="276500"/>
                  </a:lnTo>
                  <a:lnTo>
                    <a:pt x="1573387" y="283702"/>
                  </a:lnTo>
                  <a:lnTo>
                    <a:pt x="1623854" y="292446"/>
                  </a:lnTo>
                  <a:lnTo>
                    <a:pt x="1676334" y="302805"/>
                  </a:lnTo>
                  <a:lnTo>
                    <a:pt x="1730916" y="314850"/>
                  </a:lnTo>
                  <a:lnTo>
                    <a:pt x="1787691" y="328654"/>
                  </a:lnTo>
                  <a:lnTo>
                    <a:pt x="1846747" y="344287"/>
                  </a:lnTo>
                  <a:lnTo>
                    <a:pt x="1908175" y="361823"/>
                  </a:lnTo>
                  <a:lnTo>
                    <a:pt x="1968366" y="379800"/>
                  </a:lnTo>
                  <a:lnTo>
                    <a:pt x="2083966" y="415172"/>
                  </a:lnTo>
                  <a:lnTo>
                    <a:pt x="2349170" y="498195"/>
                  </a:lnTo>
                  <a:lnTo>
                    <a:pt x="2447585" y="528343"/>
                  </a:lnTo>
                  <a:lnTo>
                    <a:pt x="2495502" y="542589"/>
                  </a:lnTo>
                  <a:lnTo>
                    <a:pt x="2542676" y="556227"/>
                  </a:lnTo>
                  <a:lnTo>
                    <a:pt x="2589196" y="569214"/>
                  </a:lnTo>
                  <a:lnTo>
                    <a:pt x="2635149" y="581505"/>
                  </a:lnTo>
                  <a:lnTo>
                    <a:pt x="2680625" y="593060"/>
                  </a:lnTo>
                  <a:lnTo>
                    <a:pt x="2725710" y="603835"/>
                  </a:lnTo>
                  <a:lnTo>
                    <a:pt x="2770492" y="613787"/>
                  </a:lnTo>
                  <a:lnTo>
                    <a:pt x="2815061" y="622873"/>
                  </a:lnTo>
                  <a:lnTo>
                    <a:pt x="2859505" y="631050"/>
                  </a:lnTo>
                  <a:lnTo>
                    <a:pt x="2903911" y="638277"/>
                  </a:lnTo>
                  <a:lnTo>
                    <a:pt x="2948367" y="644509"/>
                  </a:lnTo>
                  <a:lnTo>
                    <a:pt x="2992962" y="649704"/>
                  </a:lnTo>
                  <a:lnTo>
                    <a:pt x="3037784" y="653819"/>
                  </a:lnTo>
                  <a:lnTo>
                    <a:pt x="3082920" y="656811"/>
                  </a:lnTo>
                  <a:lnTo>
                    <a:pt x="3128460" y="658638"/>
                  </a:lnTo>
                  <a:lnTo>
                    <a:pt x="3174492" y="659257"/>
                  </a:lnTo>
                  <a:lnTo>
                    <a:pt x="3217470" y="658720"/>
                  </a:lnTo>
                  <a:lnTo>
                    <a:pt x="3261011" y="657086"/>
                  </a:lnTo>
                  <a:lnTo>
                    <a:pt x="3305186" y="654321"/>
                  </a:lnTo>
                  <a:lnTo>
                    <a:pt x="3350063" y="650392"/>
                  </a:lnTo>
                  <a:lnTo>
                    <a:pt x="3395712" y="645264"/>
                  </a:lnTo>
                  <a:lnTo>
                    <a:pt x="3442201" y="638904"/>
                  </a:lnTo>
                  <a:lnTo>
                    <a:pt x="3489601" y="631276"/>
                  </a:lnTo>
                  <a:lnTo>
                    <a:pt x="3537981" y="622347"/>
                  </a:lnTo>
                  <a:lnTo>
                    <a:pt x="3587411" y="612083"/>
                  </a:lnTo>
                  <a:lnTo>
                    <a:pt x="3637958" y="600451"/>
                  </a:lnTo>
                  <a:lnTo>
                    <a:pt x="3689694" y="587415"/>
                  </a:lnTo>
                  <a:lnTo>
                    <a:pt x="3742688" y="572942"/>
                  </a:lnTo>
                  <a:lnTo>
                    <a:pt x="3797008" y="556998"/>
                  </a:lnTo>
                  <a:lnTo>
                    <a:pt x="3852724" y="539549"/>
                  </a:lnTo>
                  <a:lnTo>
                    <a:pt x="3909906" y="520560"/>
                  </a:lnTo>
                  <a:lnTo>
                    <a:pt x="4028176" y="479319"/>
                  </a:lnTo>
                  <a:lnTo>
                    <a:pt x="4085680" y="460710"/>
                  </a:lnTo>
                  <a:lnTo>
                    <a:pt x="4141221" y="444087"/>
                  </a:lnTo>
                  <a:lnTo>
                    <a:pt x="4194885" y="429362"/>
                  </a:lnTo>
                  <a:lnTo>
                    <a:pt x="4246756" y="416449"/>
                  </a:lnTo>
                  <a:lnTo>
                    <a:pt x="4296920" y="405263"/>
                  </a:lnTo>
                  <a:lnTo>
                    <a:pt x="4345463" y="395716"/>
                  </a:lnTo>
                  <a:lnTo>
                    <a:pt x="4392471" y="387722"/>
                  </a:lnTo>
                  <a:lnTo>
                    <a:pt x="4438028" y="381194"/>
                  </a:lnTo>
                  <a:lnTo>
                    <a:pt x="4482221" y="376048"/>
                  </a:lnTo>
                  <a:lnTo>
                    <a:pt x="4525135" y="372195"/>
                  </a:lnTo>
                  <a:lnTo>
                    <a:pt x="4566855" y="369550"/>
                  </a:lnTo>
                  <a:lnTo>
                    <a:pt x="4607467" y="368026"/>
                  </a:lnTo>
                  <a:lnTo>
                    <a:pt x="4647057" y="367538"/>
                  </a:lnTo>
                  <a:lnTo>
                    <a:pt x="4700048" y="368400"/>
                  </a:lnTo>
                  <a:lnTo>
                    <a:pt x="4751494" y="370839"/>
                  </a:lnTo>
                  <a:lnTo>
                    <a:pt x="4801617" y="374628"/>
                  </a:lnTo>
                  <a:lnTo>
                    <a:pt x="4850643" y="379543"/>
                  </a:lnTo>
                  <a:lnTo>
                    <a:pt x="4898797" y="385358"/>
                  </a:lnTo>
                  <a:lnTo>
                    <a:pt x="4946301" y="391849"/>
                  </a:lnTo>
                  <a:lnTo>
                    <a:pt x="5087171" y="413121"/>
                  </a:lnTo>
                  <a:lnTo>
                    <a:pt x="5134328" y="420061"/>
                  </a:lnTo>
                  <a:lnTo>
                    <a:pt x="5181960" y="426552"/>
                  </a:lnTo>
                  <a:lnTo>
                    <a:pt x="5230290" y="432367"/>
                  </a:lnTo>
                  <a:lnTo>
                    <a:pt x="5279544" y="437282"/>
                  </a:lnTo>
                  <a:lnTo>
                    <a:pt x="5329946" y="441071"/>
                  </a:lnTo>
                  <a:lnTo>
                    <a:pt x="5381720" y="443510"/>
                  </a:lnTo>
                  <a:lnTo>
                    <a:pt x="5435092" y="444373"/>
                  </a:lnTo>
                  <a:lnTo>
                    <a:pt x="5473973" y="443907"/>
                  </a:lnTo>
                  <a:lnTo>
                    <a:pt x="5513845" y="442458"/>
                  </a:lnTo>
                  <a:lnTo>
                    <a:pt x="5554786" y="439945"/>
                  </a:lnTo>
                  <a:lnTo>
                    <a:pt x="5596876" y="436289"/>
                  </a:lnTo>
                  <a:lnTo>
                    <a:pt x="5640195" y="431410"/>
                  </a:lnTo>
                  <a:lnTo>
                    <a:pt x="5684823" y="425229"/>
                  </a:lnTo>
                  <a:lnTo>
                    <a:pt x="5730841" y="417667"/>
                  </a:lnTo>
                  <a:lnTo>
                    <a:pt x="5778327" y="408643"/>
                  </a:lnTo>
                  <a:lnTo>
                    <a:pt x="5827361" y="398078"/>
                  </a:lnTo>
                  <a:lnTo>
                    <a:pt x="5878024" y="385893"/>
                  </a:lnTo>
                  <a:lnTo>
                    <a:pt x="5930396" y="372007"/>
                  </a:lnTo>
                  <a:lnTo>
                    <a:pt x="5984556" y="356342"/>
                  </a:lnTo>
                  <a:lnTo>
                    <a:pt x="6040584" y="338818"/>
                  </a:lnTo>
                  <a:lnTo>
                    <a:pt x="6098560" y="319355"/>
                  </a:lnTo>
                  <a:lnTo>
                    <a:pt x="6158564" y="297874"/>
                  </a:lnTo>
                  <a:lnTo>
                    <a:pt x="6220676" y="274295"/>
                  </a:lnTo>
                  <a:lnTo>
                    <a:pt x="6284976" y="248538"/>
                  </a:lnTo>
                  <a:lnTo>
                    <a:pt x="6338077" y="228715"/>
                  </a:lnTo>
                  <a:lnTo>
                    <a:pt x="6390592" y="212931"/>
                  </a:lnTo>
                  <a:lnTo>
                    <a:pt x="6442551" y="200993"/>
                  </a:lnTo>
                  <a:lnTo>
                    <a:pt x="6493980" y="192706"/>
                  </a:lnTo>
                  <a:lnTo>
                    <a:pt x="6544908" y="187875"/>
                  </a:lnTo>
                  <a:lnTo>
                    <a:pt x="6595364" y="186309"/>
                  </a:lnTo>
                  <a:lnTo>
                    <a:pt x="6641727" y="187592"/>
                  </a:lnTo>
                  <a:lnTo>
                    <a:pt x="6687751" y="191339"/>
                  </a:lnTo>
                  <a:lnTo>
                    <a:pt x="6733462" y="197388"/>
                  </a:lnTo>
                  <a:lnTo>
                    <a:pt x="6778886" y="205583"/>
                  </a:lnTo>
                  <a:lnTo>
                    <a:pt x="6824050" y="215763"/>
                  </a:lnTo>
                  <a:lnTo>
                    <a:pt x="6868980" y="227771"/>
                  </a:lnTo>
                  <a:lnTo>
                    <a:pt x="6913702" y="241448"/>
                  </a:lnTo>
                  <a:lnTo>
                    <a:pt x="6958242" y="256635"/>
                  </a:lnTo>
                  <a:lnTo>
                    <a:pt x="7002627" y="273173"/>
                  </a:lnTo>
                  <a:lnTo>
                    <a:pt x="7046882" y="290904"/>
                  </a:lnTo>
                  <a:lnTo>
                    <a:pt x="7091034" y="309668"/>
                  </a:lnTo>
                  <a:lnTo>
                    <a:pt x="7135110" y="329309"/>
                  </a:lnTo>
                  <a:lnTo>
                    <a:pt x="7179134" y="349665"/>
                  </a:lnTo>
                  <a:lnTo>
                    <a:pt x="7223135" y="370580"/>
                  </a:lnTo>
                  <a:lnTo>
                    <a:pt x="7399417" y="456644"/>
                  </a:lnTo>
                  <a:lnTo>
                    <a:pt x="7443689" y="477968"/>
                  </a:lnTo>
                  <a:lnTo>
                    <a:pt x="7488094" y="498897"/>
                  </a:lnTo>
                  <a:lnTo>
                    <a:pt x="7532658" y="519274"/>
                  </a:lnTo>
                  <a:lnTo>
                    <a:pt x="7577408" y="538939"/>
                  </a:lnTo>
                  <a:lnTo>
                    <a:pt x="7622370" y="557734"/>
                  </a:lnTo>
                  <a:lnTo>
                    <a:pt x="7667569" y="575500"/>
                  </a:lnTo>
                  <a:lnTo>
                    <a:pt x="7713032" y="592078"/>
                  </a:lnTo>
                  <a:lnTo>
                    <a:pt x="7758786" y="607310"/>
                  </a:lnTo>
                  <a:lnTo>
                    <a:pt x="7804857" y="621037"/>
                  </a:lnTo>
                  <a:lnTo>
                    <a:pt x="7851270" y="633100"/>
                  </a:lnTo>
                  <a:lnTo>
                    <a:pt x="7898053" y="643341"/>
                  </a:lnTo>
                  <a:lnTo>
                    <a:pt x="7945231" y="651601"/>
                  </a:lnTo>
                  <a:lnTo>
                    <a:pt x="7992830" y="657721"/>
                  </a:lnTo>
                  <a:lnTo>
                    <a:pt x="8040878" y="661542"/>
                  </a:lnTo>
                  <a:lnTo>
                    <a:pt x="8093884" y="663765"/>
                  </a:lnTo>
                  <a:lnTo>
                    <a:pt x="8143748" y="664463"/>
                  </a:lnTo>
                  <a:lnTo>
                    <a:pt x="8197655" y="663572"/>
                  </a:lnTo>
                  <a:lnTo>
                    <a:pt x="8248293" y="660994"/>
                  </a:lnTo>
                  <a:lnTo>
                    <a:pt x="8296080" y="656871"/>
                  </a:lnTo>
                  <a:lnTo>
                    <a:pt x="8341432" y="651346"/>
                  </a:lnTo>
                  <a:lnTo>
                    <a:pt x="8384767" y="644561"/>
                  </a:lnTo>
                  <a:lnTo>
                    <a:pt x="8426501" y="636660"/>
                  </a:lnTo>
                  <a:lnTo>
                    <a:pt x="8467052" y="627784"/>
                  </a:lnTo>
                  <a:lnTo>
                    <a:pt x="8506836" y="618077"/>
                  </a:lnTo>
                  <a:lnTo>
                    <a:pt x="8546270" y="607680"/>
                  </a:lnTo>
                  <a:lnTo>
                    <a:pt x="8585772" y="596737"/>
                  </a:lnTo>
                  <a:lnTo>
                    <a:pt x="8666645" y="573782"/>
                  </a:lnTo>
                  <a:lnTo>
                    <a:pt x="8708851" y="562055"/>
                  </a:lnTo>
                  <a:lnTo>
                    <a:pt x="8752792" y="550352"/>
                  </a:lnTo>
                  <a:lnTo>
                    <a:pt x="8798886" y="538815"/>
                  </a:lnTo>
                  <a:lnTo>
                    <a:pt x="8847549" y="527587"/>
                  </a:lnTo>
                  <a:lnTo>
                    <a:pt x="8899198" y="516811"/>
                  </a:lnTo>
                  <a:lnTo>
                    <a:pt x="8954251" y="506630"/>
                  </a:lnTo>
                  <a:lnTo>
                    <a:pt x="9013124" y="497185"/>
                  </a:lnTo>
                  <a:lnTo>
                    <a:pt x="9076235" y="488619"/>
                  </a:lnTo>
                  <a:lnTo>
                    <a:pt x="9144000" y="4810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9144000" cy="744220"/>
            </a:xfrm>
            <a:custGeom>
              <a:avLst/>
              <a:gdLst/>
              <a:ahLst/>
              <a:cxnLst/>
              <a:rect l="l" t="t" r="r" b="b"/>
              <a:pathLst>
                <a:path w="9144000" h="744220">
                  <a:moveTo>
                    <a:pt x="9144000" y="0"/>
                  </a:moveTo>
                  <a:lnTo>
                    <a:pt x="0" y="0"/>
                  </a:lnTo>
                  <a:lnTo>
                    <a:pt x="0" y="96774"/>
                  </a:lnTo>
                  <a:lnTo>
                    <a:pt x="49214" y="92626"/>
                  </a:lnTo>
                  <a:lnTo>
                    <a:pt x="96947" y="89693"/>
                  </a:lnTo>
                  <a:lnTo>
                    <a:pt x="143233" y="87951"/>
                  </a:lnTo>
                  <a:lnTo>
                    <a:pt x="188112" y="87375"/>
                  </a:lnTo>
                  <a:lnTo>
                    <a:pt x="245121" y="88333"/>
                  </a:lnTo>
                  <a:lnTo>
                    <a:pt x="299867" y="91150"/>
                  </a:lnTo>
                  <a:lnTo>
                    <a:pt x="352445" y="95738"/>
                  </a:lnTo>
                  <a:lnTo>
                    <a:pt x="402949" y="102011"/>
                  </a:lnTo>
                  <a:lnTo>
                    <a:pt x="451476" y="109884"/>
                  </a:lnTo>
                  <a:lnTo>
                    <a:pt x="498121" y="119269"/>
                  </a:lnTo>
                  <a:lnTo>
                    <a:pt x="542978" y="130080"/>
                  </a:lnTo>
                  <a:lnTo>
                    <a:pt x="586144" y="142230"/>
                  </a:lnTo>
                  <a:lnTo>
                    <a:pt x="627713" y="155634"/>
                  </a:lnTo>
                  <a:lnTo>
                    <a:pt x="667780" y="170205"/>
                  </a:lnTo>
                  <a:lnTo>
                    <a:pt x="706441" y="185857"/>
                  </a:lnTo>
                  <a:lnTo>
                    <a:pt x="743792" y="202502"/>
                  </a:lnTo>
                  <a:lnTo>
                    <a:pt x="779927" y="220054"/>
                  </a:lnTo>
                  <a:lnTo>
                    <a:pt x="814942" y="238428"/>
                  </a:lnTo>
                  <a:lnTo>
                    <a:pt x="848931" y="257537"/>
                  </a:lnTo>
                  <a:lnTo>
                    <a:pt x="881991" y="277293"/>
                  </a:lnTo>
                  <a:lnTo>
                    <a:pt x="945703" y="318406"/>
                  </a:lnTo>
                  <a:lnTo>
                    <a:pt x="1006838" y="361074"/>
                  </a:lnTo>
                  <a:lnTo>
                    <a:pt x="1182411" y="491498"/>
                  </a:lnTo>
                  <a:lnTo>
                    <a:pt x="1211530" y="512681"/>
                  </a:lnTo>
                  <a:lnTo>
                    <a:pt x="1270505" y="553794"/>
                  </a:lnTo>
                  <a:lnTo>
                    <a:pt x="1331096" y="592659"/>
                  </a:lnTo>
                  <a:lnTo>
                    <a:pt x="1394064" y="628585"/>
                  </a:lnTo>
                  <a:lnTo>
                    <a:pt x="1460173" y="660882"/>
                  </a:lnTo>
                  <a:lnTo>
                    <a:pt x="1530183" y="688857"/>
                  </a:lnTo>
                  <a:lnTo>
                    <a:pt x="1566889" y="701007"/>
                  </a:lnTo>
                  <a:lnTo>
                    <a:pt x="1604857" y="711818"/>
                  </a:lnTo>
                  <a:lnTo>
                    <a:pt x="1644182" y="721203"/>
                  </a:lnTo>
                  <a:lnTo>
                    <a:pt x="1684958" y="729076"/>
                  </a:lnTo>
                  <a:lnTo>
                    <a:pt x="1727281" y="735349"/>
                  </a:lnTo>
                  <a:lnTo>
                    <a:pt x="1771247" y="739937"/>
                  </a:lnTo>
                  <a:lnTo>
                    <a:pt x="1816950" y="742754"/>
                  </a:lnTo>
                  <a:lnTo>
                    <a:pt x="1864487" y="743712"/>
                  </a:lnTo>
                  <a:lnTo>
                    <a:pt x="1893109" y="743394"/>
                  </a:lnTo>
                  <a:lnTo>
                    <a:pt x="1979880" y="738716"/>
                  </a:lnTo>
                  <a:lnTo>
                    <a:pt x="2034150" y="733328"/>
                  </a:lnTo>
                  <a:lnTo>
                    <a:pt x="2085395" y="726261"/>
                  </a:lnTo>
                  <a:lnTo>
                    <a:pt x="2133804" y="717623"/>
                  </a:lnTo>
                  <a:lnTo>
                    <a:pt x="2179563" y="707524"/>
                  </a:lnTo>
                  <a:lnTo>
                    <a:pt x="2222861" y="696075"/>
                  </a:lnTo>
                  <a:lnTo>
                    <a:pt x="2263884" y="683384"/>
                  </a:lnTo>
                  <a:lnTo>
                    <a:pt x="2302821" y="669561"/>
                  </a:lnTo>
                  <a:lnTo>
                    <a:pt x="2339859" y="654716"/>
                  </a:lnTo>
                  <a:lnTo>
                    <a:pt x="2375186" y="638959"/>
                  </a:lnTo>
                  <a:lnTo>
                    <a:pt x="2441457" y="605145"/>
                  </a:lnTo>
                  <a:lnTo>
                    <a:pt x="2503133" y="568997"/>
                  </a:lnTo>
                  <a:lnTo>
                    <a:pt x="2561717" y="531391"/>
                  </a:lnTo>
                  <a:lnTo>
                    <a:pt x="2647075" y="474167"/>
                  </a:lnTo>
                  <a:lnTo>
                    <a:pt x="2675607" y="455314"/>
                  </a:lnTo>
                  <a:lnTo>
                    <a:pt x="2733915" y="418597"/>
                  </a:lnTo>
                  <a:lnTo>
                    <a:pt x="2795133" y="383930"/>
                  </a:lnTo>
                  <a:lnTo>
                    <a:pt x="2860762" y="352190"/>
                  </a:lnTo>
                  <a:lnTo>
                    <a:pt x="2932301" y="324255"/>
                  </a:lnTo>
                  <a:lnTo>
                    <a:pt x="2970757" y="311988"/>
                  </a:lnTo>
                  <a:lnTo>
                    <a:pt x="3011253" y="301001"/>
                  </a:lnTo>
                  <a:lnTo>
                    <a:pt x="3053977" y="291404"/>
                  </a:lnTo>
                  <a:lnTo>
                    <a:pt x="3099117" y="283305"/>
                  </a:lnTo>
                  <a:lnTo>
                    <a:pt x="3146861" y="276816"/>
                  </a:lnTo>
                  <a:lnTo>
                    <a:pt x="3197395" y="272045"/>
                  </a:lnTo>
                  <a:lnTo>
                    <a:pt x="3250908" y="269102"/>
                  </a:lnTo>
                  <a:lnTo>
                    <a:pt x="3307588" y="268097"/>
                  </a:lnTo>
                  <a:lnTo>
                    <a:pt x="3354796" y="268750"/>
                  </a:lnTo>
                  <a:lnTo>
                    <a:pt x="3404159" y="270745"/>
                  </a:lnTo>
                  <a:lnTo>
                    <a:pt x="3455781" y="274129"/>
                  </a:lnTo>
                  <a:lnTo>
                    <a:pt x="3509762" y="278953"/>
                  </a:lnTo>
                  <a:lnTo>
                    <a:pt x="3566206" y="285265"/>
                  </a:lnTo>
                  <a:lnTo>
                    <a:pt x="3625215" y="293115"/>
                  </a:lnTo>
                  <a:lnTo>
                    <a:pt x="3685256" y="301543"/>
                  </a:lnTo>
                  <a:lnTo>
                    <a:pt x="3744233" y="309457"/>
                  </a:lnTo>
                  <a:lnTo>
                    <a:pt x="3802160" y="316866"/>
                  </a:lnTo>
                  <a:lnTo>
                    <a:pt x="3859053" y="323780"/>
                  </a:lnTo>
                  <a:lnTo>
                    <a:pt x="3914927" y="330207"/>
                  </a:lnTo>
                  <a:lnTo>
                    <a:pt x="3969798" y="336156"/>
                  </a:lnTo>
                  <a:lnTo>
                    <a:pt x="4023681" y="341636"/>
                  </a:lnTo>
                  <a:lnTo>
                    <a:pt x="4076591" y="346655"/>
                  </a:lnTo>
                  <a:lnTo>
                    <a:pt x="4128543" y="351222"/>
                  </a:lnTo>
                  <a:lnTo>
                    <a:pt x="4179554" y="355346"/>
                  </a:lnTo>
                  <a:lnTo>
                    <a:pt x="4229637" y="359035"/>
                  </a:lnTo>
                  <a:lnTo>
                    <a:pt x="4278809" y="362299"/>
                  </a:lnTo>
                  <a:lnTo>
                    <a:pt x="4327085" y="365146"/>
                  </a:lnTo>
                  <a:lnTo>
                    <a:pt x="4374481" y="367585"/>
                  </a:lnTo>
                  <a:lnTo>
                    <a:pt x="4421010" y="369625"/>
                  </a:lnTo>
                  <a:lnTo>
                    <a:pt x="4466690" y="371274"/>
                  </a:lnTo>
                  <a:lnTo>
                    <a:pt x="4511535" y="372542"/>
                  </a:lnTo>
                  <a:lnTo>
                    <a:pt x="4555560" y="373436"/>
                  </a:lnTo>
                  <a:lnTo>
                    <a:pt x="4598782" y="373967"/>
                  </a:lnTo>
                  <a:lnTo>
                    <a:pt x="4641215" y="374141"/>
                  </a:lnTo>
                  <a:lnTo>
                    <a:pt x="4711719" y="373646"/>
                  </a:lnTo>
                  <a:lnTo>
                    <a:pt x="4780062" y="372190"/>
                  </a:lnTo>
                  <a:lnTo>
                    <a:pt x="4846320" y="369815"/>
                  </a:lnTo>
                  <a:lnTo>
                    <a:pt x="4910569" y="366567"/>
                  </a:lnTo>
                  <a:lnTo>
                    <a:pt x="4972885" y="362488"/>
                  </a:lnTo>
                  <a:lnTo>
                    <a:pt x="5033345" y="357623"/>
                  </a:lnTo>
                  <a:lnTo>
                    <a:pt x="5092025" y="352015"/>
                  </a:lnTo>
                  <a:lnTo>
                    <a:pt x="5149003" y="345708"/>
                  </a:lnTo>
                  <a:lnTo>
                    <a:pt x="5204354" y="338745"/>
                  </a:lnTo>
                  <a:lnTo>
                    <a:pt x="5258156" y="331171"/>
                  </a:lnTo>
                  <a:lnTo>
                    <a:pt x="5310484" y="323028"/>
                  </a:lnTo>
                  <a:lnTo>
                    <a:pt x="5361414" y="314361"/>
                  </a:lnTo>
                  <a:lnTo>
                    <a:pt x="5411025" y="305214"/>
                  </a:lnTo>
                  <a:lnTo>
                    <a:pt x="5459391" y="295629"/>
                  </a:lnTo>
                  <a:lnTo>
                    <a:pt x="5506590" y="285651"/>
                  </a:lnTo>
                  <a:lnTo>
                    <a:pt x="5552698" y="275324"/>
                  </a:lnTo>
                  <a:lnTo>
                    <a:pt x="5597792" y="264690"/>
                  </a:lnTo>
                  <a:lnTo>
                    <a:pt x="5641948" y="253795"/>
                  </a:lnTo>
                  <a:lnTo>
                    <a:pt x="5685242" y="242680"/>
                  </a:lnTo>
                  <a:lnTo>
                    <a:pt x="5727751" y="231391"/>
                  </a:lnTo>
                  <a:lnTo>
                    <a:pt x="5810721" y="208464"/>
                  </a:lnTo>
                  <a:lnTo>
                    <a:pt x="6048747" y="140031"/>
                  </a:lnTo>
                  <a:lnTo>
                    <a:pt x="6126501" y="118502"/>
                  </a:lnTo>
                  <a:lnTo>
                    <a:pt x="6165425" y="108175"/>
                  </a:lnTo>
                  <a:lnTo>
                    <a:pt x="6204482" y="98197"/>
                  </a:lnTo>
                  <a:lnTo>
                    <a:pt x="6243748" y="88612"/>
                  </a:lnTo>
                  <a:lnTo>
                    <a:pt x="6283301" y="79465"/>
                  </a:lnTo>
                  <a:lnTo>
                    <a:pt x="6323216" y="70798"/>
                  </a:lnTo>
                  <a:lnTo>
                    <a:pt x="6363570" y="62655"/>
                  </a:lnTo>
                  <a:lnTo>
                    <a:pt x="6404439" y="55081"/>
                  </a:lnTo>
                  <a:lnTo>
                    <a:pt x="6445901" y="48118"/>
                  </a:lnTo>
                  <a:lnTo>
                    <a:pt x="6488031" y="41811"/>
                  </a:lnTo>
                  <a:lnTo>
                    <a:pt x="6530906" y="36203"/>
                  </a:lnTo>
                  <a:lnTo>
                    <a:pt x="6574603" y="31338"/>
                  </a:lnTo>
                  <a:lnTo>
                    <a:pt x="6619198" y="27259"/>
                  </a:lnTo>
                  <a:lnTo>
                    <a:pt x="6664768" y="24011"/>
                  </a:lnTo>
                  <a:lnTo>
                    <a:pt x="6711388" y="21636"/>
                  </a:lnTo>
                  <a:lnTo>
                    <a:pt x="6759136" y="20180"/>
                  </a:lnTo>
                  <a:lnTo>
                    <a:pt x="6808089" y="19685"/>
                  </a:lnTo>
                  <a:lnTo>
                    <a:pt x="6835850" y="19849"/>
                  </a:lnTo>
                  <a:lnTo>
                    <a:pt x="6892706" y="21131"/>
                  </a:lnTo>
                  <a:lnTo>
                    <a:pt x="6974303" y="24820"/>
                  </a:lnTo>
                  <a:lnTo>
                    <a:pt x="7024549" y="27849"/>
                  </a:lnTo>
                  <a:lnTo>
                    <a:pt x="7072591" y="31299"/>
                  </a:lnTo>
                  <a:lnTo>
                    <a:pt x="7118527" y="35155"/>
                  </a:lnTo>
                  <a:lnTo>
                    <a:pt x="7162458" y="39403"/>
                  </a:lnTo>
                  <a:lnTo>
                    <a:pt x="7204482" y="44027"/>
                  </a:lnTo>
                  <a:lnTo>
                    <a:pt x="7244698" y="49014"/>
                  </a:lnTo>
                  <a:lnTo>
                    <a:pt x="7283206" y="54350"/>
                  </a:lnTo>
                  <a:lnTo>
                    <a:pt x="7355495" y="66007"/>
                  </a:lnTo>
                  <a:lnTo>
                    <a:pt x="7422142" y="78884"/>
                  </a:lnTo>
                  <a:lnTo>
                    <a:pt x="7483941" y="92866"/>
                  </a:lnTo>
                  <a:lnTo>
                    <a:pt x="7541685" y="107837"/>
                  </a:lnTo>
                  <a:lnTo>
                    <a:pt x="7596169" y="123682"/>
                  </a:lnTo>
                  <a:lnTo>
                    <a:pt x="7648186" y="140285"/>
                  </a:lnTo>
                  <a:lnTo>
                    <a:pt x="7698530" y="157532"/>
                  </a:lnTo>
                  <a:lnTo>
                    <a:pt x="7772646" y="184355"/>
                  </a:lnTo>
                  <a:lnTo>
                    <a:pt x="7873020" y="221293"/>
                  </a:lnTo>
                  <a:lnTo>
                    <a:pt x="7925660" y="240006"/>
                  </a:lnTo>
                  <a:lnTo>
                    <a:pt x="7980992" y="258728"/>
                  </a:lnTo>
                  <a:lnTo>
                    <a:pt x="8039812" y="277343"/>
                  </a:lnTo>
                  <a:lnTo>
                    <a:pt x="8102912" y="295736"/>
                  </a:lnTo>
                  <a:lnTo>
                    <a:pt x="8171087" y="313792"/>
                  </a:lnTo>
                  <a:lnTo>
                    <a:pt x="8245130" y="331396"/>
                  </a:lnTo>
                  <a:lnTo>
                    <a:pt x="8284601" y="339991"/>
                  </a:lnTo>
                  <a:lnTo>
                    <a:pt x="8325836" y="348431"/>
                  </a:lnTo>
                  <a:lnTo>
                    <a:pt x="8368935" y="356699"/>
                  </a:lnTo>
                  <a:lnTo>
                    <a:pt x="8413998" y="364783"/>
                  </a:lnTo>
                  <a:lnTo>
                    <a:pt x="8461123" y="372667"/>
                  </a:lnTo>
                  <a:lnTo>
                    <a:pt x="8510409" y="380336"/>
                  </a:lnTo>
                  <a:lnTo>
                    <a:pt x="8561957" y="387777"/>
                  </a:lnTo>
                  <a:lnTo>
                    <a:pt x="8615864" y="394976"/>
                  </a:lnTo>
                  <a:lnTo>
                    <a:pt x="8672232" y="401917"/>
                  </a:lnTo>
                  <a:lnTo>
                    <a:pt x="8731157" y="408586"/>
                  </a:lnTo>
                  <a:lnTo>
                    <a:pt x="8792741" y="414969"/>
                  </a:lnTo>
                  <a:lnTo>
                    <a:pt x="8857082" y="421051"/>
                  </a:lnTo>
                  <a:lnTo>
                    <a:pt x="8924279" y="426819"/>
                  </a:lnTo>
                  <a:lnTo>
                    <a:pt x="8994431" y="432256"/>
                  </a:lnTo>
                  <a:lnTo>
                    <a:pt x="9067638" y="437351"/>
                  </a:lnTo>
                  <a:lnTo>
                    <a:pt x="9144000" y="44208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4154423"/>
            <a:ext cx="9144000" cy="989330"/>
            <a:chOff x="0" y="4154423"/>
            <a:chExt cx="9144000" cy="989330"/>
          </a:xfrm>
        </p:grpSpPr>
        <p:sp>
          <p:nvSpPr>
            <p:cNvPr id="10" name="object 10"/>
            <p:cNvSpPr/>
            <p:nvPr/>
          </p:nvSpPr>
          <p:spPr>
            <a:xfrm>
              <a:off x="0" y="4416564"/>
              <a:ext cx="9144000" cy="727075"/>
            </a:xfrm>
            <a:custGeom>
              <a:avLst/>
              <a:gdLst/>
              <a:ahLst/>
              <a:cxnLst/>
              <a:rect l="l" t="t" r="r" b="b"/>
              <a:pathLst>
                <a:path w="9144000" h="727075">
                  <a:moveTo>
                    <a:pt x="7751064" y="0"/>
                  </a:moveTo>
                  <a:lnTo>
                    <a:pt x="7700397" y="359"/>
                  </a:lnTo>
                  <a:lnTo>
                    <a:pt x="7647877" y="1455"/>
                  </a:lnTo>
                  <a:lnTo>
                    <a:pt x="7593448" y="3313"/>
                  </a:lnTo>
                  <a:lnTo>
                    <a:pt x="7537057" y="5961"/>
                  </a:lnTo>
                  <a:lnTo>
                    <a:pt x="7478649" y="9423"/>
                  </a:lnTo>
                  <a:lnTo>
                    <a:pt x="7410355" y="14530"/>
                  </a:lnTo>
                  <a:lnTo>
                    <a:pt x="7345410" y="20700"/>
                  </a:lnTo>
                  <a:lnTo>
                    <a:pt x="7283650" y="27868"/>
                  </a:lnTo>
                  <a:lnTo>
                    <a:pt x="7224909" y="35968"/>
                  </a:lnTo>
                  <a:lnTo>
                    <a:pt x="7169021" y="44934"/>
                  </a:lnTo>
                  <a:lnTo>
                    <a:pt x="7115821" y="54701"/>
                  </a:lnTo>
                  <a:lnTo>
                    <a:pt x="7065143" y="65203"/>
                  </a:lnTo>
                  <a:lnTo>
                    <a:pt x="7016823" y="76373"/>
                  </a:lnTo>
                  <a:lnTo>
                    <a:pt x="6970694" y="88148"/>
                  </a:lnTo>
                  <a:lnTo>
                    <a:pt x="6926591" y="100459"/>
                  </a:lnTo>
                  <a:lnTo>
                    <a:pt x="6884349" y="113243"/>
                  </a:lnTo>
                  <a:lnTo>
                    <a:pt x="6843803" y="126433"/>
                  </a:lnTo>
                  <a:lnTo>
                    <a:pt x="6804787" y="139963"/>
                  </a:lnTo>
                  <a:lnTo>
                    <a:pt x="6767135" y="153768"/>
                  </a:lnTo>
                  <a:lnTo>
                    <a:pt x="6730682" y="167781"/>
                  </a:lnTo>
                  <a:lnTo>
                    <a:pt x="6695263" y="181938"/>
                  </a:lnTo>
                  <a:lnTo>
                    <a:pt x="6527884" y="252569"/>
                  </a:lnTo>
                  <a:lnTo>
                    <a:pt x="6495193" y="266204"/>
                  </a:lnTo>
                  <a:lnTo>
                    <a:pt x="6429274" y="292457"/>
                  </a:lnTo>
                  <a:lnTo>
                    <a:pt x="6361534" y="316917"/>
                  </a:lnTo>
                  <a:lnTo>
                    <a:pt x="6290651" y="339056"/>
                  </a:lnTo>
                  <a:lnTo>
                    <a:pt x="6253616" y="349091"/>
                  </a:lnTo>
                  <a:lnTo>
                    <a:pt x="6215300" y="358349"/>
                  </a:lnTo>
                  <a:lnTo>
                    <a:pt x="6175536" y="366764"/>
                  </a:lnTo>
                  <a:lnTo>
                    <a:pt x="6134160" y="374271"/>
                  </a:lnTo>
                  <a:lnTo>
                    <a:pt x="6091004" y="380803"/>
                  </a:lnTo>
                  <a:lnTo>
                    <a:pt x="6045905" y="386294"/>
                  </a:lnTo>
                  <a:lnTo>
                    <a:pt x="5998697" y="390680"/>
                  </a:lnTo>
                  <a:lnTo>
                    <a:pt x="5949214" y="393894"/>
                  </a:lnTo>
                  <a:lnTo>
                    <a:pt x="5897290" y="395871"/>
                  </a:lnTo>
                  <a:lnTo>
                    <a:pt x="5842762" y="396544"/>
                  </a:lnTo>
                  <a:lnTo>
                    <a:pt x="5794251" y="396043"/>
                  </a:lnTo>
                  <a:lnTo>
                    <a:pt x="5743645" y="394514"/>
                  </a:lnTo>
                  <a:lnTo>
                    <a:pt x="5690838" y="391917"/>
                  </a:lnTo>
                  <a:lnTo>
                    <a:pt x="5635723" y="388211"/>
                  </a:lnTo>
                  <a:lnTo>
                    <a:pt x="5578196" y="383358"/>
                  </a:lnTo>
                  <a:lnTo>
                    <a:pt x="5518150" y="377316"/>
                  </a:lnTo>
                  <a:lnTo>
                    <a:pt x="5458109" y="370919"/>
                  </a:lnTo>
                  <a:lnTo>
                    <a:pt x="5399135" y="364911"/>
                  </a:lnTo>
                  <a:lnTo>
                    <a:pt x="5341212" y="359286"/>
                  </a:lnTo>
                  <a:lnTo>
                    <a:pt x="5284324" y="354038"/>
                  </a:lnTo>
                  <a:lnTo>
                    <a:pt x="5228457" y="349159"/>
                  </a:lnTo>
                  <a:lnTo>
                    <a:pt x="5173593" y="344644"/>
                  </a:lnTo>
                  <a:lnTo>
                    <a:pt x="5119719" y="340486"/>
                  </a:lnTo>
                  <a:lnTo>
                    <a:pt x="5066818" y="336677"/>
                  </a:lnTo>
                  <a:lnTo>
                    <a:pt x="5014875" y="333211"/>
                  </a:lnTo>
                  <a:lnTo>
                    <a:pt x="4963874" y="330082"/>
                  </a:lnTo>
                  <a:lnTo>
                    <a:pt x="4913800" y="327283"/>
                  </a:lnTo>
                  <a:lnTo>
                    <a:pt x="4864637" y="324806"/>
                  </a:lnTo>
                  <a:lnTo>
                    <a:pt x="4816370" y="322646"/>
                  </a:lnTo>
                  <a:lnTo>
                    <a:pt x="4768983" y="320796"/>
                  </a:lnTo>
                  <a:lnTo>
                    <a:pt x="4722461" y="319249"/>
                  </a:lnTo>
                  <a:lnTo>
                    <a:pt x="4676788" y="317998"/>
                  </a:lnTo>
                  <a:lnTo>
                    <a:pt x="4631948" y="317036"/>
                  </a:lnTo>
                  <a:lnTo>
                    <a:pt x="4587927" y="316358"/>
                  </a:lnTo>
                  <a:lnTo>
                    <a:pt x="4544708" y="315956"/>
                  </a:lnTo>
                  <a:lnTo>
                    <a:pt x="4502277" y="315823"/>
                  </a:lnTo>
                  <a:lnTo>
                    <a:pt x="4430238" y="316215"/>
                  </a:lnTo>
                  <a:lnTo>
                    <a:pt x="4360457" y="317369"/>
                  </a:lnTo>
                  <a:lnTo>
                    <a:pt x="4292852" y="319248"/>
                  </a:lnTo>
                  <a:lnTo>
                    <a:pt x="4227340" y="321817"/>
                  </a:lnTo>
                  <a:lnTo>
                    <a:pt x="4163841" y="325041"/>
                  </a:lnTo>
                  <a:lnTo>
                    <a:pt x="4102272" y="328884"/>
                  </a:lnTo>
                  <a:lnTo>
                    <a:pt x="4042552" y="333311"/>
                  </a:lnTo>
                  <a:lnTo>
                    <a:pt x="3984599" y="338287"/>
                  </a:lnTo>
                  <a:lnTo>
                    <a:pt x="3928331" y="343777"/>
                  </a:lnTo>
                  <a:lnTo>
                    <a:pt x="3873667" y="349744"/>
                  </a:lnTo>
                  <a:lnTo>
                    <a:pt x="3820525" y="356153"/>
                  </a:lnTo>
                  <a:lnTo>
                    <a:pt x="3768823" y="362970"/>
                  </a:lnTo>
                  <a:lnTo>
                    <a:pt x="3718479" y="370158"/>
                  </a:lnTo>
                  <a:lnTo>
                    <a:pt x="3669413" y="377682"/>
                  </a:lnTo>
                  <a:lnTo>
                    <a:pt x="3621541" y="385508"/>
                  </a:lnTo>
                  <a:lnTo>
                    <a:pt x="3574783" y="393598"/>
                  </a:lnTo>
                  <a:lnTo>
                    <a:pt x="3529056" y="401919"/>
                  </a:lnTo>
                  <a:lnTo>
                    <a:pt x="3484279" y="410435"/>
                  </a:lnTo>
                  <a:lnTo>
                    <a:pt x="3440370" y="419109"/>
                  </a:lnTo>
                  <a:lnTo>
                    <a:pt x="3354831" y="436795"/>
                  </a:lnTo>
                  <a:lnTo>
                    <a:pt x="3070778" y="498510"/>
                  </a:lnTo>
                  <a:lnTo>
                    <a:pt x="2991306" y="514921"/>
                  </a:lnTo>
                  <a:lnTo>
                    <a:pt x="2951442" y="522747"/>
                  </a:lnTo>
                  <a:lnTo>
                    <a:pt x="2911383" y="530271"/>
                  </a:lnTo>
                  <a:lnTo>
                    <a:pt x="2871049" y="537459"/>
                  </a:lnTo>
                  <a:lnTo>
                    <a:pt x="2830358" y="544276"/>
                  </a:lnTo>
                  <a:lnTo>
                    <a:pt x="2789227" y="550685"/>
                  </a:lnTo>
                  <a:lnTo>
                    <a:pt x="2747575" y="556652"/>
                  </a:lnTo>
                  <a:lnTo>
                    <a:pt x="2705321" y="562142"/>
                  </a:lnTo>
                  <a:lnTo>
                    <a:pt x="2662382" y="567118"/>
                  </a:lnTo>
                  <a:lnTo>
                    <a:pt x="2618677" y="571545"/>
                  </a:lnTo>
                  <a:lnTo>
                    <a:pt x="2574125" y="575388"/>
                  </a:lnTo>
                  <a:lnTo>
                    <a:pt x="2528642" y="578612"/>
                  </a:lnTo>
                  <a:lnTo>
                    <a:pt x="2482149" y="581181"/>
                  </a:lnTo>
                  <a:lnTo>
                    <a:pt x="2434562" y="583060"/>
                  </a:lnTo>
                  <a:lnTo>
                    <a:pt x="2385801" y="584214"/>
                  </a:lnTo>
                  <a:lnTo>
                    <a:pt x="2335784" y="584606"/>
                  </a:lnTo>
                  <a:lnTo>
                    <a:pt x="2279745" y="584123"/>
                  </a:lnTo>
                  <a:lnTo>
                    <a:pt x="2221992" y="582650"/>
                  </a:lnTo>
                  <a:lnTo>
                    <a:pt x="2168532" y="580647"/>
                  </a:lnTo>
                  <a:lnTo>
                    <a:pt x="2117456" y="578303"/>
                  </a:lnTo>
                  <a:lnTo>
                    <a:pt x="2068660" y="575630"/>
                  </a:lnTo>
                  <a:lnTo>
                    <a:pt x="2022040" y="572638"/>
                  </a:lnTo>
                  <a:lnTo>
                    <a:pt x="1977490" y="569340"/>
                  </a:lnTo>
                  <a:lnTo>
                    <a:pt x="1934907" y="565748"/>
                  </a:lnTo>
                  <a:lnTo>
                    <a:pt x="1894184" y="561872"/>
                  </a:lnTo>
                  <a:lnTo>
                    <a:pt x="1855218" y="557724"/>
                  </a:lnTo>
                  <a:lnTo>
                    <a:pt x="1782139" y="548658"/>
                  </a:lnTo>
                  <a:lnTo>
                    <a:pt x="1714830" y="538643"/>
                  </a:lnTo>
                  <a:lnTo>
                    <a:pt x="1652456" y="527770"/>
                  </a:lnTo>
                  <a:lnTo>
                    <a:pt x="1594179" y="516131"/>
                  </a:lnTo>
                  <a:lnTo>
                    <a:pt x="1539162" y="503819"/>
                  </a:lnTo>
                  <a:lnTo>
                    <a:pt x="1486568" y="490925"/>
                  </a:lnTo>
                  <a:lnTo>
                    <a:pt x="1435561" y="477542"/>
                  </a:lnTo>
                  <a:lnTo>
                    <a:pt x="1257439" y="428175"/>
                  </a:lnTo>
                  <a:lnTo>
                    <a:pt x="1203211" y="413728"/>
                  </a:lnTo>
                  <a:lnTo>
                    <a:pt x="1145964" y="399297"/>
                  </a:lnTo>
                  <a:lnTo>
                    <a:pt x="1084863" y="384975"/>
                  </a:lnTo>
                  <a:lnTo>
                    <a:pt x="1019070" y="370854"/>
                  </a:lnTo>
                  <a:lnTo>
                    <a:pt x="947748" y="357025"/>
                  </a:lnTo>
                  <a:lnTo>
                    <a:pt x="909752" y="350249"/>
                  </a:lnTo>
                  <a:lnTo>
                    <a:pt x="870060" y="343581"/>
                  </a:lnTo>
                  <a:lnTo>
                    <a:pt x="828567" y="337032"/>
                  </a:lnTo>
                  <a:lnTo>
                    <a:pt x="785169" y="330614"/>
                  </a:lnTo>
                  <a:lnTo>
                    <a:pt x="739761" y="324337"/>
                  </a:lnTo>
                  <a:lnTo>
                    <a:pt x="692239" y="318215"/>
                  </a:lnTo>
                  <a:lnTo>
                    <a:pt x="642497" y="312257"/>
                  </a:lnTo>
                  <a:lnTo>
                    <a:pt x="590431" y="306477"/>
                  </a:lnTo>
                  <a:lnTo>
                    <a:pt x="535937" y="300884"/>
                  </a:lnTo>
                  <a:lnTo>
                    <a:pt x="478909" y="295491"/>
                  </a:lnTo>
                  <a:lnTo>
                    <a:pt x="419244" y="290310"/>
                  </a:lnTo>
                  <a:lnTo>
                    <a:pt x="356836" y="285351"/>
                  </a:lnTo>
                  <a:lnTo>
                    <a:pt x="291581" y="280626"/>
                  </a:lnTo>
                  <a:lnTo>
                    <a:pt x="223375" y="276147"/>
                  </a:lnTo>
                  <a:lnTo>
                    <a:pt x="152112" y="271925"/>
                  </a:lnTo>
                  <a:lnTo>
                    <a:pt x="77689" y="267972"/>
                  </a:lnTo>
                  <a:lnTo>
                    <a:pt x="0" y="264299"/>
                  </a:lnTo>
                  <a:lnTo>
                    <a:pt x="0" y="726917"/>
                  </a:lnTo>
                  <a:lnTo>
                    <a:pt x="9144000" y="726917"/>
                  </a:lnTo>
                  <a:lnTo>
                    <a:pt x="9144000" y="316712"/>
                  </a:lnTo>
                  <a:lnTo>
                    <a:pt x="9098458" y="311444"/>
                  </a:lnTo>
                  <a:lnTo>
                    <a:pt x="9054978" y="304891"/>
                  </a:lnTo>
                  <a:lnTo>
                    <a:pt x="9013349" y="297150"/>
                  </a:lnTo>
                  <a:lnTo>
                    <a:pt x="8973364" y="288321"/>
                  </a:lnTo>
                  <a:lnTo>
                    <a:pt x="8934813" y="278503"/>
                  </a:lnTo>
                  <a:lnTo>
                    <a:pt x="8897487" y="267794"/>
                  </a:lnTo>
                  <a:lnTo>
                    <a:pt x="8825673" y="244101"/>
                  </a:lnTo>
                  <a:lnTo>
                    <a:pt x="8756251" y="218034"/>
                  </a:lnTo>
                  <a:lnTo>
                    <a:pt x="8617894" y="161939"/>
                  </a:lnTo>
                  <a:lnTo>
                    <a:pt x="8582187" y="147668"/>
                  </a:lnTo>
                  <a:lnTo>
                    <a:pt x="8545615" y="133495"/>
                  </a:lnTo>
                  <a:lnTo>
                    <a:pt x="8507968" y="119520"/>
                  </a:lnTo>
                  <a:lnTo>
                    <a:pt x="8469038" y="105841"/>
                  </a:lnTo>
                  <a:lnTo>
                    <a:pt x="8428616" y="92558"/>
                  </a:lnTo>
                  <a:lnTo>
                    <a:pt x="8386492" y="79769"/>
                  </a:lnTo>
                  <a:lnTo>
                    <a:pt x="8342458" y="67573"/>
                  </a:lnTo>
                  <a:lnTo>
                    <a:pt x="8296305" y="56069"/>
                  </a:lnTo>
                  <a:lnTo>
                    <a:pt x="8247823" y="45357"/>
                  </a:lnTo>
                  <a:lnTo>
                    <a:pt x="8196804" y="35534"/>
                  </a:lnTo>
                  <a:lnTo>
                    <a:pt x="8143038" y="26700"/>
                  </a:lnTo>
                  <a:lnTo>
                    <a:pt x="8086317" y="18953"/>
                  </a:lnTo>
                  <a:lnTo>
                    <a:pt x="8026432" y="12394"/>
                  </a:lnTo>
                  <a:lnTo>
                    <a:pt x="7963172" y="7120"/>
                  </a:lnTo>
                  <a:lnTo>
                    <a:pt x="7896331" y="3230"/>
                  </a:lnTo>
                  <a:lnTo>
                    <a:pt x="7825697" y="824"/>
                  </a:lnTo>
                  <a:lnTo>
                    <a:pt x="7751064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6552" y="4253483"/>
              <a:ext cx="163068" cy="16306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5204" y="4375403"/>
              <a:ext cx="99059" cy="990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1864" y="4154423"/>
              <a:ext cx="99059" cy="99059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0623" y="3913632"/>
            <a:ext cx="164592" cy="16306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2904" y="816863"/>
            <a:ext cx="163068" cy="16306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81115" y="716280"/>
            <a:ext cx="99060" cy="9906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22220" y="664463"/>
            <a:ext cx="163068" cy="163068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112645" y="898982"/>
            <a:ext cx="492506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2800" dirty="0"/>
              <a:t>Introduction</a:t>
            </a:r>
            <a:endParaRPr sz="2800" dirty="0"/>
          </a:p>
        </p:txBody>
      </p:sp>
      <p:sp>
        <p:nvSpPr>
          <p:cNvPr id="25" name="object 25"/>
          <p:cNvSpPr txBox="1"/>
          <p:nvPr/>
        </p:nvSpPr>
        <p:spPr>
          <a:xfrm>
            <a:off x="1128470" y="1645158"/>
            <a:ext cx="6838971" cy="17620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1600" dirty="0">
                <a:solidFill>
                  <a:srgbClr val="285E8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Within the landscape of wearable technology, the smart glasses project embarks on a journey to redefine user interaction through the fusion of innovative hardware and intelligent software. This project aims to achieve two main points. </a:t>
            </a:r>
          </a:p>
          <a:p>
            <a:pPr marL="355600" marR="5080" indent="-342900">
              <a:spcBef>
                <a:spcPts val="100"/>
              </a:spcBef>
              <a:buFont typeface="+mj-lt"/>
              <a:buAutoNum type="arabicPeriod"/>
            </a:pPr>
            <a:r>
              <a:rPr lang="en-US" sz="16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incorporate technology into every day life by controlling every day objects remotely.</a:t>
            </a:r>
          </a:p>
          <a:p>
            <a:pPr marL="355600" marR="5080" indent="-342900">
              <a:spcBef>
                <a:spcPts val="100"/>
              </a:spcBef>
              <a:buFont typeface="+mj-lt"/>
              <a:buAutoNum type="arabicPeriod"/>
            </a:pPr>
            <a:r>
              <a:rPr lang="en-US" sz="16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object detection that help the elderly and the disabled especially with being aware of their surroundings and making them more independent.</a:t>
            </a:r>
          </a:p>
        </p:txBody>
      </p:sp>
      <p:grpSp>
        <p:nvGrpSpPr>
          <p:cNvPr id="35" name="object 35"/>
          <p:cNvGrpSpPr/>
          <p:nvPr/>
        </p:nvGrpSpPr>
        <p:grpSpPr>
          <a:xfrm>
            <a:off x="481898" y="1257399"/>
            <a:ext cx="544195" cy="544195"/>
            <a:chOff x="4873752" y="3023616"/>
            <a:chExt cx="544195" cy="544195"/>
          </a:xfrm>
        </p:grpSpPr>
        <p:sp>
          <p:nvSpPr>
            <p:cNvPr id="36" name="object 36"/>
            <p:cNvSpPr/>
            <p:nvPr/>
          </p:nvSpPr>
          <p:spPr>
            <a:xfrm>
              <a:off x="4873752" y="3023616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544068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544068" y="544068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39284" y="3115056"/>
              <a:ext cx="397763" cy="371856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307667"/>
            <a:ext cx="4173854" cy="1836420"/>
            <a:chOff x="0" y="3307667"/>
            <a:chExt cx="4173854" cy="1836420"/>
          </a:xfrm>
        </p:grpSpPr>
        <p:sp>
          <p:nvSpPr>
            <p:cNvPr id="3" name="object 3"/>
            <p:cNvSpPr/>
            <p:nvPr/>
          </p:nvSpPr>
          <p:spPr>
            <a:xfrm>
              <a:off x="0" y="3307667"/>
              <a:ext cx="3783329" cy="1708150"/>
            </a:xfrm>
            <a:custGeom>
              <a:avLst/>
              <a:gdLst/>
              <a:ahLst/>
              <a:cxnLst/>
              <a:rect l="l" t="t" r="r" b="b"/>
              <a:pathLst>
                <a:path w="3783329" h="1708150">
                  <a:moveTo>
                    <a:pt x="0" y="0"/>
                  </a:moveTo>
                  <a:lnTo>
                    <a:pt x="0" y="1595007"/>
                  </a:lnTo>
                  <a:lnTo>
                    <a:pt x="40185" y="1598725"/>
                  </a:lnTo>
                  <a:lnTo>
                    <a:pt x="191254" y="1610906"/>
                  </a:lnTo>
                  <a:lnTo>
                    <a:pt x="393203" y="1623558"/>
                  </a:lnTo>
                  <a:lnTo>
                    <a:pt x="646175" y="1634905"/>
                  </a:lnTo>
                  <a:lnTo>
                    <a:pt x="3320301" y="1706511"/>
                  </a:lnTo>
                  <a:lnTo>
                    <a:pt x="3452622" y="1707816"/>
                  </a:lnTo>
                  <a:lnTo>
                    <a:pt x="3519895" y="1707373"/>
                  </a:lnTo>
                  <a:lnTo>
                    <a:pt x="3583424" y="1705927"/>
                  </a:lnTo>
                  <a:lnTo>
                    <a:pt x="3641368" y="1703301"/>
                  </a:lnTo>
                  <a:lnTo>
                    <a:pt x="3691890" y="1699321"/>
                  </a:lnTo>
                  <a:lnTo>
                    <a:pt x="3733148" y="1693811"/>
                  </a:lnTo>
                  <a:lnTo>
                    <a:pt x="3780517" y="1677495"/>
                  </a:lnTo>
                  <a:lnTo>
                    <a:pt x="3782949" y="1666338"/>
                  </a:lnTo>
                  <a:lnTo>
                    <a:pt x="3763889" y="1653538"/>
                  </a:lnTo>
                  <a:lnTo>
                    <a:pt x="3723681" y="1640717"/>
                  </a:lnTo>
                  <a:lnTo>
                    <a:pt x="3669825" y="1628117"/>
                  </a:lnTo>
                  <a:lnTo>
                    <a:pt x="3551155" y="1604547"/>
                  </a:lnTo>
                  <a:lnTo>
                    <a:pt x="3501337" y="1594062"/>
                  </a:lnTo>
                  <a:lnTo>
                    <a:pt x="3417050" y="1564236"/>
                  </a:lnTo>
                  <a:lnTo>
                    <a:pt x="3367877" y="1541700"/>
                  </a:lnTo>
                  <a:lnTo>
                    <a:pt x="3320444" y="1517233"/>
                  </a:lnTo>
                  <a:lnTo>
                    <a:pt x="3274851" y="1490909"/>
                  </a:lnTo>
                  <a:lnTo>
                    <a:pt x="3231197" y="1462803"/>
                  </a:lnTo>
                  <a:lnTo>
                    <a:pt x="3189583" y="1432989"/>
                  </a:lnTo>
                  <a:lnTo>
                    <a:pt x="3150108" y="1401543"/>
                  </a:lnTo>
                  <a:lnTo>
                    <a:pt x="3103695" y="1357790"/>
                  </a:lnTo>
                  <a:lnTo>
                    <a:pt x="3057224" y="1304566"/>
                  </a:lnTo>
                  <a:lnTo>
                    <a:pt x="3009802" y="1243837"/>
                  </a:lnTo>
                  <a:lnTo>
                    <a:pt x="2985456" y="1211272"/>
                  </a:lnTo>
                  <a:lnTo>
                    <a:pt x="2934937" y="1142970"/>
                  </a:lnTo>
                  <a:lnTo>
                    <a:pt x="2908541" y="1107724"/>
                  </a:lnTo>
                  <a:lnTo>
                    <a:pt x="2881238" y="1072076"/>
                  </a:lnTo>
                  <a:lnTo>
                    <a:pt x="2852918" y="1036271"/>
                  </a:lnTo>
                  <a:lnTo>
                    <a:pt x="2844683" y="1026283"/>
                  </a:lnTo>
                  <a:lnTo>
                    <a:pt x="1154620" y="1026283"/>
                  </a:lnTo>
                  <a:lnTo>
                    <a:pt x="1104518" y="1023792"/>
                  </a:lnTo>
                  <a:lnTo>
                    <a:pt x="1054982" y="1016314"/>
                  </a:lnTo>
                  <a:lnTo>
                    <a:pt x="1006694" y="1003845"/>
                  </a:lnTo>
                  <a:lnTo>
                    <a:pt x="960335" y="986380"/>
                  </a:lnTo>
                  <a:lnTo>
                    <a:pt x="912803" y="960854"/>
                  </a:lnTo>
                  <a:lnTo>
                    <a:pt x="871751" y="931329"/>
                  </a:lnTo>
                  <a:lnTo>
                    <a:pt x="836456" y="898249"/>
                  </a:lnTo>
                  <a:lnTo>
                    <a:pt x="806195" y="862055"/>
                  </a:lnTo>
                  <a:lnTo>
                    <a:pt x="780246" y="823190"/>
                  </a:lnTo>
                  <a:lnTo>
                    <a:pt x="757886" y="782095"/>
                  </a:lnTo>
                  <a:lnTo>
                    <a:pt x="738392" y="739212"/>
                  </a:lnTo>
                  <a:lnTo>
                    <a:pt x="721041" y="694985"/>
                  </a:lnTo>
                  <a:lnTo>
                    <a:pt x="705110" y="649854"/>
                  </a:lnTo>
                  <a:lnTo>
                    <a:pt x="674618" y="558653"/>
                  </a:lnTo>
                  <a:lnTo>
                    <a:pt x="658611" y="513466"/>
                  </a:lnTo>
                  <a:lnTo>
                    <a:pt x="641133" y="469145"/>
                  </a:lnTo>
                  <a:lnTo>
                    <a:pt x="621461" y="426132"/>
                  </a:lnTo>
                  <a:lnTo>
                    <a:pt x="600205" y="388279"/>
                  </a:lnTo>
                  <a:lnTo>
                    <a:pt x="576280" y="351681"/>
                  </a:lnTo>
                  <a:lnTo>
                    <a:pt x="549788" y="316397"/>
                  </a:lnTo>
                  <a:lnTo>
                    <a:pt x="520830" y="282485"/>
                  </a:lnTo>
                  <a:lnTo>
                    <a:pt x="489510" y="250003"/>
                  </a:lnTo>
                  <a:lnTo>
                    <a:pt x="455927" y="219009"/>
                  </a:lnTo>
                  <a:lnTo>
                    <a:pt x="420185" y="189562"/>
                  </a:lnTo>
                  <a:lnTo>
                    <a:pt x="382385" y="161720"/>
                  </a:lnTo>
                  <a:lnTo>
                    <a:pt x="342628" y="135541"/>
                  </a:lnTo>
                  <a:lnTo>
                    <a:pt x="301016" y="111085"/>
                  </a:lnTo>
                  <a:lnTo>
                    <a:pt x="257652" y="88408"/>
                  </a:lnTo>
                  <a:lnTo>
                    <a:pt x="212637" y="67570"/>
                  </a:lnTo>
                  <a:lnTo>
                    <a:pt x="166072" y="48628"/>
                  </a:lnTo>
                  <a:lnTo>
                    <a:pt x="118059" y="31641"/>
                  </a:lnTo>
                  <a:lnTo>
                    <a:pt x="68700" y="16668"/>
                  </a:lnTo>
                  <a:lnTo>
                    <a:pt x="18098" y="3767"/>
                  </a:lnTo>
                  <a:lnTo>
                    <a:pt x="0" y="0"/>
                  </a:lnTo>
                  <a:close/>
                </a:path>
                <a:path w="3783329" h="1708150">
                  <a:moveTo>
                    <a:pt x="2153920" y="643099"/>
                  </a:moveTo>
                  <a:lnTo>
                    <a:pt x="2095328" y="645550"/>
                  </a:lnTo>
                  <a:lnTo>
                    <a:pt x="2037675" y="652573"/>
                  </a:lnTo>
                  <a:lnTo>
                    <a:pt x="1981102" y="663671"/>
                  </a:lnTo>
                  <a:lnTo>
                    <a:pt x="1925753" y="678347"/>
                  </a:lnTo>
                  <a:lnTo>
                    <a:pt x="1871771" y="696103"/>
                  </a:lnTo>
                  <a:lnTo>
                    <a:pt x="1819298" y="716442"/>
                  </a:lnTo>
                  <a:lnTo>
                    <a:pt x="1768478" y="738868"/>
                  </a:lnTo>
                  <a:lnTo>
                    <a:pt x="1719453" y="762884"/>
                  </a:lnTo>
                  <a:lnTo>
                    <a:pt x="1672367" y="787991"/>
                  </a:lnTo>
                  <a:lnTo>
                    <a:pt x="1627363" y="813695"/>
                  </a:lnTo>
                  <a:lnTo>
                    <a:pt x="1584582" y="839496"/>
                  </a:lnTo>
                  <a:lnTo>
                    <a:pt x="1544169" y="864899"/>
                  </a:lnTo>
                  <a:lnTo>
                    <a:pt x="1438563" y="933745"/>
                  </a:lnTo>
                  <a:lnTo>
                    <a:pt x="1409048" y="952583"/>
                  </a:lnTo>
                  <a:lnTo>
                    <a:pt x="1359408" y="981109"/>
                  </a:lnTo>
                  <a:lnTo>
                    <a:pt x="1311204" y="1000839"/>
                  </a:lnTo>
                  <a:lnTo>
                    <a:pt x="1260471" y="1014960"/>
                  </a:lnTo>
                  <a:lnTo>
                    <a:pt x="1208010" y="1023448"/>
                  </a:lnTo>
                  <a:lnTo>
                    <a:pt x="1154620" y="1026283"/>
                  </a:lnTo>
                  <a:lnTo>
                    <a:pt x="2844683" y="1026283"/>
                  </a:lnTo>
                  <a:lnTo>
                    <a:pt x="2792780" y="965175"/>
                  </a:lnTo>
                  <a:lnTo>
                    <a:pt x="2760739" y="930374"/>
                  </a:lnTo>
                  <a:lnTo>
                    <a:pt x="2727235" y="896399"/>
                  </a:lnTo>
                  <a:lnTo>
                    <a:pt x="2692156" y="863496"/>
                  </a:lnTo>
                  <a:lnTo>
                    <a:pt x="2655391" y="831910"/>
                  </a:lnTo>
                  <a:lnTo>
                    <a:pt x="2616828" y="801887"/>
                  </a:lnTo>
                  <a:lnTo>
                    <a:pt x="2576357" y="773673"/>
                  </a:lnTo>
                  <a:lnTo>
                    <a:pt x="2533865" y="747514"/>
                  </a:lnTo>
                  <a:lnTo>
                    <a:pt x="2489241" y="723654"/>
                  </a:lnTo>
                  <a:lnTo>
                    <a:pt x="2442374" y="702340"/>
                  </a:lnTo>
                  <a:lnTo>
                    <a:pt x="2393153" y="683818"/>
                  </a:lnTo>
                  <a:lnTo>
                    <a:pt x="2341465" y="668332"/>
                  </a:lnTo>
                  <a:lnTo>
                    <a:pt x="2287200" y="656129"/>
                  </a:lnTo>
                  <a:lnTo>
                    <a:pt x="2230247" y="647455"/>
                  </a:lnTo>
                  <a:lnTo>
                    <a:pt x="2191893" y="644177"/>
                  </a:lnTo>
                  <a:lnTo>
                    <a:pt x="2172846" y="643367"/>
                  </a:lnTo>
                  <a:lnTo>
                    <a:pt x="2153920" y="643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8546" y="4430267"/>
              <a:ext cx="4015104" cy="713740"/>
            </a:xfrm>
            <a:custGeom>
              <a:avLst/>
              <a:gdLst/>
              <a:ahLst/>
              <a:cxnLst/>
              <a:rect l="l" t="t" r="r" b="b"/>
              <a:pathLst>
                <a:path w="4015104" h="713739">
                  <a:moveTo>
                    <a:pt x="0" y="0"/>
                  </a:moveTo>
                  <a:lnTo>
                    <a:pt x="17828" y="50212"/>
                  </a:lnTo>
                  <a:lnTo>
                    <a:pt x="33362" y="100525"/>
                  </a:lnTo>
                  <a:lnTo>
                    <a:pt x="46722" y="150933"/>
                  </a:lnTo>
                  <a:lnTo>
                    <a:pt x="58029" y="201425"/>
                  </a:lnTo>
                  <a:lnTo>
                    <a:pt x="67404" y="251996"/>
                  </a:lnTo>
                  <a:lnTo>
                    <a:pt x="74968" y="302636"/>
                  </a:lnTo>
                  <a:lnTo>
                    <a:pt x="80841" y="353337"/>
                  </a:lnTo>
                  <a:lnTo>
                    <a:pt x="85144" y="404092"/>
                  </a:lnTo>
                  <a:lnTo>
                    <a:pt x="87998" y="454892"/>
                  </a:lnTo>
                  <a:lnTo>
                    <a:pt x="89523" y="505730"/>
                  </a:lnTo>
                  <a:lnTo>
                    <a:pt x="89841" y="556597"/>
                  </a:lnTo>
                  <a:lnTo>
                    <a:pt x="89072" y="607485"/>
                  </a:lnTo>
                  <a:lnTo>
                    <a:pt x="87337" y="658387"/>
                  </a:lnTo>
                  <a:lnTo>
                    <a:pt x="84500" y="713231"/>
                  </a:lnTo>
                  <a:lnTo>
                    <a:pt x="4014787" y="713231"/>
                  </a:lnTo>
                  <a:lnTo>
                    <a:pt x="3981875" y="680057"/>
                  </a:lnTo>
                  <a:lnTo>
                    <a:pt x="3936142" y="644205"/>
                  </a:lnTo>
                  <a:lnTo>
                    <a:pt x="3877645" y="605494"/>
                  </a:lnTo>
                  <a:lnTo>
                    <a:pt x="3843871" y="585341"/>
                  </a:lnTo>
                  <a:lnTo>
                    <a:pt x="3807221" y="564801"/>
                  </a:lnTo>
                  <a:lnTo>
                    <a:pt x="3767797" y="543984"/>
                  </a:lnTo>
                  <a:lnTo>
                    <a:pt x="3725706" y="522999"/>
                  </a:lnTo>
                  <a:lnTo>
                    <a:pt x="3681052" y="501955"/>
                  </a:lnTo>
                  <a:lnTo>
                    <a:pt x="3633940" y="480962"/>
                  </a:lnTo>
                  <a:lnTo>
                    <a:pt x="3584475" y="460129"/>
                  </a:lnTo>
                  <a:lnTo>
                    <a:pt x="3532760" y="439566"/>
                  </a:lnTo>
                  <a:lnTo>
                    <a:pt x="3478902" y="419381"/>
                  </a:lnTo>
                  <a:lnTo>
                    <a:pt x="3423004" y="399684"/>
                  </a:lnTo>
                  <a:lnTo>
                    <a:pt x="3365171" y="380584"/>
                  </a:lnTo>
                  <a:lnTo>
                    <a:pt x="3305509" y="362190"/>
                  </a:lnTo>
                  <a:lnTo>
                    <a:pt x="3244121" y="344613"/>
                  </a:lnTo>
                  <a:lnTo>
                    <a:pt x="3181113" y="327960"/>
                  </a:lnTo>
                  <a:lnTo>
                    <a:pt x="3116589" y="312342"/>
                  </a:lnTo>
                  <a:lnTo>
                    <a:pt x="3050654" y="297868"/>
                  </a:lnTo>
                  <a:lnTo>
                    <a:pt x="2983413" y="284647"/>
                  </a:lnTo>
                  <a:lnTo>
                    <a:pt x="2914970" y="272787"/>
                  </a:lnTo>
                  <a:lnTo>
                    <a:pt x="2845431" y="262400"/>
                  </a:lnTo>
                  <a:lnTo>
                    <a:pt x="2774899" y="253593"/>
                  </a:lnTo>
                  <a:lnTo>
                    <a:pt x="2717351" y="247703"/>
                  </a:lnTo>
                  <a:lnTo>
                    <a:pt x="2661013" y="243032"/>
                  </a:lnTo>
                  <a:lnTo>
                    <a:pt x="2605846" y="239514"/>
                  </a:lnTo>
                  <a:lnTo>
                    <a:pt x="2551811" y="237082"/>
                  </a:lnTo>
                  <a:lnTo>
                    <a:pt x="2498871" y="235672"/>
                  </a:lnTo>
                  <a:lnTo>
                    <a:pt x="2446985" y="235216"/>
                  </a:lnTo>
                  <a:lnTo>
                    <a:pt x="2387689" y="235805"/>
                  </a:lnTo>
                  <a:lnTo>
                    <a:pt x="2329726" y="237503"/>
                  </a:lnTo>
                  <a:lnTo>
                    <a:pt x="2273035" y="240203"/>
                  </a:lnTo>
                  <a:lnTo>
                    <a:pt x="2217554" y="243800"/>
                  </a:lnTo>
                  <a:lnTo>
                    <a:pt x="2163221" y="248189"/>
                  </a:lnTo>
                  <a:lnTo>
                    <a:pt x="2109975" y="253264"/>
                  </a:lnTo>
                  <a:lnTo>
                    <a:pt x="2057756" y="258919"/>
                  </a:lnTo>
                  <a:lnTo>
                    <a:pt x="2006500" y="265049"/>
                  </a:lnTo>
                  <a:lnTo>
                    <a:pt x="1956148" y="271549"/>
                  </a:lnTo>
                  <a:lnTo>
                    <a:pt x="1906636" y="278312"/>
                  </a:lnTo>
                  <a:lnTo>
                    <a:pt x="1715777" y="305894"/>
                  </a:lnTo>
                  <a:lnTo>
                    <a:pt x="1669551" y="312393"/>
                  </a:lnTo>
                  <a:lnTo>
                    <a:pt x="1623798" y="318524"/>
                  </a:lnTo>
                  <a:lnTo>
                    <a:pt x="1578457" y="324179"/>
                  </a:lnTo>
                  <a:lnTo>
                    <a:pt x="1533465" y="329254"/>
                  </a:lnTo>
                  <a:lnTo>
                    <a:pt x="1488762" y="333642"/>
                  </a:lnTo>
                  <a:lnTo>
                    <a:pt x="1444286" y="337240"/>
                  </a:lnTo>
                  <a:lnTo>
                    <a:pt x="1399975" y="339940"/>
                  </a:lnTo>
                  <a:lnTo>
                    <a:pt x="1355768" y="341637"/>
                  </a:lnTo>
                  <a:lnTo>
                    <a:pt x="1311605" y="342226"/>
                  </a:lnTo>
                  <a:lnTo>
                    <a:pt x="1271286" y="341705"/>
                  </a:lnTo>
                  <a:lnTo>
                    <a:pt x="1230896" y="340090"/>
                  </a:lnTo>
                  <a:lnTo>
                    <a:pt x="1190411" y="337308"/>
                  </a:lnTo>
                  <a:lnTo>
                    <a:pt x="1149807" y="333286"/>
                  </a:lnTo>
                  <a:lnTo>
                    <a:pt x="1080371" y="322622"/>
                  </a:lnTo>
                  <a:lnTo>
                    <a:pt x="1022748" y="308460"/>
                  </a:lnTo>
                  <a:lnTo>
                    <a:pt x="974737" y="291279"/>
                  </a:lnTo>
                  <a:lnTo>
                    <a:pt x="934140" y="271561"/>
                  </a:lnTo>
                  <a:lnTo>
                    <a:pt x="898759" y="249786"/>
                  </a:lnTo>
                  <a:lnTo>
                    <a:pt x="866395" y="226435"/>
                  </a:lnTo>
                  <a:lnTo>
                    <a:pt x="818698" y="189503"/>
                  </a:lnTo>
                  <a:lnTo>
                    <a:pt x="801926" y="176925"/>
                  </a:lnTo>
                  <a:lnTo>
                    <a:pt x="765423" y="151727"/>
                  </a:lnTo>
                  <a:lnTo>
                    <a:pt x="723143" y="126875"/>
                  </a:lnTo>
                  <a:lnTo>
                    <a:pt x="672888" y="102849"/>
                  </a:lnTo>
                  <a:lnTo>
                    <a:pt x="612460" y="80129"/>
                  </a:lnTo>
                  <a:lnTo>
                    <a:pt x="539659" y="59197"/>
                  </a:lnTo>
                  <a:lnTo>
                    <a:pt x="497932" y="49551"/>
                  </a:lnTo>
                  <a:lnTo>
                    <a:pt x="452287" y="40532"/>
                  </a:lnTo>
                  <a:lnTo>
                    <a:pt x="402450" y="32200"/>
                  </a:lnTo>
                  <a:lnTo>
                    <a:pt x="348146" y="24615"/>
                  </a:lnTo>
                  <a:lnTo>
                    <a:pt x="289100" y="17837"/>
                  </a:lnTo>
                  <a:lnTo>
                    <a:pt x="225037" y="11927"/>
                  </a:lnTo>
                  <a:lnTo>
                    <a:pt x="155682" y="6944"/>
                  </a:lnTo>
                  <a:lnTo>
                    <a:pt x="80762" y="29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0271" y="4663439"/>
              <a:ext cx="97536" cy="990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0511" y="4383023"/>
              <a:ext cx="164592" cy="16306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709236"/>
              <a:ext cx="2388870" cy="1434465"/>
            </a:xfrm>
            <a:custGeom>
              <a:avLst/>
              <a:gdLst/>
              <a:ahLst/>
              <a:cxnLst/>
              <a:rect l="l" t="t" r="r" b="b"/>
              <a:pathLst>
                <a:path w="2388870" h="1434464">
                  <a:moveTo>
                    <a:pt x="0" y="0"/>
                  </a:moveTo>
                  <a:lnTo>
                    <a:pt x="0" y="1434262"/>
                  </a:lnTo>
                  <a:lnTo>
                    <a:pt x="2388636" y="1434262"/>
                  </a:lnTo>
                  <a:lnTo>
                    <a:pt x="2304652" y="1409385"/>
                  </a:lnTo>
                  <a:lnTo>
                    <a:pt x="2256770" y="1396000"/>
                  </a:lnTo>
                  <a:lnTo>
                    <a:pt x="2208761" y="1383133"/>
                  </a:lnTo>
                  <a:lnTo>
                    <a:pt x="2160627" y="1370788"/>
                  </a:lnTo>
                  <a:lnTo>
                    <a:pt x="2112371" y="1358964"/>
                  </a:lnTo>
                  <a:lnTo>
                    <a:pt x="2063996" y="1347664"/>
                  </a:lnTo>
                  <a:lnTo>
                    <a:pt x="2015505" y="1336888"/>
                  </a:lnTo>
                  <a:lnTo>
                    <a:pt x="1966902" y="1326639"/>
                  </a:lnTo>
                  <a:lnTo>
                    <a:pt x="1918190" y="1316916"/>
                  </a:lnTo>
                  <a:lnTo>
                    <a:pt x="1869371" y="1307723"/>
                  </a:lnTo>
                  <a:lnTo>
                    <a:pt x="1820449" y="1299059"/>
                  </a:lnTo>
                  <a:lnTo>
                    <a:pt x="1771426" y="1290926"/>
                  </a:lnTo>
                  <a:lnTo>
                    <a:pt x="1722307" y="1283327"/>
                  </a:lnTo>
                  <a:lnTo>
                    <a:pt x="1673093" y="1276261"/>
                  </a:lnTo>
                  <a:lnTo>
                    <a:pt x="1623788" y="1269730"/>
                  </a:lnTo>
                  <a:lnTo>
                    <a:pt x="1574396" y="1263736"/>
                  </a:lnTo>
                  <a:lnTo>
                    <a:pt x="1524918" y="1258281"/>
                  </a:lnTo>
                  <a:lnTo>
                    <a:pt x="1377507" y="1243886"/>
                  </a:lnTo>
                  <a:lnTo>
                    <a:pt x="1328379" y="1238375"/>
                  </a:lnTo>
                  <a:lnTo>
                    <a:pt x="1279504" y="1231633"/>
                  </a:lnTo>
                  <a:lnTo>
                    <a:pt x="1231171" y="1223122"/>
                  </a:lnTo>
                  <a:lnTo>
                    <a:pt x="1183670" y="1212305"/>
                  </a:lnTo>
                  <a:lnTo>
                    <a:pt x="1137293" y="1198643"/>
                  </a:lnTo>
                  <a:lnTo>
                    <a:pt x="1092327" y="1181599"/>
                  </a:lnTo>
                  <a:lnTo>
                    <a:pt x="1049065" y="1160636"/>
                  </a:lnTo>
                  <a:lnTo>
                    <a:pt x="1007795" y="1135216"/>
                  </a:lnTo>
                  <a:lnTo>
                    <a:pt x="968660" y="1104438"/>
                  </a:lnTo>
                  <a:lnTo>
                    <a:pt x="933301" y="1069975"/>
                  </a:lnTo>
                  <a:lnTo>
                    <a:pt x="901404" y="1032279"/>
                  </a:lnTo>
                  <a:lnTo>
                    <a:pt x="872655" y="991800"/>
                  </a:lnTo>
                  <a:lnTo>
                    <a:pt x="846740" y="948991"/>
                  </a:lnTo>
                  <a:lnTo>
                    <a:pt x="823344" y="904303"/>
                  </a:lnTo>
                  <a:lnTo>
                    <a:pt x="802153" y="858189"/>
                  </a:lnTo>
                  <a:lnTo>
                    <a:pt x="782852" y="811099"/>
                  </a:lnTo>
                  <a:lnTo>
                    <a:pt x="765128" y="763485"/>
                  </a:lnTo>
                  <a:lnTo>
                    <a:pt x="748665" y="715798"/>
                  </a:lnTo>
                  <a:lnTo>
                    <a:pt x="716919" y="620044"/>
                  </a:lnTo>
                  <a:lnTo>
                    <a:pt x="700486" y="572164"/>
                  </a:lnTo>
                  <a:lnTo>
                    <a:pt x="683115" y="524700"/>
                  </a:lnTo>
                  <a:lnTo>
                    <a:pt x="664383" y="477969"/>
                  </a:lnTo>
                  <a:lnTo>
                    <a:pt x="643866" y="432283"/>
                  </a:lnTo>
                  <a:lnTo>
                    <a:pt x="621142" y="387959"/>
                  </a:lnTo>
                  <a:lnTo>
                    <a:pt x="595788" y="345309"/>
                  </a:lnTo>
                  <a:lnTo>
                    <a:pt x="567380" y="304650"/>
                  </a:lnTo>
                  <a:lnTo>
                    <a:pt x="535495" y="266295"/>
                  </a:lnTo>
                  <a:lnTo>
                    <a:pt x="502816" y="233603"/>
                  </a:lnTo>
                  <a:lnTo>
                    <a:pt x="467671" y="203534"/>
                  </a:lnTo>
                  <a:lnTo>
                    <a:pt x="430501" y="175798"/>
                  </a:lnTo>
                  <a:lnTo>
                    <a:pt x="391745" y="150104"/>
                  </a:lnTo>
                  <a:lnTo>
                    <a:pt x="351844" y="126162"/>
                  </a:lnTo>
                  <a:lnTo>
                    <a:pt x="311238" y="103684"/>
                  </a:lnTo>
                  <a:lnTo>
                    <a:pt x="265395" y="81035"/>
                  </a:lnTo>
                  <a:lnTo>
                    <a:pt x="218266" y="60198"/>
                  </a:lnTo>
                  <a:lnTo>
                    <a:pt x="170008" y="41547"/>
                  </a:lnTo>
                  <a:lnTo>
                    <a:pt x="120778" y="25452"/>
                  </a:lnTo>
                  <a:lnTo>
                    <a:pt x="70732" y="12286"/>
                  </a:lnTo>
                  <a:lnTo>
                    <a:pt x="20027" y="2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1391" y="4017263"/>
              <a:ext cx="99060" cy="9906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204" y="3006851"/>
            <a:ext cx="164592" cy="16459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968309" y="0"/>
            <a:ext cx="4175760" cy="1870710"/>
            <a:chOff x="4968309" y="0"/>
            <a:chExt cx="4175760" cy="1870710"/>
          </a:xfrm>
        </p:grpSpPr>
        <p:sp>
          <p:nvSpPr>
            <p:cNvPr id="11" name="object 11"/>
            <p:cNvSpPr/>
            <p:nvPr/>
          </p:nvSpPr>
          <p:spPr>
            <a:xfrm>
              <a:off x="5379339" y="166115"/>
              <a:ext cx="3764915" cy="1704339"/>
            </a:xfrm>
            <a:custGeom>
              <a:avLst/>
              <a:gdLst/>
              <a:ahLst/>
              <a:cxnLst/>
              <a:rect l="l" t="t" r="r" b="b"/>
              <a:pathLst>
                <a:path w="3764915" h="1704339">
                  <a:moveTo>
                    <a:pt x="3764660" y="681482"/>
                  </a:moveTo>
                  <a:lnTo>
                    <a:pt x="2628391" y="681482"/>
                  </a:lnTo>
                  <a:lnTo>
                    <a:pt x="2678449" y="683982"/>
                  </a:lnTo>
                  <a:lnTo>
                    <a:pt x="2727960" y="691483"/>
                  </a:lnTo>
                  <a:lnTo>
                    <a:pt x="2776231" y="703984"/>
                  </a:lnTo>
                  <a:lnTo>
                    <a:pt x="2822575" y="721487"/>
                  </a:lnTo>
                  <a:lnTo>
                    <a:pt x="2870120" y="747010"/>
                  </a:lnTo>
                  <a:lnTo>
                    <a:pt x="2911184" y="776531"/>
                  </a:lnTo>
                  <a:lnTo>
                    <a:pt x="2946490" y="809607"/>
                  </a:lnTo>
                  <a:lnTo>
                    <a:pt x="2976760" y="845798"/>
                  </a:lnTo>
                  <a:lnTo>
                    <a:pt x="3002718" y="884659"/>
                  </a:lnTo>
                  <a:lnTo>
                    <a:pt x="3025085" y="925750"/>
                  </a:lnTo>
                  <a:lnTo>
                    <a:pt x="3044586" y="968629"/>
                  </a:lnTo>
                  <a:lnTo>
                    <a:pt x="3061943" y="1012852"/>
                  </a:lnTo>
                  <a:lnTo>
                    <a:pt x="3077879" y="1057978"/>
                  </a:lnTo>
                  <a:lnTo>
                    <a:pt x="3108378" y="1149172"/>
                  </a:lnTo>
                  <a:lnTo>
                    <a:pt x="3124386" y="1194355"/>
                  </a:lnTo>
                  <a:lnTo>
                    <a:pt x="3141866" y="1238673"/>
                  </a:lnTo>
                  <a:lnTo>
                    <a:pt x="3161538" y="1281684"/>
                  </a:lnTo>
                  <a:lnTo>
                    <a:pt x="3182779" y="1319536"/>
                  </a:lnTo>
                  <a:lnTo>
                    <a:pt x="3206693" y="1356134"/>
                  </a:lnTo>
                  <a:lnTo>
                    <a:pt x="3233176" y="1391418"/>
                  </a:lnTo>
                  <a:lnTo>
                    <a:pt x="3262127" y="1425331"/>
                  </a:lnTo>
                  <a:lnTo>
                    <a:pt x="3293444" y="1457813"/>
                  </a:lnTo>
                  <a:lnTo>
                    <a:pt x="3327024" y="1488807"/>
                  </a:lnTo>
                  <a:lnTo>
                    <a:pt x="3362766" y="1518254"/>
                  </a:lnTo>
                  <a:lnTo>
                    <a:pt x="3400567" y="1546096"/>
                  </a:lnTo>
                  <a:lnTo>
                    <a:pt x="3440326" y="1572274"/>
                  </a:lnTo>
                  <a:lnTo>
                    <a:pt x="3481941" y="1596731"/>
                  </a:lnTo>
                  <a:lnTo>
                    <a:pt x="3525310" y="1619408"/>
                  </a:lnTo>
                  <a:lnTo>
                    <a:pt x="3570331" y="1640246"/>
                  </a:lnTo>
                  <a:lnTo>
                    <a:pt x="3616901" y="1659187"/>
                  </a:lnTo>
                  <a:lnTo>
                    <a:pt x="3664919" y="1676174"/>
                  </a:lnTo>
                  <a:lnTo>
                    <a:pt x="3714283" y="1691147"/>
                  </a:lnTo>
                  <a:lnTo>
                    <a:pt x="3764660" y="1703990"/>
                  </a:lnTo>
                  <a:lnTo>
                    <a:pt x="3764660" y="681482"/>
                  </a:lnTo>
                  <a:close/>
                </a:path>
                <a:path w="3764915" h="1704339">
                  <a:moveTo>
                    <a:pt x="330326" y="0"/>
                  </a:moveTo>
                  <a:lnTo>
                    <a:pt x="263053" y="440"/>
                  </a:lnTo>
                  <a:lnTo>
                    <a:pt x="199524" y="1881"/>
                  </a:lnTo>
                  <a:lnTo>
                    <a:pt x="141580" y="4500"/>
                  </a:lnTo>
                  <a:lnTo>
                    <a:pt x="91058" y="8477"/>
                  </a:lnTo>
                  <a:lnTo>
                    <a:pt x="49800" y="13989"/>
                  </a:lnTo>
                  <a:lnTo>
                    <a:pt x="2431" y="30337"/>
                  </a:lnTo>
                  <a:lnTo>
                    <a:pt x="0" y="41529"/>
                  </a:lnTo>
                  <a:lnTo>
                    <a:pt x="19059" y="54303"/>
                  </a:lnTo>
                  <a:lnTo>
                    <a:pt x="59267" y="67101"/>
                  </a:lnTo>
                  <a:lnTo>
                    <a:pt x="113123" y="79684"/>
                  </a:lnTo>
                  <a:lnTo>
                    <a:pt x="231793" y="103244"/>
                  </a:lnTo>
                  <a:lnTo>
                    <a:pt x="281611" y="113741"/>
                  </a:lnTo>
                  <a:lnTo>
                    <a:pt x="365898" y="143578"/>
                  </a:lnTo>
                  <a:lnTo>
                    <a:pt x="415071" y="166103"/>
                  </a:lnTo>
                  <a:lnTo>
                    <a:pt x="462504" y="190566"/>
                  </a:lnTo>
                  <a:lnTo>
                    <a:pt x="508097" y="216893"/>
                  </a:lnTo>
                  <a:lnTo>
                    <a:pt x="551751" y="245010"/>
                  </a:lnTo>
                  <a:lnTo>
                    <a:pt x="593365" y="274845"/>
                  </a:lnTo>
                  <a:lnTo>
                    <a:pt x="632840" y="306324"/>
                  </a:lnTo>
                  <a:lnTo>
                    <a:pt x="679253" y="350068"/>
                  </a:lnTo>
                  <a:lnTo>
                    <a:pt x="725724" y="403282"/>
                  </a:lnTo>
                  <a:lnTo>
                    <a:pt x="773146" y="464001"/>
                  </a:lnTo>
                  <a:lnTo>
                    <a:pt x="797492" y="496561"/>
                  </a:lnTo>
                  <a:lnTo>
                    <a:pt x="848011" y="564853"/>
                  </a:lnTo>
                  <a:lnTo>
                    <a:pt x="874407" y="600094"/>
                  </a:lnTo>
                  <a:lnTo>
                    <a:pt x="901710" y="635738"/>
                  </a:lnTo>
                  <a:lnTo>
                    <a:pt x="930030" y="671538"/>
                  </a:lnTo>
                  <a:lnTo>
                    <a:pt x="959478" y="707249"/>
                  </a:lnTo>
                  <a:lnTo>
                    <a:pt x="990168" y="742626"/>
                  </a:lnTo>
                  <a:lnTo>
                    <a:pt x="1022209" y="777423"/>
                  </a:lnTo>
                  <a:lnTo>
                    <a:pt x="1055713" y="811394"/>
                  </a:lnTo>
                  <a:lnTo>
                    <a:pt x="1090792" y="844294"/>
                  </a:lnTo>
                  <a:lnTo>
                    <a:pt x="1127557" y="875876"/>
                  </a:lnTo>
                  <a:lnTo>
                    <a:pt x="1166120" y="905896"/>
                  </a:lnTo>
                  <a:lnTo>
                    <a:pt x="1206591" y="934108"/>
                  </a:lnTo>
                  <a:lnTo>
                    <a:pt x="1249083" y="960265"/>
                  </a:lnTo>
                  <a:lnTo>
                    <a:pt x="1293707" y="984123"/>
                  </a:lnTo>
                  <a:lnTo>
                    <a:pt x="1340574" y="1005436"/>
                  </a:lnTo>
                  <a:lnTo>
                    <a:pt x="1389795" y="1023958"/>
                  </a:lnTo>
                  <a:lnTo>
                    <a:pt x="1441483" y="1039444"/>
                  </a:lnTo>
                  <a:lnTo>
                    <a:pt x="1495748" y="1051647"/>
                  </a:lnTo>
                  <a:lnTo>
                    <a:pt x="1552702" y="1060323"/>
                  </a:lnTo>
                  <a:lnTo>
                    <a:pt x="1591056" y="1063640"/>
                  </a:lnTo>
                  <a:lnTo>
                    <a:pt x="1629029" y="1064768"/>
                  </a:lnTo>
                  <a:lnTo>
                    <a:pt x="1687620" y="1062315"/>
                  </a:lnTo>
                  <a:lnTo>
                    <a:pt x="1745273" y="1055289"/>
                  </a:lnTo>
                  <a:lnTo>
                    <a:pt x="1801846" y="1044188"/>
                  </a:lnTo>
                  <a:lnTo>
                    <a:pt x="1857195" y="1029507"/>
                  </a:lnTo>
                  <a:lnTo>
                    <a:pt x="1911177" y="1011745"/>
                  </a:lnTo>
                  <a:lnTo>
                    <a:pt x="1963650" y="991399"/>
                  </a:lnTo>
                  <a:lnTo>
                    <a:pt x="2014470" y="968966"/>
                  </a:lnTo>
                  <a:lnTo>
                    <a:pt x="2063495" y="944944"/>
                  </a:lnTo>
                  <a:lnTo>
                    <a:pt x="2110581" y="919829"/>
                  </a:lnTo>
                  <a:lnTo>
                    <a:pt x="2155585" y="894119"/>
                  </a:lnTo>
                  <a:lnTo>
                    <a:pt x="2198366" y="868311"/>
                  </a:lnTo>
                  <a:lnTo>
                    <a:pt x="2238779" y="842903"/>
                  </a:lnTo>
                  <a:lnTo>
                    <a:pt x="2344385" y="774049"/>
                  </a:lnTo>
                  <a:lnTo>
                    <a:pt x="2373900" y="755212"/>
                  </a:lnTo>
                  <a:lnTo>
                    <a:pt x="2423541" y="726694"/>
                  </a:lnTo>
                  <a:lnTo>
                    <a:pt x="2471747" y="706985"/>
                  </a:lnTo>
                  <a:lnTo>
                    <a:pt x="2522489" y="692848"/>
                  </a:lnTo>
                  <a:lnTo>
                    <a:pt x="2574970" y="684331"/>
                  </a:lnTo>
                  <a:lnTo>
                    <a:pt x="2628391" y="681482"/>
                  </a:lnTo>
                  <a:lnTo>
                    <a:pt x="3764660" y="681482"/>
                  </a:lnTo>
                  <a:lnTo>
                    <a:pt x="3764660" y="111137"/>
                  </a:lnTo>
                  <a:lnTo>
                    <a:pt x="3642078" y="100701"/>
                  </a:lnTo>
                  <a:lnTo>
                    <a:pt x="3440274" y="87086"/>
                  </a:lnTo>
                  <a:lnTo>
                    <a:pt x="3136777" y="72921"/>
                  </a:lnTo>
                  <a:lnTo>
                    <a:pt x="795274" y="11811"/>
                  </a:lnTo>
                  <a:lnTo>
                    <a:pt x="527407" y="2695"/>
                  </a:lnTo>
                  <a:lnTo>
                    <a:pt x="396419" y="350"/>
                  </a:lnTo>
                  <a:lnTo>
                    <a:pt x="330326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68309" y="0"/>
              <a:ext cx="4037329" cy="751840"/>
            </a:xfrm>
            <a:custGeom>
              <a:avLst/>
              <a:gdLst/>
              <a:ahLst/>
              <a:cxnLst/>
              <a:rect l="l" t="t" r="r" b="b"/>
              <a:pathLst>
                <a:path w="4037329" h="751840">
                  <a:moveTo>
                    <a:pt x="3954936" y="0"/>
                  </a:moveTo>
                  <a:lnTo>
                    <a:pt x="0" y="0"/>
                  </a:lnTo>
                  <a:lnTo>
                    <a:pt x="12249" y="24764"/>
                  </a:lnTo>
                  <a:lnTo>
                    <a:pt x="37262" y="54687"/>
                  </a:lnTo>
                  <a:lnTo>
                    <a:pt x="76298" y="88781"/>
                  </a:lnTo>
                  <a:lnTo>
                    <a:pt x="128517" y="126171"/>
                  </a:lnTo>
                  <a:lnTo>
                    <a:pt x="193083" y="165984"/>
                  </a:lnTo>
                  <a:lnTo>
                    <a:pt x="229734" y="186525"/>
                  </a:lnTo>
                  <a:lnTo>
                    <a:pt x="269157" y="207343"/>
                  </a:lnTo>
                  <a:lnTo>
                    <a:pt x="311248" y="228329"/>
                  </a:lnTo>
                  <a:lnTo>
                    <a:pt x="355902" y="249374"/>
                  </a:lnTo>
                  <a:lnTo>
                    <a:pt x="403014" y="270369"/>
                  </a:lnTo>
                  <a:lnTo>
                    <a:pt x="452480" y="291203"/>
                  </a:lnTo>
                  <a:lnTo>
                    <a:pt x="504194" y="311767"/>
                  </a:lnTo>
                  <a:lnTo>
                    <a:pt x="558053" y="331953"/>
                  </a:lnTo>
                  <a:lnTo>
                    <a:pt x="613951" y="351650"/>
                  </a:lnTo>
                  <a:lnTo>
                    <a:pt x="671783" y="370750"/>
                  </a:lnTo>
                  <a:lnTo>
                    <a:pt x="731446" y="389143"/>
                  </a:lnTo>
                  <a:lnTo>
                    <a:pt x="792833" y="406720"/>
                  </a:lnTo>
                  <a:lnTo>
                    <a:pt x="855841" y="423371"/>
                  </a:lnTo>
                  <a:lnTo>
                    <a:pt x="920365" y="438987"/>
                  </a:lnTo>
                  <a:lnTo>
                    <a:pt x="986300" y="453458"/>
                  </a:lnTo>
                  <a:lnTo>
                    <a:pt x="1053541" y="466676"/>
                  </a:lnTo>
                  <a:lnTo>
                    <a:pt x="1121984" y="478530"/>
                  </a:lnTo>
                  <a:lnTo>
                    <a:pt x="1191524" y="488912"/>
                  </a:lnTo>
                  <a:lnTo>
                    <a:pt x="1262056" y="497713"/>
                  </a:lnTo>
                  <a:lnTo>
                    <a:pt x="1319604" y="503619"/>
                  </a:lnTo>
                  <a:lnTo>
                    <a:pt x="1375942" y="508301"/>
                  </a:lnTo>
                  <a:lnTo>
                    <a:pt x="1431109" y="511825"/>
                  </a:lnTo>
                  <a:lnTo>
                    <a:pt x="1485143" y="514260"/>
                  </a:lnTo>
                  <a:lnTo>
                    <a:pt x="1538084" y="515672"/>
                  </a:lnTo>
                  <a:lnTo>
                    <a:pt x="1589970" y="516127"/>
                  </a:lnTo>
                  <a:lnTo>
                    <a:pt x="1649265" y="515538"/>
                  </a:lnTo>
                  <a:lnTo>
                    <a:pt x="1707228" y="513840"/>
                  </a:lnTo>
                  <a:lnTo>
                    <a:pt x="1763919" y="511138"/>
                  </a:lnTo>
                  <a:lnTo>
                    <a:pt x="1819401" y="507539"/>
                  </a:lnTo>
                  <a:lnTo>
                    <a:pt x="1873733" y="503149"/>
                  </a:lnTo>
                  <a:lnTo>
                    <a:pt x="1926979" y="498071"/>
                  </a:lnTo>
                  <a:lnTo>
                    <a:pt x="1979199" y="492413"/>
                  </a:lnTo>
                  <a:lnTo>
                    <a:pt x="2030454" y="486280"/>
                  </a:lnTo>
                  <a:lnTo>
                    <a:pt x="2080807" y="479778"/>
                  </a:lnTo>
                  <a:lnTo>
                    <a:pt x="2130318" y="473011"/>
                  </a:lnTo>
                  <a:lnTo>
                    <a:pt x="2321177" y="445416"/>
                  </a:lnTo>
                  <a:lnTo>
                    <a:pt x="2367403" y="438914"/>
                  </a:lnTo>
                  <a:lnTo>
                    <a:pt x="2413156" y="432781"/>
                  </a:lnTo>
                  <a:lnTo>
                    <a:pt x="2458498" y="427123"/>
                  </a:lnTo>
                  <a:lnTo>
                    <a:pt x="2503489" y="422045"/>
                  </a:lnTo>
                  <a:lnTo>
                    <a:pt x="2548193" y="417655"/>
                  </a:lnTo>
                  <a:lnTo>
                    <a:pt x="2592669" y="414056"/>
                  </a:lnTo>
                  <a:lnTo>
                    <a:pt x="2636979" y="411354"/>
                  </a:lnTo>
                  <a:lnTo>
                    <a:pt x="2681186" y="409656"/>
                  </a:lnTo>
                  <a:lnTo>
                    <a:pt x="2725350" y="409066"/>
                  </a:lnTo>
                  <a:lnTo>
                    <a:pt x="2765668" y="409600"/>
                  </a:lnTo>
                  <a:lnTo>
                    <a:pt x="2806058" y="411241"/>
                  </a:lnTo>
                  <a:lnTo>
                    <a:pt x="2846543" y="414049"/>
                  </a:lnTo>
                  <a:lnTo>
                    <a:pt x="2887148" y="418084"/>
                  </a:lnTo>
                  <a:lnTo>
                    <a:pt x="2956579" y="428745"/>
                  </a:lnTo>
                  <a:lnTo>
                    <a:pt x="3014201" y="442904"/>
                  </a:lnTo>
                  <a:lnTo>
                    <a:pt x="3062211" y="460081"/>
                  </a:lnTo>
                  <a:lnTo>
                    <a:pt x="3102808" y="479796"/>
                  </a:lnTo>
                  <a:lnTo>
                    <a:pt x="3138190" y="501567"/>
                  </a:lnTo>
                  <a:lnTo>
                    <a:pt x="3170556" y="524915"/>
                  </a:lnTo>
                  <a:lnTo>
                    <a:pt x="3218258" y="561842"/>
                  </a:lnTo>
                  <a:lnTo>
                    <a:pt x="3235032" y="574418"/>
                  </a:lnTo>
                  <a:lnTo>
                    <a:pt x="3271539" y="599613"/>
                  </a:lnTo>
                  <a:lnTo>
                    <a:pt x="3313823" y="624462"/>
                  </a:lnTo>
                  <a:lnTo>
                    <a:pt x="3364083" y="648485"/>
                  </a:lnTo>
                  <a:lnTo>
                    <a:pt x="3424517" y="671203"/>
                  </a:lnTo>
                  <a:lnTo>
                    <a:pt x="3497324" y="692133"/>
                  </a:lnTo>
                  <a:lnTo>
                    <a:pt x="3539053" y="701779"/>
                  </a:lnTo>
                  <a:lnTo>
                    <a:pt x="3584701" y="710797"/>
                  </a:lnTo>
                  <a:lnTo>
                    <a:pt x="3634540" y="719129"/>
                  </a:lnTo>
                  <a:lnTo>
                    <a:pt x="3688847" y="726713"/>
                  </a:lnTo>
                  <a:lnTo>
                    <a:pt x="3747896" y="733491"/>
                  </a:lnTo>
                  <a:lnTo>
                    <a:pt x="3811961" y="739402"/>
                  </a:lnTo>
                  <a:lnTo>
                    <a:pt x="3881318" y="744386"/>
                  </a:lnTo>
                  <a:lnTo>
                    <a:pt x="3956241" y="748382"/>
                  </a:lnTo>
                  <a:lnTo>
                    <a:pt x="4037006" y="751332"/>
                  </a:lnTo>
                  <a:lnTo>
                    <a:pt x="4019163" y="701119"/>
                  </a:lnTo>
                  <a:lnTo>
                    <a:pt x="4003617" y="650804"/>
                  </a:lnTo>
                  <a:lnTo>
                    <a:pt x="3990247" y="600395"/>
                  </a:lnTo>
                  <a:lnTo>
                    <a:pt x="3978932" y="549900"/>
                  </a:lnTo>
                  <a:lnTo>
                    <a:pt x="3969551" y="499328"/>
                  </a:lnTo>
                  <a:lnTo>
                    <a:pt x="3961983" y="448686"/>
                  </a:lnTo>
                  <a:lnTo>
                    <a:pt x="3956107" y="397982"/>
                  </a:lnTo>
                  <a:lnTo>
                    <a:pt x="3951802" y="347226"/>
                  </a:lnTo>
                  <a:lnTo>
                    <a:pt x="3948948" y="296424"/>
                  </a:lnTo>
                  <a:lnTo>
                    <a:pt x="3947423" y="245586"/>
                  </a:lnTo>
                  <a:lnTo>
                    <a:pt x="3947107" y="194719"/>
                  </a:lnTo>
                  <a:lnTo>
                    <a:pt x="3947879" y="143832"/>
                  </a:lnTo>
                  <a:lnTo>
                    <a:pt x="3949618" y="92932"/>
                  </a:lnTo>
                  <a:lnTo>
                    <a:pt x="3952203" y="42029"/>
                  </a:lnTo>
                  <a:lnTo>
                    <a:pt x="3954936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64480" y="419100"/>
              <a:ext cx="99060" cy="990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88708" y="635508"/>
              <a:ext cx="163068" cy="16306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656342" y="0"/>
              <a:ext cx="2487930" cy="1470025"/>
            </a:xfrm>
            <a:custGeom>
              <a:avLst/>
              <a:gdLst/>
              <a:ahLst/>
              <a:cxnLst/>
              <a:rect l="l" t="t" r="r" b="b"/>
              <a:pathLst>
                <a:path w="2487929" h="1470025">
                  <a:moveTo>
                    <a:pt x="2487657" y="0"/>
                  </a:moveTo>
                  <a:lnTo>
                    <a:pt x="0" y="0"/>
                  </a:lnTo>
                  <a:lnTo>
                    <a:pt x="12632" y="4270"/>
                  </a:lnTo>
                  <a:lnTo>
                    <a:pt x="59971" y="19713"/>
                  </a:lnTo>
                  <a:lnTo>
                    <a:pt x="107450" y="34643"/>
                  </a:lnTo>
                  <a:lnTo>
                    <a:pt x="155066" y="49059"/>
                  </a:lnTo>
                  <a:lnTo>
                    <a:pt x="202817" y="62959"/>
                  </a:lnTo>
                  <a:lnTo>
                    <a:pt x="250698" y="76341"/>
                  </a:lnTo>
                  <a:lnTo>
                    <a:pt x="298708" y="89205"/>
                  </a:lnTo>
                  <a:lnTo>
                    <a:pt x="346842" y="101549"/>
                  </a:lnTo>
                  <a:lnTo>
                    <a:pt x="395098" y="113371"/>
                  </a:lnTo>
                  <a:lnTo>
                    <a:pt x="443473" y="124670"/>
                  </a:lnTo>
                  <a:lnTo>
                    <a:pt x="491963" y="135445"/>
                  </a:lnTo>
                  <a:lnTo>
                    <a:pt x="540566" y="145694"/>
                  </a:lnTo>
                  <a:lnTo>
                    <a:pt x="589278" y="155416"/>
                  </a:lnTo>
                  <a:lnTo>
                    <a:pt x="638097" y="164609"/>
                  </a:lnTo>
                  <a:lnTo>
                    <a:pt x="687019" y="173272"/>
                  </a:lnTo>
                  <a:lnTo>
                    <a:pt x="736042" y="181403"/>
                  </a:lnTo>
                  <a:lnTo>
                    <a:pt x="785162" y="189001"/>
                  </a:lnTo>
                  <a:lnTo>
                    <a:pt x="834375" y="196065"/>
                  </a:lnTo>
                  <a:lnTo>
                    <a:pt x="883680" y="202593"/>
                  </a:lnTo>
                  <a:lnTo>
                    <a:pt x="933073" y="208584"/>
                  </a:lnTo>
                  <a:lnTo>
                    <a:pt x="982550" y="214036"/>
                  </a:lnTo>
                  <a:lnTo>
                    <a:pt x="1129961" y="228428"/>
                  </a:lnTo>
                  <a:lnTo>
                    <a:pt x="1179088" y="233941"/>
                  </a:lnTo>
                  <a:lnTo>
                    <a:pt x="1227964" y="240688"/>
                  </a:lnTo>
                  <a:lnTo>
                    <a:pt x="1276299" y="249205"/>
                  </a:lnTo>
                  <a:lnTo>
                    <a:pt x="1323803" y="260031"/>
                  </a:lnTo>
                  <a:lnTo>
                    <a:pt x="1370188" y="273705"/>
                  </a:lnTo>
                  <a:lnTo>
                    <a:pt x="1415162" y="290762"/>
                  </a:lnTo>
                  <a:lnTo>
                    <a:pt x="1458437" y="311743"/>
                  </a:lnTo>
                  <a:lnTo>
                    <a:pt x="1499724" y="337185"/>
                  </a:lnTo>
                  <a:lnTo>
                    <a:pt x="1538844" y="367947"/>
                  </a:lnTo>
                  <a:lnTo>
                    <a:pt x="1574193" y="402402"/>
                  </a:lnTo>
                  <a:lnTo>
                    <a:pt x="1606083" y="440095"/>
                  </a:lnTo>
                  <a:lnTo>
                    <a:pt x="1634829" y="480573"/>
                  </a:lnTo>
                  <a:lnTo>
                    <a:pt x="1660744" y="523382"/>
                  </a:lnTo>
                  <a:lnTo>
                    <a:pt x="1684140" y="568071"/>
                  </a:lnTo>
                  <a:lnTo>
                    <a:pt x="1705331" y="614184"/>
                  </a:lnTo>
                  <a:lnTo>
                    <a:pt x="1724630" y="661268"/>
                  </a:lnTo>
                  <a:lnTo>
                    <a:pt x="1742350" y="708871"/>
                  </a:lnTo>
                  <a:lnTo>
                    <a:pt x="1758804" y="756538"/>
                  </a:lnTo>
                  <a:lnTo>
                    <a:pt x="1790551" y="852331"/>
                  </a:lnTo>
                  <a:lnTo>
                    <a:pt x="1806982" y="900222"/>
                  </a:lnTo>
                  <a:lnTo>
                    <a:pt x="1824352" y="947691"/>
                  </a:lnTo>
                  <a:lnTo>
                    <a:pt x="1843084" y="994425"/>
                  </a:lnTo>
                  <a:lnTo>
                    <a:pt x="1863603" y="1040112"/>
                  </a:lnTo>
                  <a:lnTo>
                    <a:pt x="1886334" y="1084438"/>
                  </a:lnTo>
                  <a:lnTo>
                    <a:pt x="1911700" y="1127090"/>
                  </a:lnTo>
                  <a:lnTo>
                    <a:pt x="1940126" y="1167754"/>
                  </a:lnTo>
                  <a:lnTo>
                    <a:pt x="1972037" y="1206119"/>
                  </a:lnTo>
                  <a:lnTo>
                    <a:pt x="2004675" y="1238806"/>
                  </a:lnTo>
                  <a:lnTo>
                    <a:pt x="2039803" y="1268866"/>
                  </a:lnTo>
                  <a:lnTo>
                    <a:pt x="2076971" y="1296590"/>
                  </a:lnTo>
                  <a:lnTo>
                    <a:pt x="2115726" y="1322272"/>
                  </a:lnTo>
                  <a:lnTo>
                    <a:pt x="2155616" y="1346204"/>
                  </a:lnTo>
                  <a:lnTo>
                    <a:pt x="2196192" y="1368678"/>
                  </a:lnTo>
                  <a:lnTo>
                    <a:pt x="2242035" y="1391328"/>
                  </a:lnTo>
                  <a:lnTo>
                    <a:pt x="2289162" y="1412164"/>
                  </a:lnTo>
                  <a:lnTo>
                    <a:pt x="2337417" y="1430816"/>
                  </a:lnTo>
                  <a:lnTo>
                    <a:pt x="2386644" y="1446910"/>
                  </a:lnTo>
                  <a:lnTo>
                    <a:pt x="2436687" y="1460076"/>
                  </a:lnTo>
                  <a:lnTo>
                    <a:pt x="2487389" y="1469941"/>
                  </a:lnTo>
                  <a:lnTo>
                    <a:pt x="2487657" y="1469974"/>
                  </a:lnTo>
                  <a:lnTo>
                    <a:pt x="2487657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33360" y="1065275"/>
              <a:ext cx="97536" cy="99060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891016" y="2010155"/>
            <a:ext cx="163067" cy="164592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661030" y="2177237"/>
            <a:ext cx="345567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Objectives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638170" y="1012901"/>
            <a:ext cx="115697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b="1" dirty="0">
                <a:solidFill>
                  <a:srgbClr val="9DCEDF"/>
                </a:solidFill>
                <a:latin typeface="Arial"/>
                <a:cs typeface="Arial"/>
              </a:rPr>
              <a:t>02</a:t>
            </a:r>
            <a:endParaRPr sz="80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31903" y="0"/>
            <a:ext cx="3512185" cy="935990"/>
            <a:chOff x="5631903" y="0"/>
            <a:chExt cx="3512185" cy="935990"/>
          </a:xfrm>
        </p:grpSpPr>
        <p:sp>
          <p:nvSpPr>
            <p:cNvPr id="3" name="object 3"/>
            <p:cNvSpPr/>
            <p:nvPr/>
          </p:nvSpPr>
          <p:spPr>
            <a:xfrm>
              <a:off x="5631903" y="0"/>
              <a:ext cx="3512185" cy="670560"/>
            </a:xfrm>
            <a:custGeom>
              <a:avLst/>
              <a:gdLst/>
              <a:ahLst/>
              <a:cxnLst/>
              <a:rect l="l" t="t" r="r" b="b"/>
              <a:pathLst>
                <a:path w="3512184" h="670560">
                  <a:moveTo>
                    <a:pt x="3512096" y="0"/>
                  </a:moveTo>
                  <a:lnTo>
                    <a:pt x="0" y="0"/>
                  </a:lnTo>
                  <a:lnTo>
                    <a:pt x="38" y="253"/>
                  </a:lnTo>
                  <a:lnTo>
                    <a:pt x="14024" y="36829"/>
                  </a:lnTo>
                  <a:lnTo>
                    <a:pt x="33210" y="73066"/>
                  </a:lnTo>
                  <a:lnTo>
                    <a:pt x="57123" y="108838"/>
                  </a:lnTo>
                  <a:lnTo>
                    <a:pt x="85287" y="144022"/>
                  </a:lnTo>
                  <a:lnTo>
                    <a:pt x="117226" y="178491"/>
                  </a:lnTo>
                  <a:lnTo>
                    <a:pt x="152466" y="212120"/>
                  </a:lnTo>
                  <a:lnTo>
                    <a:pt x="190533" y="244784"/>
                  </a:lnTo>
                  <a:lnTo>
                    <a:pt x="230950" y="276357"/>
                  </a:lnTo>
                  <a:lnTo>
                    <a:pt x="273242" y="306715"/>
                  </a:lnTo>
                  <a:lnTo>
                    <a:pt x="316936" y="335731"/>
                  </a:lnTo>
                  <a:lnTo>
                    <a:pt x="361555" y="363281"/>
                  </a:lnTo>
                  <a:lnTo>
                    <a:pt x="406625" y="389239"/>
                  </a:lnTo>
                  <a:lnTo>
                    <a:pt x="451670" y="413480"/>
                  </a:lnTo>
                  <a:lnTo>
                    <a:pt x="496216" y="435879"/>
                  </a:lnTo>
                  <a:lnTo>
                    <a:pt x="539788" y="456311"/>
                  </a:lnTo>
                  <a:lnTo>
                    <a:pt x="583091" y="475420"/>
                  </a:lnTo>
                  <a:lnTo>
                    <a:pt x="627167" y="493532"/>
                  </a:lnTo>
                  <a:lnTo>
                    <a:pt x="671978" y="510662"/>
                  </a:lnTo>
                  <a:lnTo>
                    <a:pt x="717485" y="526825"/>
                  </a:lnTo>
                  <a:lnTo>
                    <a:pt x="763651" y="542036"/>
                  </a:lnTo>
                  <a:lnTo>
                    <a:pt x="810438" y="556310"/>
                  </a:lnTo>
                  <a:lnTo>
                    <a:pt x="857807" y="569663"/>
                  </a:lnTo>
                  <a:lnTo>
                    <a:pt x="905721" y="582110"/>
                  </a:lnTo>
                  <a:lnTo>
                    <a:pt x="954141" y="593667"/>
                  </a:lnTo>
                  <a:lnTo>
                    <a:pt x="1003030" y="604347"/>
                  </a:lnTo>
                  <a:lnTo>
                    <a:pt x="1052348" y="614167"/>
                  </a:lnTo>
                  <a:lnTo>
                    <a:pt x="1102059" y="623142"/>
                  </a:lnTo>
                  <a:lnTo>
                    <a:pt x="1152123" y="631287"/>
                  </a:lnTo>
                  <a:lnTo>
                    <a:pt x="1202504" y="638617"/>
                  </a:lnTo>
                  <a:lnTo>
                    <a:pt x="1253163" y="645147"/>
                  </a:lnTo>
                  <a:lnTo>
                    <a:pt x="1304061" y="650893"/>
                  </a:lnTo>
                  <a:lnTo>
                    <a:pt x="1355161" y="655870"/>
                  </a:lnTo>
                  <a:lnTo>
                    <a:pt x="1406425" y="660093"/>
                  </a:lnTo>
                  <a:lnTo>
                    <a:pt x="1457814" y="663578"/>
                  </a:lnTo>
                  <a:lnTo>
                    <a:pt x="1509291" y="666339"/>
                  </a:lnTo>
                  <a:lnTo>
                    <a:pt x="1560817" y="668391"/>
                  </a:lnTo>
                  <a:lnTo>
                    <a:pt x="1612354" y="669751"/>
                  </a:lnTo>
                  <a:lnTo>
                    <a:pt x="1671993" y="670560"/>
                  </a:lnTo>
                  <a:lnTo>
                    <a:pt x="1688376" y="670560"/>
                  </a:lnTo>
                  <a:lnTo>
                    <a:pt x="1739044" y="670230"/>
                  </a:lnTo>
                  <a:lnTo>
                    <a:pt x="1789696" y="669247"/>
                  </a:lnTo>
                  <a:lnTo>
                    <a:pt x="1840318" y="667619"/>
                  </a:lnTo>
                  <a:lnTo>
                    <a:pt x="1890899" y="665353"/>
                  </a:lnTo>
                  <a:lnTo>
                    <a:pt x="1941427" y="662457"/>
                  </a:lnTo>
                  <a:lnTo>
                    <a:pt x="1991890" y="658939"/>
                  </a:lnTo>
                  <a:lnTo>
                    <a:pt x="2042277" y="654808"/>
                  </a:lnTo>
                  <a:lnTo>
                    <a:pt x="2092575" y="650070"/>
                  </a:lnTo>
                  <a:lnTo>
                    <a:pt x="2142772" y="644735"/>
                  </a:lnTo>
                  <a:lnTo>
                    <a:pt x="2192857" y="638810"/>
                  </a:lnTo>
                  <a:lnTo>
                    <a:pt x="2242818" y="632302"/>
                  </a:lnTo>
                  <a:lnTo>
                    <a:pt x="2292642" y="625221"/>
                  </a:lnTo>
                  <a:lnTo>
                    <a:pt x="2343215" y="617206"/>
                  </a:lnTo>
                  <a:lnTo>
                    <a:pt x="2393547" y="608631"/>
                  </a:lnTo>
                  <a:lnTo>
                    <a:pt x="2443655" y="599537"/>
                  </a:lnTo>
                  <a:lnTo>
                    <a:pt x="2543269" y="579947"/>
                  </a:lnTo>
                  <a:lnTo>
                    <a:pt x="2642193" y="558755"/>
                  </a:lnTo>
                  <a:lnTo>
                    <a:pt x="2789579" y="524655"/>
                  </a:lnTo>
                  <a:lnTo>
                    <a:pt x="3467996" y="358799"/>
                  </a:lnTo>
                  <a:lnTo>
                    <a:pt x="3512096" y="348497"/>
                  </a:lnTo>
                  <a:lnTo>
                    <a:pt x="3512096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16679" y="0"/>
              <a:ext cx="2227580" cy="447040"/>
            </a:xfrm>
            <a:custGeom>
              <a:avLst/>
              <a:gdLst/>
              <a:ahLst/>
              <a:cxnLst/>
              <a:rect l="l" t="t" r="r" b="b"/>
              <a:pathLst>
                <a:path w="2227579" h="447040">
                  <a:moveTo>
                    <a:pt x="2227320" y="0"/>
                  </a:moveTo>
                  <a:lnTo>
                    <a:pt x="0" y="0"/>
                  </a:lnTo>
                  <a:lnTo>
                    <a:pt x="2831" y="23643"/>
                  </a:lnTo>
                  <a:lnTo>
                    <a:pt x="13337" y="67025"/>
                  </a:lnTo>
                  <a:lnTo>
                    <a:pt x="28744" y="109617"/>
                  </a:lnTo>
                  <a:lnTo>
                    <a:pt x="48700" y="151081"/>
                  </a:lnTo>
                  <a:lnTo>
                    <a:pt x="72849" y="191080"/>
                  </a:lnTo>
                  <a:lnTo>
                    <a:pt x="100838" y="229277"/>
                  </a:lnTo>
                  <a:lnTo>
                    <a:pt x="132387" y="265406"/>
                  </a:lnTo>
                  <a:lnTo>
                    <a:pt x="166918" y="298915"/>
                  </a:lnTo>
                  <a:lnTo>
                    <a:pt x="204302" y="329682"/>
                  </a:lnTo>
                  <a:lnTo>
                    <a:pt x="244109" y="357298"/>
                  </a:lnTo>
                  <a:lnTo>
                    <a:pt x="285986" y="381426"/>
                  </a:lnTo>
                  <a:lnTo>
                    <a:pt x="329578" y="401730"/>
                  </a:lnTo>
                  <a:lnTo>
                    <a:pt x="374531" y="417871"/>
                  </a:lnTo>
                  <a:lnTo>
                    <a:pt x="420491" y="429513"/>
                  </a:lnTo>
                  <a:lnTo>
                    <a:pt x="463953" y="437155"/>
                  </a:lnTo>
                  <a:lnTo>
                    <a:pt x="506343" y="442451"/>
                  </a:lnTo>
                  <a:lnTo>
                    <a:pt x="547686" y="445533"/>
                  </a:lnTo>
                  <a:lnTo>
                    <a:pt x="588004" y="446531"/>
                  </a:lnTo>
                  <a:lnTo>
                    <a:pt x="641945" y="444778"/>
                  </a:lnTo>
                  <a:lnTo>
                    <a:pt x="694252" y="439776"/>
                  </a:lnTo>
                  <a:lnTo>
                    <a:pt x="745065" y="431905"/>
                  </a:lnTo>
                  <a:lnTo>
                    <a:pt x="794523" y="421548"/>
                  </a:lnTo>
                  <a:lnTo>
                    <a:pt x="842767" y="409089"/>
                  </a:lnTo>
                  <a:lnTo>
                    <a:pt x="889935" y="394909"/>
                  </a:lnTo>
                  <a:lnTo>
                    <a:pt x="936168" y="379390"/>
                  </a:lnTo>
                  <a:lnTo>
                    <a:pt x="981604" y="362915"/>
                  </a:lnTo>
                  <a:lnTo>
                    <a:pt x="1158175" y="295105"/>
                  </a:lnTo>
                  <a:lnTo>
                    <a:pt x="1201722" y="279587"/>
                  </a:lnTo>
                  <a:lnTo>
                    <a:pt x="1245311" y="265406"/>
                  </a:lnTo>
                  <a:lnTo>
                    <a:pt x="1289079" y="252947"/>
                  </a:lnTo>
                  <a:lnTo>
                    <a:pt x="1333168" y="242590"/>
                  </a:lnTo>
                  <a:lnTo>
                    <a:pt x="1377716" y="234720"/>
                  </a:lnTo>
                  <a:lnTo>
                    <a:pt x="1422863" y="229717"/>
                  </a:lnTo>
                  <a:lnTo>
                    <a:pt x="1468749" y="227964"/>
                  </a:lnTo>
                  <a:lnTo>
                    <a:pt x="2208675" y="227964"/>
                  </a:lnTo>
                  <a:lnTo>
                    <a:pt x="2224272" y="205485"/>
                  </a:lnTo>
                  <a:lnTo>
                    <a:pt x="2227320" y="200079"/>
                  </a:lnTo>
                  <a:lnTo>
                    <a:pt x="2227320" y="0"/>
                  </a:lnTo>
                  <a:close/>
                </a:path>
                <a:path w="2227579" h="447040">
                  <a:moveTo>
                    <a:pt x="2208675" y="227964"/>
                  </a:moveTo>
                  <a:lnTo>
                    <a:pt x="1474337" y="227964"/>
                  </a:lnTo>
                  <a:lnTo>
                    <a:pt x="1485894" y="228218"/>
                  </a:lnTo>
                  <a:lnTo>
                    <a:pt x="1544161" y="232878"/>
                  </a:lnTo>
                  <a:lnTo>
                    <a:pt x="1598697" y="242313"/>
                  </a:lnTo>
                  <a:lnTo>
                    <a:pt x="1649909" y="255424"/>
                  </a:lnTo>
                  <a:lnTo>
                    <a:pt x="1698205" y="271112"/>
                  </a:lnTo>
                  <a:lnTo>
                    <a:pt x="1743992" y="288276"/>
                  </a:lnTo>
                  <a:lnTo>
                    <a:pt x="1829667" y="322634"/>
                  </a:lnTo>
                  <a:lnTo>
                    <a:pt x="1870368" y="337629"/>
                  </a:lnTo>
                  <a:lnTo>
                    <a:pt x="1910189" y="349702"/>
                  </a:lnTo>
                  <a:lnTo>
                    <a:pt x="1949535" y="357751"/>
                  </a:lnTo>
                  <a:lnTo>
                    <a:pt x="1988814" y="360679"/>
                  </a:lnTo>
                  <a:lnTo>
                    <a:pt x="2010589" y="359717"/>
                  </a:lnTo>
                  <a:lnTo>
                    <a:pt x="2054662" y="351410"/>
                  </a:lnTo>
                  <a:lnTo>
                    <a:pt x="2120134" y="320718"/>
                  </a:lnTo>
                  <a:lnTo>
                    <a:pt x="2159010" y="288634"/>
                  </a:lnTo>
                  <a:lnTo>
                    <a:pt x="2193719" y="249520"/>
                  </a:lnTo>
                  <a:lnTo>
                    <a:pt x="2208675" y="227964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79654" y="0"/>
              <a:ext cx="664845" cy="935990"/>
            </a:xfrm>
            <a:custGeom>
              <a:avLst/>
              <a:gdLst/>
              <a:ahLst/>
              <a:cxnLst/>
              <a:rect l="l" t="t" r="r" b="b"/>
              <a:pathLst>
                <a:path w="664845" h="935990">
                  <a:moveTo>
                    <a:pt x="664345" y="0"/>
                  </a:moveTo>
                  <a:lnTo>
                    <a:pt x="19018" y="0"/>
                  </a:lnTo>
                  <a:lnTo>
                    <a:pt x="19267" y="1691"/>
                  </a:lnTo>
                  <a:lnTo>
                    <a:pt x="22146" y="38250"/>
                  </a:lnTo>
                  <a:lnTo>
                    <a:pt x="23109" y="76330"/>
                  </a:lnTo>
                  <a:lnTo>
                    <a:pt x="22485" y="115740"/>
                  </a:lnTo>
                  <a:lnTo>
                    <a:pt x="20605" y="156287"/>
                  </a:lnTo>
                  <a:lnTo>
                    <a:pt x="17799" y="197777"/>
                  </a:lnTo>
                  <a:lnTo>
                    <a:pt x="14398" y="240019"/>
                  </a:lnTo>
                  <a:lnTo>
                    <a:pt x="10733" y="282821"/>
                  </a:lnTo>
                  <a:lnTo>
                    <a:pt x="7133" y="325989"/>
                  </a:lnTo>
                  <a:lnTo>
                    <a:pt x="3929" y="369331"/>
                  </a:lnTo>
                  <a:lnTo>
                    <a:pt x="1452" y="412654"/>
                  </a:lnTo>
                  <a:lnTo>
                    <a:pt x="32" y="455767"/>
                  </a:lnTo>
                  <a:lnTo>
                    <a:pt x="0" y="498476"/>
                  </a:lnTo>
                  <a:lnTo>
                    <a:pt x="1685" y="540590"/>
                  </a:lnTo>
                  <a:lnTo>
                    <a:pt x="5418" y="581915"/>
                  </a:lnTo>
                  <a:lnTo>
                    <a:pt x="11530" y="622259"/>
                  </a:lnTo>
                  <a:lnTo>
                    <a:pt x="20351" y="661429"/>
                  </a:lnTo>
                  <a:lnTo>
                    <a:pt x="32212" y="699234"/>
                  </a:lnTo>
                  <a:lnTo>
                    <a:pt x="47443" y="735480"/>
                  </a:lnTo>
                  <a:lnTo>
                    <a:pt x="66374" y="769975"/>
                  </a:lnTo>
                  <a:lnTo>
                    <a:pt x="89336" y="802526"/>
                  </a:lnTo>
                  <a:lnTo>
                    <a:pt x="116659" y="832942"/>
                  </a:lnTo>
                  <a:lnTo>
                    <a:pt x="148674" y="861028"/>
                  </a:lnTo>
                  <a:lnTo>
                    <a:pt x="185710" y="886594"/>
                  </a:lnTo>
                  <a:lnTo>
                    <a:pt x="228100" y="909447"/>
                  </a:lnTo>
                  <a:lnTo>
                    <a:pt x="295838" y="930811"/>
                  </a:lnTo>
                  <a:lnTo>
                    <a:pt x="370191" y="935668"/>
                  </a:lnTo>
                  <a:lnTo>
                    <a:pt x="409395" y="932400"/>
                  </a:lnTo>
                  <a:lnTo>
                    <a:pt x="449708" y="925598"/>
                  </a:lnTo>
                  <a:lnTo>
                    <a:pt x="490949" y="915460"/>
                  </a:lnTo>
                  <a:lnTo>
                    <a:pt x="532937" y="902184"/>
                  </a:lnTo>
                  <a:lnTo>
                    <a:pt x="575490" y="885966"/>
                  </a:lnTo>
                  <a:lnTo>
                    <a:pt x="618427" y="867004"/>
                  </a:lnTo>
                  <a:lnTo>
                    <a:pt x="661566" y="845497"/>
                  </a:lnTo>
                  <a:lnTo>
                    <a:pt x="664345" y="843961"/>
                  </a:lnTo>
                  <a:lnTo>
                    <a:pt x="664345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6896" y="114300"/>
              <a:ext cx="163068" cy="1630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4923" y="350520"/>
              <a:ext cx="97535" cy="97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80960" y="739140"/>
              <a:ext cx="99060" cy="9906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0" y="0"/>
            <a:ext cx="3510915" cy="934719"/>
            <a:chOff x="0" y="0"/>
            <a:chExt cx="3510915" cy="934719"/>
          </a:xfrm>
        </p:grpSpPr>
        <p:sp>
          <p:nvSpPr>
            <p:cNvPr id="10" name="object 10"/>
            <p:cNvSpPr/>
            <p:nvPr/>
          </p:nvSpPr>
          <p:spPr>
            <a:xfrm>
              <a:off x="0" y="0"/>
              <a:ext cx="3510915" cy="669290"/>
            </a:xfrm>
            <a:custGeom>
              <a:avLst/>
              <a:gdLst/>
              <a:ahLst/>
              <a:cxnLst/>
              <a:rect l="l" t="t" r="r" b="b"/>
              <a:pathLst>
                <a:path w="3510915" h="669290">
                  <a:moveTo>
                    <a:pt x="3510485" y="0"/>
                  </a:moveTo>
                  <a:lnTo>
                    <a:pt x="0" y="0"/>
                  </a:lnTo>
                  <a:lnTo>
                    <a:pt x="0" y="347906"/>
                  </a:lnTo>
                  <a:lnTo>
                    <a:pt x="42555" y="357830"/>
                  </a:lnTo>
                  <a:lnTo>
                    <a:pt x="770030" y="535026"/>
                  </a:lnTo>
                  <a:lnTo>
                    <a:pt x="917881" y="568268"/>
                  </a:lnTo>
                  <a:lnTo>
                    <a:pt x="967290" y="578644"/>
                  </a:lnTo>
                  <a:lnTo>
                    <a:pt x="1066887" y="598203"/>
                  </a:lnTo>
                  <a:lnTo>
                    <a:pt x="1116987" y="607279"/>
                  </a:lnTo>
                  <a:lnTo>
                    <a:pt x="1167312" y="615833"/>
                  </a:lnTo>
                  <a:lnTo>
                    <a:pt x="1217879" y="623824"/>
                  </a:lnTo>
                  <a:lnTo>
                    <a:pt x="1267715" y="630876"/>
                  </a:lnTo>
                  <a:lnTo>
                    <a:pt x="1317685" y="637359"/>
                  </a:lnTo>
                  <a:lnTo>
                    <a:pt x="1367778" y="643264"/>
                  </a:lnTo>
                  <a:lnTo>
                    <a:pt x="1417982" y="648584"/>
                  </a:lnTo>
                  <a:lnTo>
                    <a:pt x="1468285" y="653309"/>
                  </a:lnTo>
                  <a:lnTo>
                    <a:pt x="1518675" y="657431"/>
                  </a:lnTo>
                  <a:lnTo>
                    <a:pt x="1569141" y="660942"/>
                  </a:lnTo>
                  <a:lnTo>
                    <a:pt x="1619671" y="663833"/>
                  </a:lnTo>
                  <a:lnTo>
                    <a:pt x="1670253" y="666097"/>
                  </a:lnTo>
                  <a:lnTo>
                    <a:pt x="1720876" y="667724"/>
                  </a:lnTo>
                  <a:lnTo>
                    <a:pt x="1771527" y="668706"/>
                  </a:lnTo>
                  <a:lnTo>
                    <a:pt x="1822195" y="669036"/>
                  </a:lnTo>
                  <a:lnTo>
                    <a:pt x="1838579" y="669036"/>
                  </a:lnTo>
                  <a:lnTo>
                    <a:pt x="1898217" y="668227"/>
                  </a:lnTo>
                  <a:lnTo>
                    <a:pt x="1949755" y="666868"/>
                  </a:lnTo>
                  <a:lnTo>
                    <a:pt x="2001281" y="664816"/>
                  </a:lnTo>
                  <a:lnTo>
                    <a:pt x="2052758" y="662056"/>
                  </a:lnTo>
                  <a:lnTo>
                    <a:pt x="2104147" y="658573"/>
                  </a:lnTo>
                  <a:lnTo>
                    <a:pt x="2155411" y="654353"/>
                  </a:lnTo>
                  <a:lnTo>
                    <a:pt x="2206511" y="649380"/>
                  </a:lnTo>
                  <a:lnTo>
                    <a:pt x="2257409" y="643639"/>
                  </a:lnTo>
                  <a:lnTo>
                    <a:pt x="2308068" y="637116"/>
                  </a:lnTo>
                  <a:lnTo>
                    <a:pt x="2358448" y="629794"/>
                  </a:lnTo>
                  <a:lnTo>
                    <a:pt x="2408513" y="621660"/>
                  </a:lnTo>
                  <a:lnTo>
                    <a:pt x="2458223" y="612697"/>
                  </a:lnTo>
                  <a:lnTo>
                    <a:pt x="2507542" y="602892"/>
                  </a:lnTo>
                  <a:lnTo>
                    <a:pt x="2556430" y="592229"/>
                  </a:lnTo>
                  <a:lnTo>
                    <a:pt x="2604850" y="580692"/>
                  </a:lnTo>
                  <a:lnTo>
                    <a:pt x="2652854" y="568242"/>
                  </a:lnTo>
                  <a:lnTo>
                    <a:pt x="2700133" y="554940"/>
                  </a:lnTo>
                  <a:lnTo>
                    <a:pt x="2746920" y="540694"/>
                  </a:lnTo>
                  <a:lnTo>
                    <a:pt x="2793086" y="525515"/>
                  </a:lnTo>
                  <a:lnTo>
                    <a:pt x="2838594" y="509388"/>
                  </a:lnTo>
                  <a:lnTo>
                    <a:pt x="2883404" y="492298"/>
                  </a:lnTo>
                  <a:lnTo>
                    <a:pt x="2927480" y="474229"/>
                  </a:lnTo>
                  <a:lnTo>
                    <a:pt x="2970784" y="455167"/>
                  </a:lnTo>
                  <a:lnTo>
                    <a:pt x="3014355" y="434763"/>
                  </a:lnTo>
                  <a:lnTo>
                    <a:pt x="3058901" y="412395"/>
                  </a:lnTo>
                  <a:lnTo>
                    <a:pt x="3103947" y="388188"/>
                  </a:lnTo>
                  <a:lnTo>
                    <a:pt x="3149016" y="362267"/>
                  </a:lnTo>
                  <a:lnTo>
                    <a:pt x="3193636" y="334757"/>
                  </a:lnTo>
                  <a:lnTo>
                    <a:pt x="3237329" y="305785"/>
                  </a:lnTo>
                  <a:lnTo>
                    <a:pt x="3279622" y="275475"/>
                  </a:lnTo>
                  <a:lnTo>
                    <a:pt x="3320039" y="243952"/>
                  </a:lnTo>
                  <a:lnTo>
                    <a:pt x="3358105" y="211343"/>
                  </a:lnTo>
                  <a:lnTo>
                    <a:pt x="3393345" y="177771"/>
                  </a:lnTo>
                  <a:lnTo>
                    <a:pt x="3425285" y="143363"/>
                  </a:lnTo>
                  <a:lnTo>
                    <a:pt x="3453449" y="108244"/>
                  </a:lnTo>
                  <a:lnTo>
                    <a:pt x="3477361" y="72539"/>
                  </a:lnTo>
                  <a:lnTo>
                    <a:pt x="3496548" y="36373"/>
                  </a:lnTo>
                  <a:lnTo>
                    <a:pt x="351048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2227580" cy="445134"/>
            </a:xfrm>
            <a:custGeom>
              <a:avLst/>
              <a:gdLst/>
              <a:ahLst/>
              <a:cxnLst/>
              <a:rect l="l" t="t" r="r" b="b"/>
              <a:pathLst>
                <a:path w="2227580" h="445134">
                  <a:moveTo>
                    <a:pt x="2127395" y="226822"/>
                  </a:moveTo>
                  <a:lnTo>
                    <a:pt x="758609" y="226822"/>
                  </a:lnTo>
                  <a:lnTo>
                    <a:pt x="804485" y="228571"/>
                  </a:lnTo>
                  <a:lnTo>
                    <a:pt x="849624" y="233565"/>
                  </a:lnTo>
                  <a:lnTo>
                    <a:pt x="894166" y="241422"/>
                  </a:lnTo>
                  <a:lnTo>
                    <a:pt x="938249" y="251761"/>
                  </a:lnTo>
                  <a:lnTo>
                    <a:pt x="982013" y="264198"/>
                  </a:lnTo>
                  <a:lnTo>
                    <a:pt x="1025598" y="278354"/>
                  </a:lnTo>
                  <a:lnTo>
                    <a:pt x="1069143" y="293846"/>
                  </a:lnTo>
                  <a:lnTo>
                    <a:pt x="1245711" y="361538"/>
                  </a:lnTo>
                  <a:lnTo>
                    <a:pt x="1291148" y="377983"/>
                  </a:lnTo>
                  <a:lnTo>
                    <a:pt x="1337381" y="393475"/>
                  </a:lnTo>
                  <a:lnTo>
                    <a:pt x="1384550" y="407631"/>
                  </a:lnTo>
                  <a:lnTo>
                    <a:pt x="1432794" y="420068"/>
                  </a:lnTo>
                  <a:lnTo>
                    <a:pt x="1482253" y="430407"/>
                  </a:lnTo>
                  <a:lnTo>
                    <a:pt x="1533067" y="438264"/>
                  </a:lnTo>
                  <a:lnTo>
                    <a:pt x="1585375" y="443258"/>
                  </a:lnTo>
                  <a:lnTo>
                    <a:pt x="1639316" y="445008"/>
                  </a:lnTo>
                  <a:lnTo>
                    <a:pt x="1679634" y="444011"/>
                  </a:lnTo>
                  <a:lnTo>
                    <a:pt x="1720977" y="440944"/>
                  </a:lnTo>
                  <a:lnTo>
                    <a:pt x="1763367" y="435685"/>
                  </a:lnTo>
                  <a:lnTo>
                    <a:pt x="1806829" y="428116"/>
                  </a:lnTo>
                  <a:lnTo>
                    <a:pt x="1852789" y="416455"/>
                  </a:lnTo>
                  <a:lnTo>
                    <a:pt x="1897742" y="400308"/>
                  </a:lnTo>
                  <a:lnTo>
                    <a:pt x="1941334" y="380013"/>
                  </a:lnTo>
                  <a:lnTo>
                    <a:pt x="1983210" y="355905"/>
                  </a:lnTo>
                  <a:lnTo>
                    <a:pt x="2023018" y="328320"/>
                  </a:lnTo>
                  <a:lnTo>
                    <a:pt x="2060401" y="297595"/>
                  </a:lnTo>
                  <a:lnTo>
                    <a:pt x="2095007" y="264064"/>
                  </a:lnTo>
                  <a:lnTo>
                    <a:pt x="2126482" y="228065"/>
                  </a:lnTo>
                  <a:lnTo>
                    <a:pt x="2127395" y="226822"/>
                  </a:lnTo>
                  <a:close/>
                </a:path>
                <a:path w="2227580" h="445134">
                  <a:moveTo>
                    <a:pt x="2227224" y="0"/>
                  </a:moveTo>
                  <a:lnTo>
                    <a:pt x="0" y="0"/>
                  </a:lnTo>
                  <a:lnTo>
                    <a:pt x="0" y="198953"/>
                  </a:lnTo>
                  <a:lnTo>
                    <a:pt x="33585" y="248306"/>
                  </a:lnTo>
                  <a:lnTo>
                    <a:pt x="68285" y="287353"/>
                  </a:lnTo>
                  <a:lnTo>
                    <a:pt x="107153" y="319375"/>
                  </a:lnTo>
                  <a:lnTo>
                    <a:pt x="150202" y="342264"/>
                  </a:lnTo>
                  <a:lnTo>
                    <a:pt x="194821" y="355298"/>
                  </a:lnTo>
                  <a:lnTo>
                    <a:pt x="238506" y="359283"/>
                  </a:lnTo>
                  <a:lnTo>
                    <a:pt x="277793" y="356361"/>
                  </a:lnTo>
                  <a:lnTo>
                    <a:pt x="317143" y="348327"/>
                  </a:lnTo>
                  <a:lnTo>
                    <a:pt x="356965" y="336279"/>
                  </a:lnTo>
                  <a:lnTo>
                    <a:pt x="397666" y="321314"/>
                  </a:lnTo>
                  <a:lnTo>
                    <a:pt x="483338" y="287024"/>
                  </a:lnTo>
                  <a:lnTo>
                    <a:pt x="529126" y="269893"/>
                  </a:lnTo>
                  <a:lnTo>
                    <a:pt x="577425" y="254235"/>
                  </a:lnTo>
                  <a:lnTo>
                    <a:pt x="628645" y="241148"/>
                  </a:lnTo>
                  <a:lnTo>
                    <a:pt x="683192" y="231729"/>
                  </a:lnTo>
                  <a:lnTo>
                    <a:pt x="741476" y="227075"/>
                  </a:lnTo>
                  <a:lnTo>
                    <a:pt x="752932" y="226822"/>
                  </a:lnTo>
                  <a:lnTo>
                    <a:pt x="2127395" y="226822"/>
                  </a:lnTo>
                  <a:lnTo>
                    <a:pt x="2154471" y="189933"/>
                  </a:lnTo>
                  <a:lnTo>
                    <a:pt x="2178620" y="150005"/>
                  </a:lnTo>
                  <a:lnTo>
                    <a:pt x="2198576" y="108616"/>
                  </a:lnTo>
                  <a:lnTo>
                    <a:pt x="2213983" y="66102"/>
                  </a:lnTo>
                  <a:lnTo>
                    <a:pt x="2224489" y="22800"/>
                  </a:lnTo>
                  <a:lnTo>
                    <a:pt x="2227224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664210" cy="934719"/>
            </a:xfrm>
            <a:custGeom>
              <a:avLst/>
              <a:gdLst/>
              <a:ahLst/>
              <a:cxnLst/>
              <a:rect l="l" t="t" r="r" b="b"/>
              <a:pathLst>
                <a:path w="664210" h="934719">
                  <a:moveTo>
                    <a:pt x="644599" y="0"/>
                  </a:moveTo>
                  <a:lnTo>
                    <a:pt x="0" y="0"/>
                  </a:lnTo>
                  <a:lnTo>
                    <a:pt x="0" y="843080"/>
                  </a:lnTo>
                  <a:lnTo>
                    <a:pt x="45349" y="865816"/>
                  </a:lnTo>
                  <a:lnTo>
                    <a:pt x="88285" y="884785"/>
                  </a:lnTo>
                  <a:lnTo>
                    <a:pt x="130837" y="901010"/>
                  </a:lnTo>
                  <a:lnTo>
                    <a:pt x="172822" y="914293"/>
                  </a:lnTo>
                  <a:lnTo>
                    <a:pt x="214060" y="924437"/>
                  </a:lnTo>
                  <a:lnTo>
                    <a:pt x="254369" y="931244"/>
                  </a:lnTo>
                  <a:lnTo>
                    <a:pt x="293567" y="934516"/>
                  </a:lnTo>
                  <a:lnTo>
                    <a:pt x="331473" y="934056"/>
                  </a:lnTo>
                  <a:lnTo>
                    <a:pt x="402682" y="921147"/>
                  </a:lnTo>
                  <a:lnTo>
                    <a:pt x="478022" y="885451"/>
                  </a:lnTo>
                  <a:lnTo>
                    <a:pt x="515068" y="859884"/>
                  </a:lnTo>
                  <a:lnTo>
                    <a:pt x="547091" y="831795"/>
                  </a:lnTo>
                  <a:lnTo>
                    <a:pt x="574421" y="801377"/>
                  </a:lnTo>
                  <a:lnTo>
                    <a:pt x="597389" y="768822"/>
                  </a:lnTo>
                  <a:lnTo>
                    <a:pt x="616326" y="734323"/>
                  </a:lnTo>
                  <a:lnTo>
                    <a:pt x="631561" y="698073"/>
                  </a:lnTo>
                  <a:lnTo>
                    <a:pt x="643426" y="660264"/>
                  </a:lnTo>
                  <a:lnTo>
                    <a:pt x="652250" y="621089"/>
                  </a:lnTo>
                  <a:lnTo>
                    <a:pt x="658365" y="580740"/>
                  </a:lnTo>
                  <a:lnTo>
                    <a:pt x="662100" y="539411"/>
                  </a:lnTo>
                  <a:lnTo>
                    <a:pt x="663787" y="497293"/>
                  </a:lnTo>
                  <a:lnTo>
                    <a:pt x="663756" y="454580"/>
                  </a:lnTo>
                  <a:lnTo>
                    <a:pt x="662336" y="411464"/>
                  </a:lnTo>
                  <a:lnTo>
                    <a:pt x="659860" y="368137"/>
                  </a:lnTo>
                  <a:lnTo>
                    <a:pt x="656656" y="324792"/>
                  </a:lnTo>
                  <a:lnTo>
                    <a:pt x="653057" y="281622"/>
                  </a:lnTo>
                  <a:lnTo>
                    <a:pt x="649391" y="238820"/>
                  </a:lnTo>
                  <a:lnTo>
                    <a:pt x="645991" y="196578"/>
                  </a:lnTo>
                  <a:lnTo>
                    <a:pt x="643185" y="155088"/>
                  </a:lnTo>
                  <a:lnTo>
                    <a:pt x="641305" y="114544"/>
                  </a:lnTo>
                  <a:lnTo>
                    <a:pt x="640681" y="75137"/>
                  </a:lnTo>
                  <a:lnTo>
                    <a:pt x="641644" y="37061"/>
                  </a:lnTo>
                  <a:lnTo>
                    <a:pt x="644524" y="508"/>
                  </a:lnTo>
                  <a:lnTo>
                    <a:pt x="644599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2511" y="112776"/>
              <a:ext cx="164592" cy="1630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0016" y="348995"/>
              <a:ext cx="99059" cy="99059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1168" y="1053083"/>
            <a:ext cx="99060" cy="9906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3980" y="737616"/>
            <a:ext cx="99059" cy="9906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43771" y="1054608"/>
            <a:ext cx="99059" cy="97536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347839" y="428625"/>
            <a:ext cx="209487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Objectives</a:t>
            </a:r>
            <a:endParaRPr spc="-5" dirty="0"/>
          </a:p>
        </p:txBody>
      </p:sp>
      <p:sp>
        <p:nvSpPr>
          <p:cNvPr id="19" name="object 19"/>
          <p:cNvSpPr/>
          <p:nvPr/>
        </p:nvSpPr>
        <p:spPr>
          <a:xfrm>
            <a:off x="1505480" y="1757974"/>
            <a:ext cx="637540" cy="603885"/>
          </a:xfrm>
          <a:custGeom>
            <a:avLst/>
            <a:gdLst/>
            <a:ahLst/>
            <a:cxnLst/>
            <a:rect l="l" t="t" r="r" b="b"/>
            <a:pathLst>
              <a:path w="637539" h="603885">
                <a:moveTo>
                  <a:pt x="318516" y="0"/>
                </a:moveTo>
                <a:lnTo>
                  <a:pt x="271451" y="3272"/>
                </a:lnTo>
                <a:lnTo>
                  <a:pt x="226530" y="12778"/>
                </a:lnTo>
                <a:lnTo>
                  <a:pt x="184244" y="28050"/>
                </a:lnTo>
                <a:lnTo>
                  <a:pt x="145088" y="48621"/>
                </a:lnTo>
                <a:lnTo>
                  <a:pt x="109552" y="74024"/>
                </a:lnTo>
                <a:lnTo>
                  <a:pt x="78132" y="103792"/>
                </a:lnTo>
                <a:lnTo>
                  <a:pt x="51319" y="137457"/>
                </a:lnTo>
                <a:lnTo>
                  <a:pt x="29606" y="174553"/>
                </a:lnTo>
                <a:lnTo>
                  <a:pt x="13486" y="214612"/>
                </a:lnTo>
                <a:lnTo>
                  <a:pt x="3453" y="257167"/>
                </a:lnTo>
                <a:lnTo>
                  <a:pt x="0" y="301751"/>
                </a:lnTo>
                <a:lnTo>
                  <a:pt x="3453" y="346336"/>
                </a:lnTo>
                <a:lnTo>
                  <a:pt x="13486" y="388891"/>
                </a:lnTo>
                <a:lnTo>
                  <a:pt x="29606" y="428950"/>
                </a:lnTo>
                <a:lnTo>
                  <a:pt x="51319" y="466046"/>
                </a:lnTo>
                <a:lnTo>
                  <a:pt x="78132" y="499711"/>
                </a:lnTo>
                <a:lnTo>
                  <a:pt x="109552" y="529479"/>
                </a:lnTo>
                <a:lnTo>
                  <a:pt x="145088" y="554882"/>
                </a:lnTo>
                <a:lnTo>
                  <a:pt x="184244" y="575453"/>
                </a:lnTo>
                <a:lnTo>
                  <a:pt x="226530" y="590725"/>
                </a:lnTo>
                <a:lnTo>
                  <a:pt x="271451" y="600231"/>
                </a:lnTo>
                <a:lnTo>
                  <a:pt x="318516" y="603503"/>
                </a:lnTo>
                <a:lnTo>
                  <a:pt x="365580" y="600231"/>
                </a:lnTo>
                <a:lnTo>
                  <a:pt x="410501" y="590725"/>
                </a:lnTo>
                <a:lnTo>
                  <a:pt x="452787" y="575453"/>
                </a:lnTo>
                <a:lnTo>
                  <a:pt x="491943" y="554882"/>
                </a:lnTo>
                <a:lnTo>
                  <a:pt x="527479" y="529479"/>
                </a:lnTo>
                <a:lnTo>
                  <a:pt x="558899" y="499711"/>
                </a:lnTo>
                <a:lnTo>
                  <a:pt x="585712" y="466046"/>
                </a:lnTo>
                <a:lnTo>
                  <a:pt x="607425" y="428950"/>
                </a:lnTo>
                <a:lnTo>
                  <a:pt x="623545" y="388891"/>
                </a:lnTo>
                <a:lnTo>
                  <a:pt x="633578" y="346336"/>
                </a:lnTo>
                <a:lnTo>
                  <a:pt x="637032" y="301751"/>
                </a:lnTo>
                <a:lnTo>
                  <a:pt x="633578" y="257167"/>
                </a:lnTo>
                <a:lnTo>
                  <a:pt x="623545" y="214612"/>
                </a:lnTo>
                <a:lnTo>
                  <a:pt x="607425" y="174553"/>
                </a:lnTo>
                <a:lnTo>
                  <a:pt x="585712" y="137457"/>
                </a:lnTo>
                <a:lnTo>
                  <a:pt x="558899" y="103792"/>
                </a:lnTo>
                <a:lnTo>
                  <a:pt x="527479" y="74024"/>
                </a:lnTo>
                <a:lnTo>
                  <a:pt x="491943" y="48621"/>
                </a:lnTo>
                <a:lnTo>
                  <a:pt x="452787" y="28050"/>
                </a:lnTo>
                <a:lnTo>
                  <a:pt x="410501" y="12778"/>
                </a:lnTo>
                <a:lnTo>
                  <a:pt x="365580" y="3272"/>
                </a:lnTo>
                <a:lnTo>
                  <a:pt x="318516" y="0"/>
                </a:lnTo>
                <a:close/>
              </a:path>
            </a:pathLst>
          </a:custGeom>
          <a:solidFill>
            <a:srgbClr val="9DCE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726777" y="1859924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1A4568"/>
                </a:solidFill>
                <a:latin typeface="Arial"/>
                <a:cs typeface="Arial"/>
              </a:rPr>
              <a:t>1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4221146" y="1758687"/>
            <a:ext cx="637540" cy="603885"/>
          </a:xfrm>
          <a:custGeom>
            <a:avLst/>
            <a:gdLst/>
            <a:ahLst/>
            <a:cxnLst/>
            <a:rect l="l" t="t" r="r" b="b"/>
            <a:pathLst>
              <a:path w="637539" h="603885">
                <a:moveTo>
                  <a:pt x="318515" y="0"/>
                </a:moveTo>
                <a:lnTo>
                  <a:pt x="271451" y="3272"/>
                </a:lnTo>
                <a:lnTo>
                  <a:pt x="226530" y="12778"/>
                </a:lnTo>
                <a:lnTo>
                  <a:pt x="184244" y="28050"/>
                </a:lnTo>
                <a:lnTo>
                  <a:pt x="145088" y="48621"/>
                </a:lnTo>
                <a:lnTo>
                  <a:pt x="109552" y="74024"/>
                </a:lnTo>
                <a:lnTo>
                  <a:pt x="78132" y="103792"/>
                </a:lnTo>
                <a:lnTo>
                  <a:pt x="51319" y="137457"/>
                </a:lnTo>
                <a:lnTo>
                  <a:pt x="29606" y="174553"/>
                </a:lnTo>
                <a:lnTo>
                  <a:pt x="13486" y="214612"/>
                </a:lnTo>
                <a:lnTo>
                  <a:pt x="3453" y="257167"/>
                </a:lnTo>
                <a:lnTo>
                  <a:pt x="0" y="301751"/>
                </a:lnTo>
                <a:lnTo>
                  <a:pt x="3453" y="346336"/>
                </a:lnTo>
                <a:lnTo>
                  <a:pt x="13486" y="388891"/>
                </a:lnTo>
                <a:lnTo>
                  <a:pt x="29606" y="428950"/>
                </a:lnTo>
                <a:lnTo>
                  <a:pt x="51319" y="466046"/>
                </a:lnTo>
                <a:lnTo>
                  <a:pt x="78132" y="499711"/>
                </a:lnTo>
                <a:lnTo>
                  <a:pt x="109552" y="529479"/>
                </a:lnTo>
                <a:lnTo>
                  <a:pt x="145088" y="554882"/>
                </a:lnTo>
                <a:lnTo>
                  <a:pt x="184244" y="575453"/>
                </a:lnTo>
                <a:lnTo>
                  <a:pt x="226530" y="590725"/>
                </a:lnTo>
                <a:lnTo>
                  <a:pt x="271451" y="600231"/>
                </a:lnTo>
                <a:lnTo>
                  <a:pt x="318515" y="603504"/>
                </a:lnTo>
                <a:lnTo>
                  <a:pt x="365580" y="600231"/>
                </a:lnTo>
                <a:lnTo>
                  <a:pt x="410501" y="590725"/>
                </a:lnTo>
                <a:lnTo>
                  <a:pt x="452787" y="575453"/>
                </a:lnTo>
                <a:lnTo>
                  <a:pt x="491943" y="554882"/>
                </a:lnTo>
                <a:lnTo>
                  <a:pt x="527479" y="529479"/>
                </a:lnTo>
                <a:lnTo>
                  <a:pt x="558899" y="499711"/>
                </a:lnTo>
                <a:lnTo>
                  <a:pt x="585712" y="466046"/>
                </a:lnTo>
                <a:lnTo>
                  <a:pt x="607425" y="428950"/>
                </a:lnTo>
                <a:lnTo>
                  <a:pt x="623545" y="388891"/>
                </a:lnTo>
                <a:lnTo>
                  <a:pt x="633578" y="346336"/>
                </a:lnTo>
                <a:lnTo>
                  <a:pt x="637031" y="301751"/>
                </a:lnTo>
                <a:lnTo>
                  <a:pt x="633578" y="257167"/>
                </a:lnTo>
                <a:lnTo>
                  <a:pt x="623545" y="214612"/>
                </a:lnTo>
                <a:lnTo>
                  <a:pt x="607425" y="174553"/>
                </a:lnTo>
                <a:lnTo>
                  <a:pt x="585712" y="137457"/>
                </a:lnTo>
                <a:lnTo>
                  <a:pt x="558899" y="103792"/>
                </a:lnTo>
                <a:lnTo>
                  <a:pt x="527479" y="74024"/>
                </a:lnTo>
                <a:lnTo>
                  <a:pt x="491943" y="48621"/>
                </a:lnTo>
                <a:lnTo>
                  <a:pt x="452787" y="28050"/>
                </a:lnTo>
                <a:lnTo>
                  <a:pt x="410501" y="12778"/>
                </a:lnTo>
                <a:lnTo>
                  <a:pt x="365580" y="3272"/>
                </a:lnTo>
                <a:lnTo>
                  <a:pt x="318515" y="0"/>
                </a:lnTo>
                <a:close/>
              </a:path>
            </a:pathLst>
          </a:custGeom>
          <a:solidFill>
            <a:srgbClr val="9DCE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375008" y="1859924"/>
            <a:ext cx="2329815" cy="1152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1A4568"/>
                </a:solidFill>
                <a:latin typeface="Arial"/>
                <a:cs typeface="Arial"/>
              </a:rPr>
              <a:t>2</a:t>
            </a:r>
            <a:endParaRPr sz="2400" dirty="0">
              <a:latin typeface="Arial"/>
              <a:cs typeface="Arial"/>
            </a:endParaRPr>
          </a:p>
          <a:p>
            <a:pPr marL="12065" marR="5080" algn="ctr">
              <a:lnSpc>
                <a:spcPct val="100000"/>
              </a:lnSpc>
              <a:spcBef>
                <a:spcPts val="1675"/>
              </a:spcBef>
            </a:pPr>
            <a:r>
              <a:rPr sz="1200" spc="-5" dirty="0">
                <a:solidFill>
                  <a:srgbClr val="285E88"/>
                </a:solidFill>
                <a:latin typeface="Times New Roman"/>
                <a:cs typeface="Times New Roman"/>
              </a:rPr>
              <a:t>Implement</a:t>
            </a:r>
            <a:r>
              <a:rPr sz="1200" spc="40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85E88"/>
                </a:solidFill>
                <a:latin typeface="Times New Roman"/>
                <a:cs typeface="Times New Roman"/>
              </a:rPr>
              <a:t>AI</a:t>
            </a:r>
            <a:r>
              <a:rPr sz="1200" dirty="0">
                <a:solidFill>
                  <a:srgbClr val="285E88"/>
                </a:solidFill>
                <a:latin typeface="Times New Roman"/>
                <a:cs typeface="Times New Roman"/>
              </a:rPr>
              <a:t> for</a:t>
            </a:r>
            <a:r>
              <a:rPr sz="1200" spc="-10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85E88"/>
                </a:solidFill>
                <a:latin typeface="Times New Roman"/>
                <a:cs typeface="Times New Roman"/>
              </a:rPr>
              <a:t>device</a:t>
            </a:r>
            <a:r>
              <a:rPr sz="1200" spc="25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85E88"/>
                </a:solidFill>
                <a:latin typeface="Times New Roman"/>
                <a:cs typeface="Times New Roman"/>
              </a:rPr>
              <a:t>control:</a:t>
            </a:r>
            <a:r>
              <a:rPr sz="1200" spc="5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85E88"/>
                </a:solidFill>
                <a:latin typeface="Times New Roman"/>
                <a:cs typeface="Times New Roman"/>
              </a:rPr>
              <a:t>Use </a:t>
            </a:r>
            <a:r>
              <a:rPr sz="1200" spc="-285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85E88"/>
                </a:solidFill>
                <a:latin typeface="Times New Roman"/>
                <a:cs typeface="Times New Roman"/>
              </a:rPr>
              <a:t>AI</a:t>
            </a:r>
            <a:r>
              <a:rPr sz="1200" spc="-15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85E88"/>
                </a:solidFill>
                <a:latin typeface="Times New Roman"/>
                <a:cs typeface="Times New Roman"/>
              </a:rPr>
              <a:t>to </a:t>
            </a:r>
            <a:r>
              <a:rPr sz="1200" spc="-5" dirty="0">
                <a:solidFill>
                  <a:srgbClr val="285E88"/>
                </a:solidFill>
                <a:latin typeface="Times New Roman"/>
                <a:cs typeface="Times New Roman"/>
              </a:rPr>
              <a:t>interpret</a:t>
            </a:r>
            <a:r>
              <a:rPr sz="1200" spc="35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85E88"/>
                </a:solidFill>
                <a:latin typeface="Times New Roman"/>
                <a:cs typeface="Times New Roman"/>
              </a:rPr>
              <a:t>movements</a:t>
            </a:r>
            <a:r>
              <a:rPr sz="1200" spc="5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85E88"/>
                </a:solidFill>
                <a:latin typeface="Times New Roman"/>
                <a:cs typeface="Times New Roman"/>
              </a:rPr>
              <a:t>for </a:t>
            </a:r>
            <a:r>
              <a:rPr sz="1200" spc="5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85E88"/>
                </a:solidFill>
                <a:latin typeface="Times New Roman"/>
                <a:cs typeface="Times New Roman"/>
              </a:rPr>
              <a:t>controlling</a:t>
            </a:r>
            <a:r>
              <a:rPr sz="1200" spc="25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85E88"/>
                </a:solidFill>
                <a:latin typeface="Times New Roman"/>
                <a:cs typeface="Times New Roman"/>
              </a:rPr>
              <a:t>lights,</a:t>
            </a:r>
            <a:r>
              <a:rPr sz="1200" spc="10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85E88"/>
                </a:solidFill>
                <a:latin typeface="Times New Roman"/>
                <a:cs typeface="Times New Roman"/>
              </a:rPr>
              <a:t>appliances,</a:t>
            </a:r>
            <a:r>
              <a:rPr sz="1200" spc="40" dirty="0">
                <a:solidFill>
                  <a:srgbClr val="285E88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85E88"/>
                </a:solidFill>
                <a:latin typeface="Times New Roman"/>
                <a:cs typeface="Times New Roman"/>
              </a:rPr>
              <a:t>etc.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40625" y="1757974"/>
            <a:ext cx="637540" cy="603885"/>
          </a:xfrm>
          <a:custGeom>
            <a:avLst/>
            <a:gdLst/>
            <a:ahLst/>
            <a:cxnLst/>
            <a:rect l="l" t="t" r="r" b="b"/>
            <a:pathLst>
              <a:path w="637540" h="603885">
                <a:moveTo>
                  <a:pt x="318515" y="0"/>
                </a:moveTo>
                <a:lnTo>
                  <a:pt x="271451" y="3272"/>
                </a:lnTo>
                <a:lnTo>
                  <a:pt x="226530" y="12778"/>
                </a:lnTo>
                <a:lnTo>
                  <a:pt x="184244" y="28050"/>
                </a:lnTo>
                <a:lnTo>
                  <a:pt x="145088" y="48621"/>
                </a:lnTo>
                <a:lnTo>
                  <a:pt x="109552" y="74024"/>
                </a:lnTo>
                <a:lnTo>
                  <a:pt x="78132" y="103792"/>
                </a:lnTo>
                <a:lnTo>
                  <a:pt x="51319" y="137457"/>
                </a:lnTo>
                <a:lnTo>
                  <a:pt x="29606" y="174553"/>
                </a:lnTo>
                <a:lnTo>
                  <a:pt x="13486" y="214612"/>
                </a:lnTo>
                <a:lnTo>
                  <a:pt x="3453" y="257167"/>
                </a:lnTo>
                <a:lnTo>
                  <a:pt x="0" y="301751"/>
                </a:lnTo>
                <a:lnTo>
                  <a:pt x="3453" y="346336"/>
                </a:lnTo>
                <a:lnTo>
                  <a:pt x="13486" y="388891"/>
                </a:lnTo>
                <a:lnTo>
                  <a:pt x="29606" y="428950"/>
                </a:lnTo>
                <a:lnTo>
                  <a:pt x="51319" y="466046"/>
                </a:lnTo>
                <a:lnTo>
                  <a:pt x="78132" y="499711"/>
                </a:lnTo>
                <a:lnTo>
                  <a:pt x="109552" y="529479"/>
                </a:lnTo>
                <a:lnTo>
                  <a:pt x="145088" y="554882"/>
                </a:lnTo>
                <a:lnTo>
                  <a:pt x="184244" y="575453"/>
                </a:lnTo>
                <a:lnTo>
                  <a:pt x="226530" y="590725"/>
                </a:lnTo>
                <a:lnTo>
                  <a:pt x="271451" y="600231"/>
                </a:lnTo>
                <a:lnTo>
                  <a:pt x="318515" y="603503"/>
                </a:lnTo>
                <a:lnTo>
                  <a:pt x="365580" y="600231"/>
                </a:lnTo>
                <a:lnTo>
                  <a:pt x="410501" y="590725"/>
                </a:lnTo>
                <a:lnTo>
                  <a:pt x="452787" y="575453"/>
                </a:lnTo>
                <a:lnTo>
                  <a:pt x="491943" y="554882"/>
                </a:lnTo>
                <a:lnTo>
                  <a:pt x="527479" y="529479"/>
                </a:lnTo>
                <a:lnTo>
                  <a:pt x="558899" y="499711"/>
                </a:lnTo>
                <a:lnTo>
                  <a:pt x="585712" y="466046"/>
                </a:lnTo>
                <a:lnTo>
                  <a:pt x="607425" y="428950"/>
                </a:lnTo>
                <a:lnTo>
                  <a:pt x="623545" y="388891"/>
                </a:lnTo>
                <a:lnTo>
                  <a:pt x="633578" y="346336"/>
                </a:lnTo>
                <a:lnTo>
                  <a:pt x="637031" y="301751"/>
                </a:lnTo>
                <a:lnTo>
                  <a:pt x="633578" y="257167"/>
                </a:lnTo>
                <a:lnTo>
                  <a:pt x="623545" y="214612"/>
                </a:lnTo>
                <a:lnTo>
                  <a:pt x="607425" y="174553"/>
                </a:lnTo>
                <a:lnTo>
                  <a:pt x="585712" y="137457"/>
                </a:lnTo>
                <a:lnTo>
                  <a:pt x="558899" y="103792"/>
                </a:lnTo>
                <a:lnTo>
                  <a:pt x="527479" y="74024"/>
                </a:lnTo>
                <a:lnTo>
                  <a:pt x="491943" y="48621"/>
                </a:lnTo>
                <a:lnTo>
                  <a:pt x="452787" y="28050"/>
                </a:lnTo>
                <a:lnTo>
                  <a:pt x="410501" y="12778"/>
                </a:lnTo>
                <a:lnTo>
                  <a:pt x="365580" y="3272"/>
                </a:lnTo>
                <a:lnTo>
                  <a:pt x="318515" y="0"/>
                </a:lnTo>
                <a:close/>
              </a:path>
            </a:pathLst>
          </a:custGeom>
          <a:solidFill>
            <a:srgbClr val="9DCEDF"/>
          </a:solidFill>
        </p:spPr>
        <p:txBody>
          <a:bodyPr wrap="square" lIns="0" tIns="0" rIns="0" bIns="0" rtlCol="0"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29" name="object 29"/>
          <p:cNvSpPr txBox="1"/>
          <p:nvPr/>
        </p:nvSpPr>
        <p:spPr>
          <a:xfrm>
            <a:off x="6222789" y="1871251"/>
            <a:ext cx="2131695" cy="1331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" algn="ctr">
              <a:lnSpc>
                <a:spcPct val="100000"/>
              </a:lnSpc>
              <a:spcBef>
                <a:spcPts val="100"/>
              </a:spcBef>
            </a:pPr>
            <a:r>
              <a:rPr lang="en-SA" sz="2400" b="1" spc="-5" dirty="0">
                <a:solidFill>
                  <a:srgbClr val="1A4568"/>
                </a:solidFill>
                <a:latin typeface="Arial"/>
                <a:cs typeface="Arial"/>
              </a:rPr>
              <a:t>3</a:t>
            </a:r>
          </a:p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endParaRPr lang="en-US" sz="1200" dirty="0">
              <a:solidFill>
                <a:srgbClr val="285E88"/>
              </a:solidFill>
              <a:latin typeface="Times New Roman"/>
              <a:cs typeface="Times New Roman"/>
            </a:endParaRPr>
          </a:p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solidFill>
                  <a:srgbClr val="285E88"/>
                </a:solidFill>
                <a:latin typeface="Times New Roman"/>
                <a:cs typeface="Times New Roman"/>
              </a:rPr>
              <a:t>Help make the lives of the elderly and people with disability to control their home appliance without any trouble 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87907" y="2463809"/>
            <a:ext cx="19691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75" algn="ctr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b="0" i="0" u="none" strike="noStrike" dirty="0">
                <a:solidFill>
                  <a:srgbClr val="285E8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mplement a smart remote controlling system based on gesture-responsive smart eyewear device</a:t>
            </a:r>
            <a:endParaRPr sz="1200" dirty="0">
              <a:solidFill>
                <a:srgbClr val="285E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66198" y="3945556"/>
            <a:ext cx="6577965" cy="1198245"/>
            <a:chOff x="2566198" y="3945556"/>
            <a:chExt cx="6577965" cy="1198245"/>
          </a:xfrm>
        </p:grpSpPr>
        <p:sp>
          <p:nvSpPr>
            <p:cNvPr id="3" name="object 3"/>
            <p:cNvSpPr/>
            <p:nvPr/>
          </p:nvSpPr>
          <p:spPr>
            <a:xfrm>
              <a:off x="2566198" y="4367847"/>
              <a:ext cx="6577965" cy="775970"/>
            </a:xfrm>
            <a:custGeom>
              <a:avLst/>
              <a:gdLst/>
              <a:ahLst/>
              <a:cxnLst/>
              <a:rect l="l" t="t" r="r" b="b"/>
              <a:pathLst>
                <a:path w="6577965" h="775970">
                  <a:moveTo>
                    <a:pt x="1693889" y="0"/>
                  </a:moveTo>
                  <a:lnTo>
                    <a:pt x="1677506" y="0"/>
                  </a:lnTo>
                  <a:lnTo>
                    <a:pt x="1617867" y="733"/>
                  </a:lnTo>
                  <a:lnTo>
                    <a:pt x="1566330" y="2093"/>
                  </a:lnTo>
                  <a:lnTo>
                    <a:pt x="1514804" y="4145"/>
                  </a:lnTo>
                  <a:lnTo>
                    <a:pt x="1463327" y="6903"/>
                  </a:lnTo>
                  <a:lnTo>
                    <a:pt x="1411938" y="10384"/>
                  </a:lnTo>
                  <a:lnTo>
                    <a:pt x="1360674" y="14603"/>
                  </a:lnTo>
                  <a:lnTo>
                    <a:pt x="1309574" y="19573"/>
                  </a:lnTo>
                  <a:lnTo>
                    <a:pt x="1258676" y="25311"/>
                  </a:lnTo>
                  <a:lnTo>
                    <a:pt x="1208017" y="31832"/>
                  </a:lnTo>
                  <a:lnTo>
                    <a:pt x="1157636" y="39150"/>
                  </a:lnTo>
                  <a:lnTo>
                    <a:pt x="1107572" y="47282"/>
                  </a:lnTo>
                  <a:lnTo>
                    <a:pt x="1057861" y="56241"/>
                  </a:lnTo>
                  <a:lnTo>
                    <a:pt x="1008543" y="66043"/>
                  </a:lnTo>
                  <a:lnTo>
                    <a:pt x="959654" y="76703"/>
                  </a:lnTo>
                  <a:lnTo>
                    <a:pt x="911234" y="88237"/>
                  </a:lnTo>
                  <a:lnTo>
                    <a:pt x="863321" y="100658"/>
                  </a:lnTo>
                  <a:lnTo>
                    <a:pt x="815951" y="113984"/>
                  </a:lnTo>
                  <a:lnTo>
                    <a:pt x="769165" y="128227"/>
                  </a:lnTo>
                  <a:lnTo>
                    <a:pt x="722998" y="143405"/>
                  </a:lnTo>
                  <a:lnTo>
                    <a:pt x="677491" y="159531"/>
                  </a:lnTo>
                  <a:lnTo>
                    <a:pt x="632680" y="176621"/>
                  </a:lnTo>
                  <a:lnTo>
                    <a:pt x="588604" y="194690"/>
                  </a:lnTo>
                  <a:lnTo>
                    <a:pt x="545301" y="213753"/>
                  </a:lnTo>
                  <a:lnTo>
                    <a:pt x="501729" y="234164"/>
                  </a:lnTo>
                  <a:lnTo>
                    <a:pt x="457183" y="256537"/>
                  </a:lnTo>
                  <a:lnTo>
                    <a:pt x="412138" y="280748"/>
                  </a:lnTo>
                  <a:lnTo>
                    <a:pt x="367068" y="306671"/>
                  </a:lnTo>
                  <a:lnTo>
                    <a:pt x="322449" y="334182"/>
                  </a:lnTo>
                  <a:lnTo>
                    <a:pt x="278755" y="363155"/>
                  </a:lnTo>
                  <a:lnTo>
                    <a:pt x="236463" y="393466"/>
                  </a:lnTo>
                  <a:lnTo>
                    <a:pt x="196046" y="424989"/>
                  </a:lnTo>
                  <a:lnTo>
                    <a:pt x="157979" y="457599"/>
                  </a:lnTo>
                  <a:lnTo>
                    <a:pt x="122739" y="491172"/>
                  </a:lnTo>
                  <a:lnTo>
                    <a:pt x="90800" y="525582"/>
                  </a:lnTo>
                  <a:lnTo>
                    <a:pt x="62636" y="560705"/>
                  </a:lnTo>
                  <a:lnTo>
                    <a:pt x="38723" y="596415"/>
                  </a:lnTo>
                  <a:lnTo>
                    <a:pt x="19537" y="632587"/>
                  </a:lnTo>
                  <a:lnTo>
                    <a:pt x="5551" y="669096"/>
                  </a:lnTo>
                  <a:lnTo>
                    <a:pt x="0" y="705657"/>
                  </a:lnTo>
                  <a:lnTo>
                    <a:pt x="6859" y="736240"/>
                  </a:lnTo>
                  <a:lnTo>
                    <a:pt x="24615" y="761372"/>
                  </a:lnTo>
                  <a:lnTo>
                    <a:pt x="43796" y="775652"/>
                  </a:lnTo>
                  <a:lnTo>
                    <a:pt x="6577801" y="775652"/>
                  </a:lnTo>
                  <a:lnTo>
                    <a:pt x="6577801" y="619975"/>
                  </a:lnTo>
                  <a:lnTo>
                    <a:pt x="6029415" y="619975"/>
                  </a:lnTo>
                  <a:lnTo>
                    <a:pt x="5772864" y="617913"/>
                  </a:lnTo>
                  <a:lnTo>
                    <a:pt x="5567976" y="612831"/>
                  </a:lnTo>
                  <a:lnTo>
                    <a:pt x="5363538" y="604104"/>
                  </a:lnTo>
                  <a:lnTo>
                    <a:pt x="5210582" y="594836"/>
                  </a:lnTo>
                  <a:lnTo>
                    <a:pt x="5058002" y="582978"/>
                  </a:lnTo>
                  <a:lnTo>
                    <a:pt x="4905960" y="568353"/>
                  </a:lnTo>
                  <a:lnTo>
                    <a:pt x="4754820" y="550984"/>
                  </a:lnTo>
                  <a:lnTo>
                    <a:pt x="4604455" y="530965"/>
                  </a:lnTo>
                  <a:lnTo>
                    <a:pt x="4454830" y="508498"/>
                  </a:lnTo>
                  <a:lnTo>
                    <a:pt x="4256416" y="475085"/>
                  </a:lnTo>
                  <a:lnTo>
                    <a:pt x="4059165" y="438163"/>
                  </a:lnTo>
                  <a:lnTo>
                    <a:pt x="3814101" y="387805"/>
                  </a:lnTo>
                  <a:lnTo>
                    <a:pt x="3473509" y="311137"/>
                  </a:lnTo>
                  <a:lnTo>
                    <a:pt x="2746074" y="133974"/>
                  </a:lnTo>
                  <a:lnTo>
                    <a:pt x="2647706" y="111532"/>
                  </a:lnTo>
                  <a:lnTo>
                    <a:pt x="2548782" y="90372"/>
                  </a:lnTo>
                  <a:lnTo>
                    <a:pt x="2449168" y="70817"/>
                  </a:lnTo>
                  <a:lnTo>
                    <a:pt x="2399060" y="61743"/>
                  </a:lnTo>
                  <a:lnTo>
                    <a:pt x="2348728" y="53190"/>
                  </a:lnTo>
                  <a:lnTo>
                    <a:pt x="2298155" y="45199"/>
                  </a:lnTo>
                  <a:lnTo>
                    <a:pt x="2248331" y="38136"/>
                  </a:lnTo>
                  <a:lnTo>
                    <a:pt x="2198370" y="31647"/>
                  </a:lnTo>
                  <a:lnTo>
                    <a:pt x="2148285" y="25738"/>
                  </a:lnTo>
                  <a:lnTo>
                    <a:pt x="2098088" y="20419"/>
                  </a:lnTo>
                  <a:lnTo>
                    <a:pt x="2047790" y="15697"/>
                  </a:lnTo>
                  <a:lnTo>
                    <a:pt x="1997403" y="11579"/>
                  </a:lnTo>
                  <a:lnTo>
                    <a:pt x="1946940" y="8073"/>
                  </a:lnTo>
                  <a:lnTo>
                    <a:pt x="1896412" y="5187"/>
                  </a:lnTo>
                  <a:lnTo>
                    <a:pt x="1845831" y="2929"/>
                  </a:lnTo>
                  <a:lnTo>
                    <a:pt x="1795209" y="1307"/>
                  </a:lnTo>
                  <a:lnTo>
                    <a:pt x="1744557" y="328"/>
                  </a:lnTo>
                  <a:lnTo>
                    <a:pt x="1693889" y="0"/>
                  </a:lnTo>
                  <a:close/>
                </a:path>
                <a:path w="6577965" h="775970">
                  <a:moveTo>
                    <a:pt x="6577801" y="613163"/>
                  </a:moveTo>
                  <a:lnTo>
                    <a:pt x="6029415" y="619975"/>
                  </a:lnTo>
                  <a:lnTo>
                    <a:pt x="6577801" y="619975"/>
                  </a:lnTo>
                  <a:lnTo>
                    <a:pt x="6577801" y="613163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209155" y="4555274"/>
              <a:ext cx="2934970" cy="588645"/>
            </a:xfrm>
            <a:custGeom>
              <a:avLst/>
              <a:gdLst/>
              <a:ahLst/>
              <a:cxnLst/>
              <a:rect l="l" t="t" r="r" b="b"/>
              <a:pathLst>
                <a:path w="2934970" h="588645">
                  <a:moveTo>
                    <a:pt x="766192" y="0"/>
                  </a:moveTo>
                  <a:lnTo>
                    <a:pt x="713843" y="986"/>
                  </a:lnTo>
                  <a:lnTo>
                    <a:pt x="660195" y="4040"/>
                  </a:lnTo>
                  <a:lnTo>
                    <a:pt x="605190" y="9306"/>
                  </a:lnTo>
                  <a:lnTo>
                    <a:pt x="548768" y="16929"/>
                  </a:lnTo>
                  <a:lnTo>
                    <a:pt x="496542" y="26878"/>
                  </a:lnTo>
                  <a:lnTo>
                    <a:pt x="445273" y="40303"/>
                  </a:lnTo>
                  <a:lnTo>
                    <a:pt x="395268" y="56977"/>
                  </a:lnTo>
                  <a:lnTo>
                    <a:pt x="346835" y="76674"/>
                  </a:lnTo>
                  <a:lnTo>
                    <a:pt x="300281" y="99169"/>
                  </a:lnTo>
                  <a:lnTo>
                    <a:pt x="255915" y="124235"/>
                  </a:lnTo>
                  <a:lnTo>
                    <a:pt x="214044" y="151647"/>
                  </a:lnTo>
                  <a:lnTo>
                    <a:pt x="174976" y="181179"/>
                  </a:lnTo>
                  <a:lnTo>
                    <a:pt x="139018" y="212604"/>
                  </a:lnTo>
                  <a:lnTo>
                    <a:pt x="106479" y="245697"/>
                  </a:lnTo>
                  <a:lnTo>
                    <a:pt x="77665" y="280232"/>
                  </a:lnTo>
                  <a:lnTo>
                    <a:pt x="52885" y="315983"/>
                  </a:lnTo>
                  <a:lnTo>
                    <a:pt x="32446" y="352725"/>
                  </a:lnTo>
                  <a:lnTo>
                    <a:pt x="16657" y="390230"/>
                  </a:lnTo>
                  <a:lnTo>
                    <a:pt x="5824" y="428274"/>
                  </a:lnTo>
                  <a:lnTo>
                    <a:pt x="255" y="466631"/>
                  </a:lnTo>
                  <a:lnTo>
                    <a:pt x="0" y="502829"/>
                  </a:lnTo>
                  <a:lnTo>
                    <a:pt x="4230" y="541313"/>
                  </a:lnTo>
                  <a:lnTo>
                    <a:pt x="13108" y="581484"/>
                  </a:lnTo>
                  <a:lnTo>
                    <a:pt x="15345" y="588224"/>
                  </a:lnTo>
                  <a:lnTo>
                    <a:pt x="2934844" y="588224"/>
                  </a:lnTo>
                  <a:lnTo>
                    <a:pt x="2934844" y="306504"/>
                  </a:lnTo>
                  <a:lnTo>
                    <a:pt x="2933217" y="303689"/>
                  </a:lnTo>
                  <a:lnTo>
                    <a:pt x="2904638" y="261562"/>
                  </a:lnTo>
                  <a:lnTo>
                    <a:pt x="2871819" y="220917"/>
                  </a:lnTo>
                  <a:lnTo>
                    <a:pt x="2869431" y="218490"/>
                  </a:lnTo>
                  <a:lnTo>
                    <a:pt x="1908557" y="218490"/>
                  </a:lnTo>
                  <a:lnTo>
                    <a:pt x="1861368" y="217384"/>
                  </a:lnTo>
                  <a:lnTo>
                    <a:pt x="1814799" y="214191"/>
                  </a:lnTo>
                  <a:lnTo>
                    <a:pt x="1768762" y="209102"/>
                  </a:lnTo>
                  <a:lnTo>
                    <a:pt x="1723167" y="202306"/>
                  </a:lnTo>
                  <a:lnTo>
                    <a:pt x="1677924" y="193992"/>
                  </a:lnTo>
                  <a:lnTo>
                    <a:pt x="1632944" y="184351"/>
                  </a:lnTo>
                  <a:lnTo>
                    <a:pt x="1588137" y="173572"/>
                  </a:lnTo>
                  <a:lnTo>
                    <a:pt x="1543414" y="161845"/>
                  </a:lnTo>
                  <a:lnTo>
                    <a:pt x="1498685" y="149358"/>
                  </a:lnTo>
                  <a:lnTo>
                    <a:pt x="1408210" y="122676"/>
                  </a:lnTo>
                  <a:lnTo>
                    <a:pt x="1271822" y="82186"/>
                  </a:lnTo>
                  <a:lnTo>
                    <a:pt x="1225178" y="69131"/>
                  </a:lnTo>
                  <a:lnTo>
                    <a:pt x="1177903" y="56645"/>
                  </a:lnTo>
                  <a:lnTo>
                    <a:pt x="1129906" y="44918"/>
                  </a:lnTo>
                  <a:lnTo>
                    <a:pt x="1081097" y="34139"/>
                  </a:lnTo>
                  <a:lnTo>
                    <a:pt x="1031387" y="24498"/>
                  </a:lnTo>
                  <a:lnTo>
                    <a:pt x="980687" y="16184"/>
                  </a:lnTo>
                  <a:lnTo>
                    <a:pt x="928907" y="9388"/>
                  </a:lnTo>
                  <a:lnTo>
                    <a:pt x="875958" y="4299"/>
                  </a:lnTo>
                  <a:lnTo>
                    <a:pt x="821749" y="1106"/>
                  </a:lnTo>
                  <a:lnTo>
                    <a:pt x="766192" y="0"/>
                  </a:lnTo>
                  <a:close/>
                </a:path>
                <a:path w="2934970" h="588645">
                  <a:moveTo>
                    <a:pt x="2583308" y="85763"/>
                  </a:moveTo>
                  <a:lnTo>
                    <a:pt x="2543261" y="87595"/>
                  </a:lnTo>
                  <a:lnTo>
                    <a:pt x="2503229" y="92736"/>
                  </a:lnTo>
                  <a:lnTo>
                    <a:pt x="2462956" y="100653"/>
                  </a:lnTo>
                  <a:lnTo>
                    <a:pt x="2422187" y="110810"/>
                  </a:lnTo>
                  <a:lnTo>
                    <a:pt x="2380590" y="122699"/>
                  </a:lnTo>
                  <a:lnTo>
                    <a:pt x="2294336" y="149394"/>
                  </a:lnTo>
                  <a:lnTo>
                    <a:pt x="2249016" y="163180"/>
                  </a:lnTo>
                  <a:lnTo>
                    <a:pt x="2201918" y="176538"/>
                  </a:lnTo>
                  <a:lnTo>
                    <a:pt x="2152786" y="188935"/>
                  </a:lnTo>
                  <a:lnTo>
                    <a:pt x="2101362" y="199837"/>
                  </a:lnTo>
                  <a:lnTo>
                    <a:pt x="2047391" y="208711"/>
                  </a:lnTo>
                  <a:lnTo>
                    <a:pt x="1990617" y="215022"/>
                  </a:lnTo>
                  <a:lnTo>
                    <a:pt x="1930782" y="218236"/>
                  </a:lnTo>
                  <a:lnTo>
                    <a:pt x="1915923" y="218490"/>
                  </a:lnTo>
                  <a:lnTo>
                    <a:pt x="2869431" y="218490"/>
                  </a:lnTo>
                  <a:lnTo>
                    <a:pt x="2834745" y="183237"/>
                  </a:lnTo>
                  <a:lnTo>
                    <a:pt x="2793403" y="150003"/>
                  </a:lnTo>
                  <a:lnTo>
                    <a:pt x="2747723" y="122676"/>
                  </a:lnTo>
                  <a:lnTo>
                    <a:pt x="2697862" y="102806"/>
                  </a:lnTo>
                  <a:lnTo>
                    <a:pt x="2639966" y="89789"/>
                  </a:lnTo>
                  <a:lnTo>
                    <a:pt x="2611512" y="86740"/>
                  </a:lnTo>
                  <a:lnTo>
                    <a:pt x="2583308" y="85763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1216" y="3945556"/>
              <a:ext cx="923290" cy="1198245"/>
            </a:xfrm>
            <a:custGeom>
              <a:avLst/>
              <a:gdLst/>
              <a:ahLst/>
              <a:cxnLst/>
              <a:rect l="l" t="t" r="r" b="b"/>
              <a:pathLst>
                <a:path w="923290" h="1198245">
                  <a:moveTo>
                    <a:pt x="539349" y="0"/>
                  </a:moveTo>
                  <a:lnTo>
                    <a:pt x="464995" y="4847"/>
                  </a:lnTo>
                  <a:lnTo>
                    <a:pt x="397257" y="26203"/>
                  </a:lnTo>
                  <a:lnTo>
                    <a:pt x="354868" y="49055"/>
                  </a:lnTo>
                  <a:lnTo>
                    <a:pt x="317831" y="74622"/>
                  </a:lnTo>
                  <a:lnTo>
                    <a:pt x="285816" y="102711"/>
                  </a:lnTo>
                  <a:lnTo>
                    <a:pt x="258493" y="133128"/>
                  </a:lnTo>
                  <a:lnTo>
                    <a:pt x="235531" y="165682"/>
                  </a:lnTo>
                  <a:lnTo>
                    <a:pt x="216600" y="200180"/>
                  </a:lnTo>
                  <a:lnTo>
                    <a:pt x="201370" y="236430"/>
                  </a:lnTo>
                  <a:lnTo>
                    <a:pt x="189509" y="274238"/>
                  </a:lnTo>
                  <a:lnTo>
                    <a:pt x="180688" y="313412"/>
                  </a:lnTo>
                  <a:lnTo>
                    <a:pt x="174576" y="353759"/>
                  </a:lnTo>
                  <a:lnTo>
                    <a:pt x="170842" y="395088"/>
                  </a:lnTo>
                  <a:lnTo>
                    <a:pt x="169157" y="437205"/>
                  </a:lnTo>
                  <a:lnTo>
                    <a:pt x="169190" y="479917"/>
                  </a:lnTo>
                  <a:lnTo>
                    <a:pt x="170610" y="523033"/>
                  </a:lnTo>
                  <a:lnTo>
                    <a:pt x="173087" y="566359"/>
                  </a:lnTo>
                  <a:lnTo>
                    <a:pt x="176290" y="609703"/>
                  </a:lnTo>
                  <a:lnTo>
                    <a:pt x="179890" y="652873"/>
                  </a:lnTo>
                  <a:lnTo>
                    <a:pt x="183556" y="695675"/>
                  </a:lnTo>
                  <a:lnTo>
                    <a:pt x="186956" y="737917"/>
                  </a:lnTo>
                  <a:lnTo>
                    <a:pt x="189762" y="779407"/>
                  </a:lnTo>
                  <a:lnTo>
                    <a:pt x="191642" y="819952"/>
                  </a:lnTo>
                  <a:lnTo>
                    <a:pt x="192266" y="859359"/>
                  </a:lnTo>
                  <a:lnTo>
                    <a:pt x="191304" y="897436"/>
                  </a:lnTo>
                  <a:lnTo>
                    <a:pt x="183298" y="968828"/>
                  </a:lnTo>
                  <a:lnTo>
                    <a:pt x="164982" y="1032589"/>
                  </a:lnTo>
                  <a:lnTo>
                    <a:pt x="126985" y="1096862"/>
                  </a:lnTo>
                  <a:lnTo>
                    <a:pt x="98797" y="1128062"/>
                  </a:lnTo>
                  <a:lnTo>
                    <a:pt x="67161" y="1155309"/>
                  </a:lnTo>
                  <a:lnTo>
                    <a:pt x="32669" y="1179190"/>
                  </a:lnTo>
                  <a:lnTo>
                    <a:pt x="0" y="1197941"/>
                  </a:lnTo>
                  <a:lnTo>
                    <a:pt x="922783" y="1197941"/>
                  </a:lnTo>
                  <a:lnTo>
                    <a:pt x="922783" y="143936"/>
                  </a:lnTo>
                  <a:lnTo>
                    <a:pt x="916883" y="140069"/>
                  </a:lnTo>
                  <a:lnTo>
                    <a:pt x="873883" y="114059"/>
                  </a:lnTo>
                  <a:lnTo>
                    <a:pt x="830723" y="90199"/>
                  </a:lnTo>
                  <a:lnTo>
                    <a:pt x="787584" y="68688"/>
                  </a:lnTo>
                  <a:lnTo>
                    <a:pt x="744647" y="49723"/>
                  </a:lnTo>
                  <a:lnTo>
                    <a:pt x="702094" y="33501"/>
                  </a:lnTo>
                  <a:lnTo>
                    <a:pt x="660106" y="20220"/>
                  </a:lnTo>
                  <a:lnTo>
                    <a:pt x="618865" y="10078"/>
                  </a:lnTo>
                  <a:lnTo>
                    <a:pt x="578552" y="3272"/>
                  </a:lnTo>
                  <a:lnTo>
                    <a:pt x="539349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8532" y="4725923"/>
              <a:ext cx="163067" cy="1630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6700" y="4553711"/>
              <a:ext cx="99059" cy="9905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53271" y="3628644"/>
            <a:ext cx="97535" cy="990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78268" y="4367784"/>
            <a:ext cx="97535" cy="9753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0"/>
            <a:ext cx="6424295" cy="1217295"/>
            <a:chOff x="0" y="0"/>
            <a:chExt cx="6424295" cy="1217295"/>
          </a:xfrm>
        </p:grpSpPr>
        <p:sp>
          <p:nvSpPr>
            <p:cNvPr id="11" name="object 11"/>
            <p:cNvSpPr/>
            <p:nvPr/>
          </p:nvSpPr>
          <p:spPr>
            <a:xfrm>
              <a:off x="0" y="0"/>
              <a:ext cx="6424295" cy="795655"/>
            </a:xfrm>
            <a:custGeom>
              <a:avLst/>
              <a:gdLst/>
              <a:ahLst/>
              <a:cxnLst/>
              <a:rect l="l" t="t" r="r" b="b"/>
              <a:pathLst>
                <a:path w="6424295" h="795655">
                  <a:moveTo>
                    <a:pt x="6397682" y="174371"/>
                  </a:moveTo>
                  <a:lnTo>
                    <a:pt x="394436" y="174371"/>
                  </a:lnTo>
                  <a:lnTo>
                    <a:pt x="445785" y="174448"/>
                  </a:lnTo>
                  <a:lnTo>
                    <a:pt x="702285" y="177413"/>
                  </a:lnTo>
                  <a:lnTo>
                    <a:pt x="907078" y="183386"/>
                  </a:lnTo>
                  <a:lnTo>
                    <a:pt x="1111378" y="193148"/>
                  </a:lnTo>
                  <a:lnTo>
                    <a:pt x="1264208" y="203282"/>
                  </a:lnTo>
                  <a:lnTo>
                    <a:pt x="1416643" y="216081"/>
                  </a:lnTo>
                  <a:lnTo>
                    <a:pt x="1568385" y="231643"/>
                  </a:lnTo>
                  <a:lnTo>
                    <a:pt x="1719263" y="249945"/>
                  </a:lnTo>
                  <a:lnTo>
                    <a:pt x="1869377" y="270835"/>
                  </a:lnTo>
                  <a:lnTo>
                    <a:pt x="2018764" y="294108"/>
                  </a:lnTo>
                  <a:lnTo>
                    <a:pt x="2216879" y="328498"/>
                  </a:lnTo>
                  <a:lnTo>
                    <a:pt x="2413853" y="366283"/>
                  </a:lnTo>
                  <a:lnTo>
                    <a:pt x="2658602" y="417555"/>
                  </a:lnTo>
                  <a:lnTo>
                    <a:pt x="2950367" y="483767"/>
                  </a:lnTo>
                  <a:lnTo>
                    <a:pt x="3628785" y="649623"/>
                  </a:lnTo>
                  <a:lnTo>
                    <a:pt x="3776171" y="683723"/>
                  </a:lnTo>
                  <a:lnTo>
                    <a:pt x="3875094" y="704915"/>
                  </a:lnTo>
                  <a:lnTo>
                    <a:pt x="3974708" y="724505"/>
                  </a:lnTo>
                  <a:lnTo>
                    <a:pt x="4024817" y="733599"/>
                  </a:lnTo>
                  <a:lnTo>
                    <a:pt x="4075149" y="742174"/>
                  </a:lnTo>
                  <a:lnTo>
                    <a:pt x="4125722" y="750188"/>
                  </a:lnTo>
                  <a:lnTo>
                    <a:pt x="4175546" y="757270"/>
                  </a:lnTo>
                  <a:lnTo>
                    <a:pt x="4225506" y="763778"/>
                  </a:lnTo>
                  <a:lnTo>
                    <a:pt x="4275591" y="769703"/>
                  </a:lnTo>
                  <a:lnTo>
                    <a:pt x="4325789" y="775038"/>
                  </a:lnTo>
                  <a:lnTo>
                    <a:pt x="4376087" y="779776"/>
                  </a:lnTo>
                  <a:lnTo>
                    <a:pt x="4426473" y="783907"/>
                  </a:lnTo>
                  <a:lnTo>
                    <a:pt x="4476937" y="787425"/>
                  </a:lnTo>
                  <a:lnTo>
                    <a:pt x="4527465" y="790321"/>
                  </a:lnTo>
                  <a:lnTo>
                    <a:pt x="4578046" y="792587"/>
                  </a:lnTo>
                  <a:lnTo>
                    <a:pt x="4628668" y="794215"/>
                  </a:lnTo>
                  <a:lnTo>
                    <a:pt x="4679319" y="795198"/>
                  </a:lnTo>
                  <a:lnTo>
                    <a:pt x="4729988" y="795527"/>
                  </a:lnTo>
                  <a:lnTo>
                    <a:pt x="4746371" y="795527"/>
                  </a:lnTo>
                  <a:lnTo>
                    <a:pt x="4806009" y="794719"/>
                  </a:lnTo>
                  <a:lnTo>
                    <a:pt x="4857547" y="793359"/>
                  </a:lnTo>
                  <a:lnTo>
                    <a:pt x="4909073" y="791307"/>
                  </a:lnTo>
                  <a:lnTo>
                    <a:pt x="4960550" y="788546"/>
                  </a:lnTo>
                  <a:lnTo>
                    <a:pt x="5011939" y="785061"/>
                  </a:lnTo>
                  <a:lnTo>
                    <a:pt x="5063203" y="780838"/>
                  </a:lnTo>
                  <a:lnTo>
                    <a:pt x="5114303" y="775861"/>
                  </a:lnTo>
                  <a:lnTo>
                    <a:pt x="5165201" y="770115"/>
                  </a:lnTo>
                  <a:lnTo>
                    <a:pt x="5215860" y="763585"/>
                  </a:lnTo>
                  <a:lnTo>
                    <a:pt x="5266240" y="756255"/>
                  </a:lnTo>
                  <a:lnTo>
                    <a:pt x="5316305" y="748110"/>
                  </a:lnTo>
                  <a:lnTo>
                    <a:pt x="5366015" y="739135"/>
                  </a:lnTo>
                  <a:lnTo>
                    <a:pt x="5415334" y="729315"/>
                  </a:lnTo>
                  <a:lnTo>
                    <a:pt x="5464222" y="718635"/>
                  </a:lnTo>
                  <a:lnTo>
                    <a:pt x="5512642" y="707078"/>
                  </a:lnTo>
                  <a:lnTo>
                    <a:pt x="5560556" y="694631"/>
                  </a:lnTo>
                  <a:lnTo>
                    <a:pt x="5607925" y="681278"/>
                  </a:lnTo>
                  <a:lnTo>
                    <a:pt x="5654712" y="667004"/>
                  </a:lnTo>
                  <a:lnTo>
                    <a:pt x="5700878" y="651793"/>
                  </a:lnTo>
                  <a:lnTo>
                    <a:pt x="5746386" y="635630"/>
                  </a:lnTo>
                  <a:lnTo>
                    <a:pt x="5791196" y="618500"/>
                  </a:lnTo>
                  <a:lnTo>
                    <a:pt x="5835272" y="600388"/>
                  </a:lnTo>
                  <a:lnTo>
                    <a:pt x="5878576" y="581278"/>
                  </a:lnTo>
                  <a:lnTo>
                    <a:pt x="5922147" y="560847"/>
                  </a:lnTo>
                  <a:lnTo>
                    <a:pt x="5966693" y="538448"/>
                  </a:lnTo>
                  <a:lnTo>
                    <a:pt x="6011739" y="514207"/>
                  </a:lnTo>
                  <a:lnTo>
                    <a:pt x="6056808" y="488249"/>
                  </a:lnTo>
                  <a:lnTo>
                    <a:pt x="6101428" y="460699"/>
                  </a:lnTo>
                  <a:lnTo>
                    <a:pt x="6145121" y="431683"/>
                  </a:lnTo>
                  <a:lnTo>
                    <a:pt x="6187414" y="401325"/>
                  </a:lnTo>
                  <a:lnTo>
                    <a:pt x="6227831" y="369752"/>
                  </a:lnTo>
                  <a:lnTo>
                    <a:pt x="6265897" y="337088"/>
                  </a:lnTo>
                  <a:lnTo>
                    <a:pt x="6301137" y="303459"/>
                  </a:lnTo>
                  <a:lnTo>
                    <a:pt x="6333077" y="268990"/>
                  </a:lnTo>
                  <a:lnTo>
                    <a:pt x="6361241" y="233807"/>
                  </a:lnTo>
                  <a:lnTo>
                    <a:pt x="6385153" y="198034"/>
                  </a:lnTo>
                  <a:lnTo>
                    <a:pt x="6397682" y="174371"/>
                  </a:lnTo>
                  <a:close/>
                </a:path>
                <a:path w="6424295" h="795655">
                  <a:moveTo>
                    <a:pt x="6344352" y="0"/>
                  </a:moveTo>
                  <a:lnTo>
                    <a:pt x="0" y="0"/>
                  </a:lnTo>
                  <a:lnTo>
                    <a:pt x="0" y="178186"/>
                  </a:lnTo>
                  <a:lnTo>
                    <a:pt x="6397682" y="174371"/>
                  </a:lnTo>
                  <a:lnTo>
                    <a:pt x="6404340" y="161797"/>
                  </a:lnTo>
                  <a:lnTo>
                    <a:pt x="6418326" y="125222"/>
                  </a:lnTo>
                  <a:lnTo>
                    <a:pt x="6423877" y="88595"/>
                  </a:lnTo>
                  <a:lnTo>
                    <a:pt x="6417018" y="57960"/>
                  </a:lnTo>
                  <a:lnTo>
                    <a:pt x="6399261" y="32788"/>
                  </a:lnTo>
                  <a:lnTo>
                    <a:pt x="6372120" y="12552"/>
                  </a:lnTo>
                  <a:lnTo>
                    <a:pt x="6344352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2782570" cy="607060"/>
            </a:xfrm>
            <a:custGeom>
              <a:avLst/>
              <a:gdLst/>
              <a:ahLst/>
              <a:cxnLst/>
              <a:rect l="l" t="t" r="r" b="b"/>
              <a:pathLst>
                <a:path w="2782570" h="607060">
                  <a:moveTo>
                    <a:pt x="2649270" y="387985"/>
                  </a:moveTo>
                  <a:lnTo>
                    <a:pt x="873823" y="387985"/>
                  </a:lnTo>
                  <a:lnTo>
                    <a:pt x="921023" y="389091"/>
                  </a:lnTo>
                  <a:lnTo>
                    <a:pt x="967601" y="392285"/>
                  </a:lnTo>
                  <a:lnTo>
                    <a:pt x="1013647" y="397376"/>
                  </a:lnTo>
                  <a:lnTo>
                    <a:pt x="1059249" y="404175"/>
                  </a:lnTo>
                  <a:lnTo>
                    <a:pt x="1104499" y="412491"/>
                  </a:lnTo>
                  <a:lnTo>
                    <a:pt x="1149484" y="422136"/>
                  </a:lnTo>
                  <a:lnTo>
                    <a:pt x="1194296" y="432918"/>
                  </a:lnTo>
                  <a:lnTo>
                    <a:pt x="1239023" y="444650"/>
                  </a:lnTo>
                  <a:lnTo>
                    <a:pt x="1283755" y="457140"/>
                  </a:lnTo>
                  <a:lnTo>
                    <a:pt x="1374125" y="483799"/>
                  </a:lnTo>
                  <a:lnTo>
                    <a:pt x="1510626" y="524336"/>
                  </a:lnTo>
                  <a:lnTo>
                    <a:pt x="1557269" y="537396"/>
                  </a:lnTo>
                  <a:lnTo>
                    <a:pt x="1604544" y="549886"/>
                  </a:lnTo>
                  <a:lnTo>
                    <a:pt x="1652541" y="561618"/>
                  </a:lnTo>
                  <a:lnTo>
                    <a:pt x="1701350" y="572400"/>
                  </a:lnTo>
                  <a:lnTo>
                    <a:pt x="1751059" y="582045"/>
                  </a:lnTo>
                  <a:lnTo>
                    <a:pt x="1801758" y="590361"/>
                  </a:lnTo>
                  <a:lnTo>
                    <a:pt x="1853538" y="597160"/>
                  </a:lnTo>
                  <a:lnTo>
                    <a:pt x="1906487" y="602251"/>
                  </a:lnTo>
                  <a:lnTo>
                    <a:pt x="1960695" y="605445"/>
                  </a:lnTo>
                  <a:lnTo>
                    <a:pt x="2016252" y="606551"/>
                  </a:lnTo>
                  <a:lnTo>
                    <a:pt x="2068601" y="605553"/>
                  </a:lnTo>
                  <a:lnTo>
                    <a:pt x="2122249" y="602472"/>
                  </a:lnTo>
                  <a:lnTo>
                    <a:pt x="2177367" y="597160"/>
                  </a:lnTo>
                  <a:lnTo>
                    <a:pt x="2233676" y="589534"/>
                  </a:lnTo>
                  <a:lnTo>
                    <a:pt x="2285902" y="579600"/>
                  </a:lnTo>
                  <a:lnTo>
                    <a:pt x="2337171" y="566189"/>
                  </a:lnTo>
                  <a:lnTo>
                    <a:pt x="2387176" y="549527"/>
                  </a:lnTo>
                  <a:lnTo>
                    <a:pt x="2435609" y="529840"/>
                  </a:lnTo>
                  <a:lnTo>
                    <a:pt x="2482163" y="507353"/>
                  </a:lnTo>
                  <a:lnTo>
                    <a:pt x="2526529" y="482292"/>
                  </a:lnTo>
                  <a:lnTo>
                    <a:pt x="2568400" y="454884"/>
                  </a:lnTo>
                  <a:lnTo>
                    <a:pt x="2607468" y="425354"/>
                  </a:lnTo>
                  <a:lnTo>
                    <a:pt x="2643426" y="393928"/>
                  </a:lnTo>
                  <a:lnTo>
                    <a:pt x="2649270" y="387985"/>
                  </a:lnTo>
                  <a:close/>
                </a:path>
                <a:path w="2782570" h="607060">
                  <a:moveTo>
                    <a:pt x="2761034" y="0"/>
                  </a:moveTo>
                  <a:lnTo>
                    <a:pt x="0" y="0"/>
                  </a:lnTo>
                  <a:lnTo>
                    <a:pt x="0" y="463022"/>
                  </a:lnTo>
                  <a:lnTo>
                    <a:pt x="34725" y="483799"/>
                  </a:lnTo>
                  <a:lnTo>
                    <a:pt x="84579" y="503682"/>
                  </a:lnTo>
                  <a:lnTo>
                    <a:pt x="142459" y="516715"/>
                  </a:lnTo>
                  <a:lnTo>
                    <a:pt x="199136" y="520700"/>
                  </a:lnTo>
                  <a:lnTo>
                    <a:pt x="239192" y="518868"/>
                  </a:lnTo>
                  <a:lnTo>
                    <a:pt x="279228" y="513729"/>
                  </a:lnTo>
                  <a:lnTo>
                    <a:pt x="319502" y="505815"/>
                  </a:lnTo>
                  <a:lnTo>
                    <a:pt x="360269" y="495661"/>
                  </a:lnTo>
                  <a:lnTo>
                    <a:pt x="401856" y="483778"/>
                  </a:lnTo>
                  <a:lnTo>
                    <a:pt x="533410" y="443306"/>
                  </a:lnTo>
                  <a:lnTo>
                    <a:pt x="580499" y="429950"/>
                  </a:lnTo>
                  <a:lnTo>
                    <a:pt x="629622" y="417554"/>
                  </a:lnTo>
                  <a:lnTo>
                    <a:pt x="681036" y="406651"/>
                  </a:lnTo>
                  <a:lnTo>
                    <a:pt x="734999" y="397775"/>
                  </a:lnTo>
                  <a:lnTo>
                    <a:pt x="791768" y="391460"/>
                  </a:lnTo>
                  <a:lnTo>
                    <a:pt x="851598" y="388238"/>
                  </a:lnTo>
                  <a:lnTo>
                    <a:pt x="866457" y="387985"/>
                  </a:lnTo>
                  <a:lnTo>
                    <a:pt x="2649270" y="387985"/>
                  </a:lnTo>
                  <a:lnTo>
                    <a:pt x="2675965" y="360832"/>
                  </a:lnTo>
                  <a:lnTo>
                    <a:pt x="2704779" y="326291"/>
                  </a:lnTo>
                  <a:lnTo>
                    <a:pt x="2729559" y="290532"/>
                  </a:lnTo>
                  <a:lnTo>
                    <a:pt x="2749998" y="253780"/>
                  </a:lnTo>
                  <a:lnTo>
                    <a:pt x="2765787" y="216261"/>
                  </a:lnTo>
                  <a:lnTo>
                    <a:pt x="2776620" y="178201"/>
                  </a:lnTo>
                  <a:lnTo>
                    <a:pt x="2782189" y="139826"/>
                  </a:lnTo>
                  <a:lnTo>
                    <a:pt x="2782444" y="103650"/>
                  </a:lnTo>
                  <a:lnTo>
                    <a:pt x="2778214" y="65179"/>
                  </a:lnTo>
                  <a:lnTo>
                    <a:pt x="2769336" y="25017"/>
                  </a:lnTo>
                  <a:lnTo>
                    <a:pt x="2761034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808355" cy="1217295"/>
            </a:xfrm>
            <a:custGeom>
              <a:avLst/>
              <a:gdLst/>
              <a:ahLst/>
              <a:cxnLst/>
              <a:rect l="l" t="t" r="r" b="b"/>
              <a:pathLst>
                <a:path w="808355" h="1217295">
                  <a:moveTo>
                    <a:pt x="807921" y="0"/>
                  </a:moveTo>
                  <a:lnTo>
                    <a:pt x="0" y="0"/>
                  </a:lnTo>
                  <a:lnTo>
                    <a:pt x="0" y="1156375"/>
                  </a:lnTo>
                  <a:lnTo>
                    <a:pt x="67511" y="1183616"/>
                  </a:lnTo>
                  <a:lnTo>
                    <a:pt x="109497" y="1196892"/>
                  </a:lnTo>
                  <a:lnTo>
                    <a:pt x="150736" y="1207030"/>
                  </a:lnTo>
                  <a:lnTo>
                    <a:pt x="191045" y="1213832"/>
                  </a:lnTo>
                  <a:lnTo>
                    <a:pt x="230244" y="1217100"/>
                  </a:lnTo>
                  <a:lnTo>
                    <a:pt x="268150" y="1216636"/>
                  </a:lnTo>
                  <a:lnTo>
                    <a:pt x="339360" y="1203723"/>
                  </a:lnTo>
                  <a:lnTo>
                    <a:pt x="414700" y="1168026"/>
                  </a:lnTo>
                  <a:lnTo>
                    <a:pt x="451745" y="1142459"/>
                  </a:lnTo>
                  <a:lnTo>
                    <a:pt x="483768" y="1114370"/>
                  </a:lnTo>
                  <a:lnTo>
                    <a:pt x="511098" y="1083952"/>
                  </a:lnTo>
                  <a:lnTo>
                    <a:pt x="534066" y="1051397"/>
                  </a:lnTo>
                  <a:lnTo>
                    <a:pt x="553002" y="1016898"/>
                  </a:lnTo>
                  <a:lnTo>
                    <a:pt x="568237" y="980648"/>
                  </a:lnTo>
                  <a:lnTo>
                    <a:pt x="580101" y="942839"/>
                  </a:lnTo>
                  <a:lnTo>
                    <a:pt x="588925" y="903664"/>
                  </a:lnTo>
                  <a:lnTo>
                    <a:pt x="595039" y="863315"/>
                  </a:lnTo>
                  <a:lnTo>
                    <a:pt x="598774" y="821986"/>
                  </a:lnTo>
                  <a:lnTo>
                    <a:pt x="600461" y="779868"/>
                  </a:lnTo>
                  <a:lnTo>
                    <a:pt x="600429" y="737155"/>
                  </a:lnTo>
                  <a:lnTo>
                    <a:pt x="599009" y="694039"/>
                  </a:lnTo>
                  <a:lnTo>
                    <a:pt x="596532" y="650712"/>
                  </a:lnTo>
                  <a:lnTo>
                    <a:pt x="593329" y="607367"/>
                  </a:lnTo>
                  <a:lnTo>
                    <a:pt x="589729" y="564197"/>
                  </a:lnTo>
                  <a:lnTo>
                    <a:pt x="586064" y="521395"/>
                  </a:lnTo>
                  <a:lnTo>
                    <a:pt x="582663" y="479153"/>
                  </a:lnTo>
                  <a:lnTo>
                    <a:pt x="579857" y="437663"/>
                  </a:lnTo>
                  <a:lnTo>
                    <a:pt x="577977" y="397119"/>
                  </a:lnTo>
                  <a:lnTo>
                    <a:pt x="577354" y="357712"/>
                  </a:lnTo>
                  <a:lnTo>
                    <a:pt x="578317" y="319636"/>
                  </a:lnTo>
                  <a:lnTo>
                    <a:pt x="586326" y="248246"/>
                  </a:lnTo>
                  <a:lnTo>
                    <a:pt x="604648" y="184490"/>
                  </a:lnTo>
                  <a:lnTo>
                    <a:pt x="642641" y="120232"/>
                  </a:lnTo>
                  <a:lnTo>
                    <a:pt x="670823" y="89042"/>
                  </a:lnTo>
                  <a:lnTo>
                    <a:pt x="702456" y="61801"/>
                  </a:lnTo>
                  <a:lnTo>
                    <a:pt x="736946" y="37925"/>
                  </a:lnTo>
                  <a:lnTo>
                    <a:pt x="773701" y="16830"/>
                  </a:lnTo>
                  <a:lnTo>
                    <a:pt x="807921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5444" y="606551"/>
              <a:ext cx="99059" cy="990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76500" y="665987"/>
              <a:ext cx="163068" cy="164591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296" y="1435608"/>
            <a:ext cx="99059" cy="97536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587246" y="2746705"/>
            <a:ext cx="59709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Literature</a:t>
            </a:r>
            <a:r>
              <a:rPr sz="6000" spc="-75" dirty="0"/>
              <a:t> </a:t>
            </a:r>
            <a:r>
              <a:rPr sz="6000" spc="-5" dirty="0"/>
              <a:t>Review</a:t>
            </a:r>
            <a:endParaRPr sz="6000"/>
          </a:p>
        </p:txBody>
      </p:sp>
      <p:sp>
        <p:nvSpPr>
          <p:cNvPr id="18" name="object 18"/>
          <p:cNvSpPr txBox="1"/>
          <p:nvPr/>
        </p:nvSpPr>
        <p:spPr>
          <a:xfrm>
            <a:off x="1511553" y="1625041"/>
            <a:ext cx="115633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8000" b="1" dirty="0">
                <a:solidFill>
                  <a:srgbClr val="80C8DD"/>
                </a:solidFill>
                <a:latin typeface="Arial"/>
                <a:cs typeface="Arial"/>
              </a:rPr>
              <a:t>03</a:t>
            </a:r>
            <a:endParaRPr sz="8000" dirty="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82320" y="122169"/>
            <a:ext cx="1590952" cy="76769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246630" cy="1156970"/>
            <a:chOff x="0" y="0"/>
            <a:chExt cx="2246630" cy="1156970"/>
          </a:xfrm>
        </p:grpSpPr>
        <p:sp>
          <p:nvSpPr>
            <p:cNvPr id="3" name="object 3"/>
            <p:cNvSpPr/>
            <p:nvPr/>
          </p:nvSpPr>
          <p:spPr>
            <a:xfrm>
              <a:off x="0" y="79247"/>
              <a:ext cx="1826260" cy="899160"/>
            </a:xfrm>
            <a:custGeom>
              <a:avLst/>
              <a:gdLst/>
              <a:ahLst/>
              <a:cxnLst/>
              <a:rect l="l" t="t" r="r" b="b"/>
              <a:pathLst>
                <a:path w="1826260" h="899160">
                  <a:moveTo>
                    <a:pt x="1825879" y="0"/>
                  </a:moveTo>
                  <a:lnTo>
                    <a:pt x="0" y="0"/>
                  </a:lnTo>
                  <a:lnTo>
                    <a:pt x="0" y="598020"/>
                  </a:lnTo>
                  <a:lnTo>
                    <a:pt x="42401" y="583069"/>
                  </a:lnTo>
                  <a:lnTo>
                    <a:pt x="94019" y="566685"/>
                  </a:lnTo>
                  <a:lnTo>
                    <a:pt x="142679" y="553089"/>
                  </a:lnTo>
                  <a:lnTo>
                    <a:pt x="188518" y="542158"/>
                  </a:lnTo>
                  <a:lnTo>
                    <a:pt x="231674" y="533770"/>
                  </a:lnTo>
                  <a:lnTo>
                    <a:pt x="272283" y="527803"/>
                  </a:lnTo>
                  <a:lnTo>
                    <a:pt x="310483" y="524136"/>
                  </a:lnTo>
                  <a:lnTo>
                    <a:pt x="346412" y="522648"/>
                  </a:lnTo>
                  <a:lnTo>
                    <a:pt x="380206" y="523216"/>
                  </a:lnTo>
                  <a:lnTo>
                    <a:pt x="441940" y="530034"/>
                  </a:lnTo>
                  <a:lnTo>
                    <a:pt x="496785" y="543617"/>
                  </a:lnTo>
                  <a:lnTo>
                    <a:pt x="545838" y="562990"/>
                  </a:lnTo>
                  <a:lnTo>
                    <a:pt x="590198" y="587181"/>
                  </a:lnTo>
                  <a:lnTo>
                    <a:pt x="630963" y="615214"/>
                  </a:lnTo>
                  <a:lnTo>
                    <a:pt x="669232" y="646117"/>
                  </a:lnTo>
                  <a:lnTo>
                    <a:pt x="761190" y="729534"/>
                  </a:lnTo>
                  <a:lnTo>
                    <a:pt x="780043" y="746300"/>
                  </a:lnTo>
                  <a:lnTo>
                    <a:pt x="819310" y="778940"/>
                  </a:lnTo>
                  <a:lnTo>
                    <a:pt x="861572" y="809580"/>
                  </a:lnTo>
                  <a:lnTo>
                    <a:pt x="907928" y="837246"/>
                  </a:lnTo>
                  <a:lnTo>
                    <a:pt x="959476" y="860963"/>
                  </a:lnTo>
                  <a:lnTo>
                    <a:pt x="1017315" y="879758"/>
                  </a:lnTo>
                  <a:lnTo>
                    <a:pt x="1082542" y="892658"/>
                  </a:lnTo>
                  <a:lnTo>
                    <a:pt x="1156257" y="898688"/>
                  </a:lnTo>
                  <a:lnTo>
                    <a:pt x="1196641" y="898822"/>
                  </a:lnTo>
                  <a:lnTo>
                    <a:pt x="1239558" y="896874"/>
                  </a:lnTo>
                  <a:lnTo>
                    <a:pt x="1579757" y="740181"/>
                  </a:lnTo>
                  <a:lnTo>
                    <a:pt x="1753684" y="433720"/>
                  </a:lnTo>
                  <a:lnTo>
                    <a:pt x="1817128" y="134618"/>
                  </a:lnTo>
                  <a:lnTo>
                    <a:pt x="1825879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246630" cy="1156970"/>
            </a:xfrm>
            <a:custGeom>
              <a:avLst/>
              <a:gdLst/>
              <a:ahLst/>
              <a:cxnLst/>
              <a:rect l="l" t="t" r="r" b="b"/>
              <a:pathLst>
                <a:path w="2246630" h="1156970">
                  <a:moveTo>
                    <a:pt x="1194027" y="0"/>
                  </a:moveTo>
                  <a:lnTo>
                    <a:pt x="0" y="0"/>
                  </a:lnTo>
                  <a:lnTo>
                    <a:pt x="0" y="1156849"/>
                  </a:lnTo>
                  <a:lnTo>
                    <a:pt x="33656" y="1135646"/>
                  </a:lnTo>
                  <a:lnTo>
                    <a:pt x="67200" y="1106876"/>
                  </a:lnTo>
                  <a:lnTo>
                    <a:pt x="95000" y="1075127"/>
                  </a:lnTo>
                  <a:lnTo>
                    <a:pt x="117862" y="1040926"/>
                  </a:lnTo>
                  <a:lnTo>
                    <a:pt x="136596" y="1004803"/>
                  </a:lnTo>
                  <a:lnTo>
                    <a:pt x="152008" y="967284"/>
                  </a:lnTo>
                  <a:lnTo>
                    <a:pt x="164907" y="928900"/>
                  </a:lnTo>
                  <a:lnTo>
                    <a:pt x="176100" y="890177"/>
                  </a:lnTo>
                  <a:lnTo>
                    <a:pt x="186395" y="851645"/>
                  </a:lnTo>
                  <a:lnTo>
                    <a:pt x="196601" y="813833"/>
                  </a:lnTo>
                  <a:lnTo>
                    <a:pt x="207525" y="777267"/>
                  </a:lnTo>
                  <a:lnTo>
                    <a:pt x="234758" y="709993"/>
                  </a:lnTo>
                  <a:lnTo>
                    <a:pt x="274558" y="654049"/>
                  </a:lnTo>
                  <a:lnTo>
                    <a:pt x="333387" y="613663"/>
                  </a:lnTo>
                  <a:lnTo>
                    <a:pt x="405370" y="594506"/>
                  </a:lnTo>
                  <a:lnTo>
                    <a:pt x="449991" y="591434"/>
                  </a:lnTo>
                  <a:lnTo>
                    <a:pt x="786730" y="591434"/>
                  </a:lnTo>
                  <a:lnTo>
                    <a:pt x="796216" y="588983"/>
                  </a:lnTo>
                  <a:lnTo>
                    <a:pt x="833107" y="575055"/>
                  </a:lnTo>
                  <a:lnTo>
                    <a:pt x="872970" y="554245"/>
                  </a:lnTo>
                  <a:lnTo>
                    <a:pt x="908951" y="529233"/>
                  </a:lnTo>
                  <a:lnTo>
                    <a:pt x="941404" y="500456"/>
                  </a:lnTo>
                  <a:lnTo>
                    <a:pt x="970681" y="468348"/>
                  </a:lnTo>
                  <a:lnTo>
                    <a:pt x="997136" y="433347"/>
                  </a:lnTo>
                  <a:lnTo>
                    <a:pt x="1021123" y="395886"/>
                  </a:lnTo>
                  <a:lnTo>
                    <a:pt x="1042994" y="356402"/>
                  </a:lnTo>
                  <a:lnTo>
                    <a:pt x="1063103" y="315330"/>
                  </a:lnTo>
                  <a:lnTo>
                    <a:pt x="1081804" y="273106"/>
                  </a:lnTo>
                  <a:lnTo>
                    <a:pt x="1099450" y="230166"/>
                  </a:lnTo>
                  <a:lnTo>
                    <a:pt x="1116393" y="186943"/>
                  </a:lnTo>
                  <a:lnTo>
                    <a:pt x="1132988" y="143876"/>
                  </a:lnTo>
                  <a:lnTo>
                    <a:pt x="1149588" y="101398"/>
                  </a:lnTo>
                  <a:lnTo>
                    <a:pt x="1166545" y="59945"/>
                  </a:lnTo>
                  <a:lnTo>
                    <a:pt x="1184215" y="19953"/>
                  </a:lnTo>
                  <a:lnTo>
                    <a:pt x="1194027" y="0"/>
                  </a:lnTo>
                  <a:close/>
                </a:path>
                <a:path w="2246630" h="1156970">
                  <a:moveTo>
                    <a:pt x="786730" y="591434"/>
                  </a:moveTo>
                  <a:lnTo>
                    <a:pt x="449991" y="591434"/>
                  </a:lnTo>
                  <a:lnTo>
                    <a:pt x="501081" y="593173"/>
                  </a:lnTo>
                  <a:lnTo>
                    <a:pt x="614306" y="606520"/>
                  </a:lnTo>
                  <a:lnTo>
                    <a:pt x="665360" y="608377"/>
                  </a:lnTo>
                  <a:lnTo>
                    <a:pt x="712555" y="605901"/>
                  </a:lnTo>
                  <a:lnTo>
                    <a:pt x="756103" y="599350"/>
                  </a:lnTo>
                  <a:lnTo>
                    <a:pt x="786730" y="591434"/>
                  </a:lnTo>
                  <a:close/>
                </a:path>
                <a:path w="2246630" h="1156970">
                  <a:moveTo>
                    <a:pt x="2246462" y="0"/>
                  </a:moveTo>
                  <a:lnTo>
                    <a:pt x="2038582" y="0"/>
                  </a:lnTo>
                  <a:lnTo>
                    <a:pt x="2051380" y="2254"/>
                  </a:lnTo>
                  <a:lnTo>
                    <a:pt x="2096107" y="6770"/>
                  </a:lnTo>
                  <a:lnTo>
                    <a:pt x="2144038" y="8067"/>
                  </a:lnTo>
                  <a:lnTo>
                    <a:pt x="2195454" y="5775"/>
                  </a:lnTo>
                  <a:lnTo>
                    <a:pt x="2246462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2104390" cy="600075"/>
            </a:xfrm>
            <a:custGeom>
              <a:avLst/>
              <a:gdLst/>
              <a:ahLst/>
              <a:cxnLst/>
              <a:rect l="l" t="t" r="r" b="b"/>
              <a:pathLst>
                <a:path w="2104390" h="600075">
                  <a:moveTo>
                    <a:pt x="2045153" y="136641"/>
                  </a:moveTo>
                  <a:lnTo>
                    <a:pt x="891937" y="136641"/>
                  </a:lnTo>
                  <a:lnTo>
                    <a:pt x="925348" y="137059"/>
                  </a:lnTo>
                  <a:lnTo>
                    <a:pt x="957711" y="143076"/>
                  </a:lnTo>
                  <a:lnTo>
                    <a:pt x="1019955" y="169725"/>
                  </a:lnTo>
                  <a:lnTo>
                    <a:pt x="1079988" y="212230"/>
                  </a:lnTo>
                  <a:lnTo>
                    <a:pt x="1109588" y="238067"/>
                  </a:lnTo>
                  <a:lnTo>
                    <a:pt x="1139131" y="266233"/>
                  </a:lnTo>
                  <a:lnTo>
                    <a:pt x="1168782" y="296184"/>
                  </a:lnTo>
                  <a:lnTo>
                    <a:pt x="1229069" y="359260"/>
                  </a:lnTo>
                  <a:lnTo>
                    <a:pt x="1260034" y="391297"/>
                  </a:lnTo>
                  <a:lnTo>
                    <a:pt x="1291768" y="422939"/>
                  </a:lnTo>
                  <a:lnTo>
                    <a:pt x="1324435" y="453642"/>
                  </a:lnTo>
                  <a:lnTo>
                    <a:pt x="1358201" y="482860"/>
                  </a:lnTo>
                  <a:lnTo>
                    <a:pt x="1393230" y="510050"/>
                  </a:lnTo>
                  <a:lnTo>
                    <a:pt x="1429688" y="534666"/>
                  </a:lnTo>
                  <a:lnTo>
                    <a:pt x="1467740" y="556164"/>
                  </a:lnTo>
                  <a:lnTo>
                    <a:pt x="1507551" y="573999"/>
                  </a:lnTo>
                  <a:lnTo>
                    <a:pt x="1549286" y="587625"/>
                  </a:lnTo>
                  <a:lnTo>
                    <a:pt x="1593110" y="596499"/>
                  </a:lnTo>
                  <a:lnTo>
                    <a:pt x="1639189" y="600075"/>
                  </a:lnTo>
                  <a:lnTo>
                    <a:pt x="1668682" y="599682"/>
                  </a:lnTo>
                  <a:lnTo>
                    <a:pt x="1722574" y="593895"/>
                  </a:lnTo>
                  <a:lnTo>
                    <a:pt x="1792003" y="573571"/>
                  </a:lnTo>
                  <a:lnTo>
                    <a:pt x="1831292" y="553053"/>
                  </a:lnTo>
                  <a:lnTo>
                    <a:pt x="1865528" y="527686"/>
                  </a:lnTo>
                  <a:lnTo>
                    <a:pt x="1895230" y="498067"/>
                  </a:lnTo>
                  <a:lnTo>
                    <a:pt x="1920921" y="464791"/>
                  </a:lnTo>
                  <a:lnTo>
                    <a:pt x="1943121" y="428454"/>
                  </a:lnTo>
                  <a:lnTo>
                    <a:pt x="1962351" y="389653"/>
                  </a:lnTo>
                  <a:lnTo>
                    <a:pt x="1979132" y="348984"/>
                  </a:lnTo>
                  <a:lnTo>
                    <a:pt x="1993986" y="307043"/>
                  </a:lnTo>
                  <a:lnTo>
                    <a:pt x="2007433" y="264425"/>
                  </a:lnTo>
                  <a:lnTo>
                    <a:pt x="2019994" y="221729"/>
                  </a:lnTo>
                  <a:lnTo>
                    <a:pt x="2032191" y="179548"/>
                  </a:lnTo>
                  <a:lnTo>
                    <a:pt x="2044544" y="138480"/>
                  </a:lnTo>
                  <a:lnTo>
                    <a:pt x="2045153" y="136641"/>
                  </a:lnTo>
                  <a:close/>
                </a:path>
                <a:path w="2104390" h="600075">
                  <a:moveTo>
                    <a:pt x="2104314" y="0"/>
                  </a:moveTo>
                  <a:lnTo>
                    <a:pt x="0" y="0"/>
                  </a:lnTo>
                  <a:lnTo>
                    <a:pt x="0" y="370668"/>
                  </a:lnTo>
                  <a:lnTo>
                    <a:pt x="41047" y="385825"/>
                  </a:lnTo>
                  <a:lnTo>
                    <a:pt x="84235" y="398938"/>
                  </a:lnTo>
                  <a:lnTo>
                    <a:pt x="128852" y="409215"/>
                  </a:lnTo>
                  <a:lnTo>
                    <a:pt x="175023" y="416174"/>
                  </a:lnTo>
                  <a:lnTo>
                    <a:pt x="222876" y="419333"/>
                  </a:lnTo>
                  <a:lnTo>
                    <a:pt x="272536" y="418210"/>
                  </a:lnTo>
                  <a:lnTo>
                    <a:pt x="324131" y="412324"/>
                  </a:lnTo>
                  <a:lnTo>
                    <a:pt x="377786" y="401192"/>
                  </a:lnTo>
                  <a:lnTo>
                    <a:pt x="418546" y="389385"/>
                  </a:lnTo>
                  <a:lnTo>
                    <a:pt x="460535" y="374312"/>
                  </a:lnTo>
                  <a:lnTo>
                    <a:pt x="503801" y="355781"/>
                  </a:lnTo>
                  <a:lnTo>
                    <a:pt x="548397" y="333597"/>
                  </a:lnTo>
                  <a:lnTo>
                    <a:pt x="594370" y="307567"/>
                  </a:lnTo>
                  <a:lnTo>
                    <a:pt x="641771" y="277498"/>
                  </a:lnTo>
                  <a:lnTo>
                    <a:pt x="690650" y="243197"/>
                  </a:lnTo>
                  <a:lnTo>
                    <a:pt x="741057" y="204470"/>
                  </a:lnTo>
                  <a:lnTo>
                    <a:pt x="771617" y="182139"/>
                  </a:lnTo>
                  <a:lnTo>
                    <a:pt x="801128" y="164512"/>
                  </a:lnTo>
                  <a:lnTo>
                    <a:pt x="829668" y="151338"/>
                  </a:lnTo>
                  <a:lnTo>
                    <a:pt x="857313" y="142366"/>
                  </a:lnTo>
                  <a:lnTo>
                    <a:pt x="891937" y="136641"/>
                  </a:lnTo>
                  <a:lnTo>
                    <a:pt x="2045153" y="136641"/>
                  </a:lnTo>
                  <a:lnTo>
                    <a:pt x="2057575" y="99121"/>
                  </a:lnTo>
                  <a:lnTo>
                    <a:pt x="2071804" y="62066"/>
                  </a:lnTo>
                  <a:lnTo>
                    <a:pt x="2087752" y="27913"/>
                  </a:lnTo>
                  <a:lnTo>
                    <a:pt x="2104314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060510" y="0"/>
            <a:ext cx="2084070" cy="996950"/>
            <a:chOff x="7060510" y="0"/>
            <a:chExt cx="2084070" cy="996950"/>
          </a:xfrm>
        </p:grpSpPr>
        <p:sp>
          <p:nvSpPr>
            <p:cNvPr id="7" name="object 7"/>
            <p:cNvSpPr/>
            <p:nvPr/>
          </p:nvSpPr>
          <p:spPr>
            <a:xfrm>
              <a:off x="8601552" y="0"/>
              <a:ext cx="542925" cy="996950"/>
            </a:xfrm>
            <a:custGeom>
              <a:avLst/>
              <a:gdLst/>
              <a:ahLst/>
              <a:cxnLst/>
              <a:rect l="l" t="t" r="r" b="b"/>
              <a:pathLst>
                <a:path w="542925" h="996950">
                  <a:moveTo>
                    <a:pt x="542446" y="0"/>
                  </a:moveTo>
                  <a:lnTo>
                    <a:pt x="189914" y="0"/>
                  </a:lnTo>
                  <a:lnTo>
                    <a:pt x="184473" y="7377"/>
                  </a:lnTo>
                  <a:lnTo>
                    <a:pt x="158906" y="45338"/>
                  </a:lnTo>
                  <a:lnTo>
                    <a:pt x="130066" y="92677"/>
                  </a:lnTo>
                  <a:lnTo>
                    <a:pt x="104295" y="140199"/>
                  </a:lnTo>
                  <a:lnTo>
                    <a:pt x="81526" y="187767"/>
                  </a:lnTo>
                  <a:lnTo>
                    <a:pt x="61695" y="235243"/>
                  </a:lnTo>
                  <a:lnTo>
                    <a:pt x="44738" y="282492"/>
                  </a:lnTo>
                  <a:lnTo>
                    <a:pt x="30589" y="329376"/>
                  </a:lnTo>
                  <a:lnTo>
                    <a:pt x="19184" y="375759"/>
                  </a:lnTo>
                  <a:lnTo>
                    <a:pt x="10459" y="421502"/>
                  </a:lnTo>
                  <a:lnTo>
                    <a:pt x="4347" y="466471"/>
                  </a:lnTo>
                  <a:lnTo>
                    <a:pt x="258" y="521372"/>
                  </a:lnTo>
                  <a:lnTo>
                    <a:pt x="0" y="574603"/>
                  </a:lnTo>
                  <a:lnTo>
                    <a:pt x="3441" y="625899"/>
                  </a:lnTo>
                  <a:lnTo>
                    <a:pt x="10451" y="674997"/>
                  </a:lnTo>
                  <a:lnTo>
                    <a:pt x="20899" y="721633"/>
                  </a:lnTo>
                  <a:lnTo>
                    <a:pt x="34655" y="765544"/>
                  </a:lnTo>
                  <a:lnTo>
                    <a:pt x="51586" y="806466"/>
                  </a:lnTo>
                  <a:lnTo>
                    <a:pt x="71562" y="844137"/>
                  </a:lnTo>
                  <a:lnTo>
                    <a:pt x="94452" y="878292"/>
                  </a:lnTo>
                  <a:lnTo>
                    <a:pt x="120126" y="908669"/>
                  </a:lnTo>
                  <a:lnTo>
                    <a:pt x="148451" y="935003"/>
                  </a:lnTo>
                  <a:lnTo>
                    <a:pt x="212534" y="974492"/>
                  </a:lnTo>
                  <a:lnTo>
                    <a:pt x="285655" y="994650"/>
                  </a:lnTo>
                  <a:lnTo>
                    <a:pt x="325276" y="996823"/>
                  </a:lnTo>
                  <a:lnTo>
                    <a:pt x="363362" y="995461"/>
                  </a:lnTo>
                  <a:lnTo>
                    <a:pt x="427450" y="987459"/>
                  </a:lnTo>
                  <a:lnTo>
                    <a:pt x="477449" y="973001"/>
                  </a:lnTo>
                  <a:lnTo>
                    <a:pt x="515783" y="952792"/>
                  </a:lnTo>
                  <a:lnTo>
                    <a:pt x="542446" y="929907"/>
                  </a:lnTo>
                  <a:lnTo>
                    <a:pt x="542446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60510" y="0"/>
              <a:ext cx="2084070" cy="508634"/>
            </a:xfrm>
            <a:custGeom>
              <a:avLst/>
              <a:gdLst/>
              <a:ahLst/>
              <a:cxnLst/>
              <a:rect l="l" t="t" r="r" b="b"/>
              <a:pathLst>
                <a:path w="2084070" h="508634">
                  <a:moveTo>
                    <a:pt x="212624" y="0"/>
                  </a:moveTo>
                  <a:lnTo>
                    <a:pt x="0" y="0"/>
                  </a:lnTo>
                  <a:lnTo>
                    <a:pt x="12865" y="7413"/>
                  </a:lnTo>
                  <a:lnTo>
                    <a:pt x="38938" y="18540"/>
                  </a:lnTo>
                  <a:lnTo>
                    <a:pt x="64189" y="25653"/>
                  </a:lnTo>
                  <a:lnTo>
                    <a:pt x="106337" y="29503"/>
                  </a:lnTo>
                  <a:lnTo>
                    <a:pt x="146661" y="24369"/>
                  </a:lnTo>
                  <a:lnTo>
                    <a:pt x="185551" y="12246"/>
                  </a:lnTo>
                  <a:lnTo>
                    <a:pt x="212624" y="0"/>
                  </a:lnTo>
                  <a:close/>
                </a:path>
                <a:path w="2084070" h="508634">
                  <a:moveTo>
                    <a:pt x="2083489" y="0"/>
                  </a:moveTo>
                  <a:lnTo>
                    <a:pt x="641930" y="0"/>
                  </a:lnTo>
                  <a:lnTo>
                    <a:pt x="651381" y="9423"/>
                  </a:lnTo>
                  <a:lnTo>
                    <a:pt x="696776" y="65024"/>
                  </a:lnTo>
                  <a:lnTo>
                    <a:pt x="733519" y="115170"/>
                  </a:lnTo>
                  <a:lnTo>
                    <a:pt x="768132" y="163806"/>
                  </a:lnTo>
                  <a:lnTo>
                    <a:pt x="832370" y="255218"/>
                  </a:lnTo>
                  <a:lnTo>
                    <a:pt x="862696" y="297328"/>
                  </a:lnTo>
                  <a:lnTo>
                    <a:pt x="892294" y="336596"/>
                  </a:lnTo>
                  <a:lnTo>
                    <a:pt x="921514" y="372689"/>
                  </a:lnTo>
                  <a:lnTo>
                    <a:pt x="950706" y="405274"/>
                  </a:lnTo>
                  <a:lnTo>
                    <a:pt x="980220" y="434019"/>
                  </a:lnTo>
                  <a:lnTo>
                    <a:pt x="1010408" y="458591"/>
                  </a:lnTo>
                  <a:lnTo>
                    <a:pt x="1074202" y="493882"/>
                  </a:lnTo>
                  <a:lnTo>
                    <a:pt x="1146904" y="508583"/>
                  </a:lnTo>
                  <a:lnTo>
                    <a:pt x="1188013" y="506701"/>
                  </a:lnTo>
                  <a:lnTo>
                    <a:pt x="1232251" y="497904"/>
                  </a:lnTo>
                  <a:lnTo>
                    <a:pt x="1280029" y="481804"/>
                  </a:lnTo>
                  <a:lnTo>
                    <a:pt x="1331762" y="458016"/>
                  </a:lnTo>
                  <a:lnTo>
                    <a:pt x="1387862" y="426152"/>
                  </a:lnTo>
                  <a:lnTo>
                    <a:pt x="1448743" y="385825"/>
                  </a:lnTo>
                  <a:lnTo>
                    <a:pt x="1511106" y="345372"/>
                  </a:lnTo>
                  <a:lnTo>
                    <a:pt x="1566942" y="316201"/>
                  </a:lnTo>
                  <a:lnTo>
                    <a:pt x="1616923" y="297148"/>
                  </a:lnTo>
                  <a:lnTo>
                    <a:pt x="1661717" y="287048"/>
                  </a:lnTo>
                  <a:lnTo>
                    <a:pt x="1701996" y="284737"/>
                  </a:lnTo>
                  <a:lnTo>
                    <a:pt x="2083489" y="284737"/>
                  </a:lnTo>
                  <a:lnTo>
                    <a:pt x="2083489" y="0"/>
                  </a:lnTo>
                  <a:close/>
                </a:path>
                <a:path w="2084070" h="508634">
                  <a:moveTo>
                    <a:pt x="2083489" y="284737"/>
                  </a:moveTo>
                  <a:lnTo>
                    <a:pt x="1701996" y="284737"/>
                  </a:lnTo>
                  <a:lnTo>
                    <a:pt x="1738430" y="289051"/>
                  </a:lnTo>
                  <a:lnTo>
                    <a:pt x="1782739" y="303351"/>
                  </a:lnTo>
                  <a:lnTo>
                    <a:pt x="1822939" y="324763"/>
                  </a:lnTo>
                  <a:lnTo>
                    <a:pt x="1860688" y="350444"/>
                  </a:lnTo>
                  <a:lnTo>
                    <a:pt x="1897646" y="377553"/>
                  </a:lnTo>
                  <a:lnTo>
                    <a:pt x="1935473" y="403250"/>
                  </a:lnTo>
                  <a:lnTo>
                    <a:pt x="1975827" y="424692"/>
                  </a:lnTo>
                  <a:lnTo>
                    <a:pt x="2020370" y="439038"/>
                  </a:lnTo>
                  <a:lnTo>
                    <a:pt x="2052810" y="443226"/>
                  </a:lnTo>
                  <a:lnTo>
                    <a:pt x="2083489" y="442420"/>
                  </a:lnTo>
                  <a:lnTo>
                    <a:pt x="2083489" y="284737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15004" y="0"/>
              <a:ext cx="1929130" cy="723900"/>
            </a:xfrm>
            <a:custGeom>
              <a:avLst/>
              <a:gdLst/>
              <a:ahLst/>
              <a:cxnLst/>
              <a:rect l="l" t="t" r="r" b="b"/>
              <a:pathLst>
                <a:path w="1929129" h="723900">
                  <a:moveTo>
                    <a:pt x="1928994" y="0"/>
                  </a:moveTo>
                  <a:lnTo>
                    <a:pt x="0" y="0"/>
                  </a:lnTo>
                  <a:lnTo>
                    <a:pt x="10002" y="6400"/>
                  </a:lnTo>
                  <a:lnTo>
                    <a:pt x="37993" y="29923"/>
                  </a:lnTo>
                  <a:lnTo>
                    <a:pt x="89074" y="88361"/>
                  </a:lnTo>
                  <a:lnTo>
                    <a:pt x="112506" y="122347"/>
                  </a:lnTo>
                  <a:lnTo>
                    <a:pt x="134762" y="158891"/>
                  </a:lnTo>
                  <a:lnTo>
                    <a:pt x="156013" y="197527"/>
                  </a:lnTo>
                  <a:lnTo>
                    <a:pt x="176431" y="237790"/>
                  </a:lnTo>
                  <a:lnTo>
                    <a:pt x="196187" y="279217"/>
                  </a:lnTo>
                  <a:lnTo>
                    <a:pt x="215453" y="321340"/>
                  </a:lnTo>
                  <a:lnTo>
                    <a:pt x="253202" y="405820"/>
                  </a:lnTo>
                  <a:lnTo>
                    <a:pt x="272028" y="447247"/>
                  </a:lnTo>
                  <a:lnTo>
                    <a:pt x="291050" y="487510"/>
                  </a:lnTo>
                  <a:lnTo>
                    <a:pt x="310440" y="526146"/>
                  </a:lnTo>
                  <a:lnTo>
                    <a:pt x="330487" y="562882"/>
                  </a:lnTo>
                  <a:lnTo>
                    <a:pt x="351081" y="596775"/>
                  </a:lnTo>
                  <a:lnTo>
                    <a:pt x="395115" y="655114"/>
                  </a:lnTo>
                  <a:lnTo>
                    <a:pt x="444124" y="697742"/>
                  </a:lnTo>
                  <a:lnTo>
                    <a:pt x="499409" y="720838"/>
                  </a:lnTo>
                  <a:lnTo>
                    <a:pt x="529835" y="723900"/>
                  </a:lnTo>
                  <a:lnTo>
                    <a:pt x="537201" y="723900"/>
                  </a:lnTo>
                  <a:lnTo>
                    <a:pt x="589892" y="713907"/>
                  </a:lnTo>
                  <a:lnTo>
                    <a:pt x="654849" y="680087"/>
                  </a:lnTo>
                  <a:lnTo>
                    <a:pt x="708663" y="628035"/>
                  </a:lnTo>
                  <a:lnTo>
                    <a:pt x="732376" y="596676"/>
                  </a:lnTo>
                  <a:lnTo>
                    <a:pt x="754388" y="562690"/>
                  </a:lnTo>
                  <a:lnTo>
                    <a:pt x="774929" y="526998"/>
                  </a:lnTo>
                  <a:lnTo>
                    <a:pt x="794634" y="489763"/>
                  </a:lnTo>
                  <a:lnTo>
                    <a:pt x="813760" y="451820"/>
                  </a:lnTo>
                  <a:lnTo>
                    <a:pt x="832676" y="413811"/>
                  </a:lnTo>
                  <a:lnTo>
                    <a:pt x="851748" y="376376"/>
                  </a:lnTo>
                  <a:lnTo>
                    <a:pt x="871346" y="340157"/>
                  </a:lnTo>
                  <a:lnTo>
                    <a:pt x="891837" y="305797"/>
                  </a:lnTo>
                  <a:lnTo>
                    <a:pt x="913589" y="273936"/>
                  </a:lnTo>
                  <a:lnTo>
                    <a:pt x="962345" y="220280"/>
                  </a:lnTo>
                  <a:lnTo>
                    <a:pt x="1020560" y="184322"/>
                  </a:lnTo>
                  <a:lnTo>
                    <a:pt x="1091175" y="171196"/>
                  </a:lnTo>
                  <a:lnTo>
                    <a:pt x="1928994" y="171196"/>
                  </a:lnTo>
                  <a:lnTo>
                    <a:pt x="1928994" y="0"/>
                  </a:lnTo>
                  <a:close/>
                </a:path>
                <a:path w="1929129" h="723900">
                  <a:moveTo>
                    <a:pt x="1928994" y="171196"/>
                  </a:moveTo>
                  <a:lnTo>
                    <a:pt x="1091175" y="171196"/>
                  </a:lnTo>
                  <a:lnTo>
                    <a:pt x="1119056" y="172898"/>
                  </a:lnTo>
                  <a:lnTo>
                    <a:pt x="1148865" y="178149"/>
                  </a:lnTo>
                  <a:lnTo>
                    <a:pt x="1180722" y="187162"/>
                  </a:lnTo>
                  <a:lnTo>
                    <a:pt x="1214746" y="200151"/>
                  </a:lnTo>
                  <a:lnTo>
                    <a:pt x="1272359" y="223562"/>
                  </a:lnTo>
                  <a:lnTo>
                    <a:pt x="1327435" y="243326"/>
                  </a:lnTo>
                  <a:lnTo>
                    <a:pt x="1380071" y="259603"/>
                  </a:lnTo>
                  <a:lnTo>
                    <a:pt x="1430361" y="272557"/>
                  </a:lnTo>
                  <a:lnTo>
                    <a:pt x="1478400" y="282351"/>
                  </a:lnTo>
                  <a:lnTo>
                    <a:pt x="1524285" y="289145"/>
                  </a:lnTo>
                  <a:lnTo>
                    <a:pt x="1568110" y="293102"/>
                  </a:lnTo>
                  <a:lnTo>
                    <a:pt x="1609970" y="294386"/>
                  </a:lnTo>
                  <a:lnTo>
                    <a:pt x="1663978" y="292117"/>
                  </a:lnTo>
                  <a:lnTo>
                    <a:pt x="1714742" y="285582"/>
                  </a:lnTo>
                  <a:lnTo>
                    <a:pt x="1762500" y="275186"/>
                  </a:lnTo>
                  <a:lnTo>
                    <a:pt x="1807491" y="261337"/>
                  </a:lnTo>
                  <a:lnTo>
                    <a:pt x="1849951" y="244440"/>
                  </a:lnTo>
                  <a:lnTo>
                    <a:pt x="1890120" y="224903"/>
                  </a:lnTo>
                  <a:lnTo>
                    <a:pt x="1928235" y="203130"/>
                  </a:lnTo>
                  <a:lnTo>
                    <a:pt x="1928994" y="202636"/>
                  </a:lnTo>
                  <a:lnTo>
                    <a:pt x="1928994" y="1711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136" y="691895"/>
            <a:ext cx="163067" cy="16306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9728" y="438912"/>
            <a:ext cx="99060" cy="9753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811" y="723900"/>
            <a:ext cx="99060" cy="990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58583" y="199644"/>
            <a:ext cx="163068" cy="163067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947797" y="357632"/>
            <a:ext cx="31997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Literature</a:t>
            </a:r>
            <a:r>
              <a:rPr sz="3200" spc="-90" dirty="0"/>
              <a:t> </a:t>
            </a:r>
            <a:r>
              <a:rPr sz="3200" dirty="0"/>
              <a:t>Review</a:t>
            </a:r>
            <a:endParaRPr sz="3200"/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564482"/>
              </p:ext>
            </p:extLst>
          </p:nvPr>
        </p:nvGraphicFramePr>
        <p:xfrm>
          <a:off x="680504" y="1154557"/>
          <a:ext cx="7723505" cy="35752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7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00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System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187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ED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Application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187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E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Merits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187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E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7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EDF"/>
                    </a:solidFill>
                  </a:tcPr>
                </a:tc>
                <a:tc>
                  <a:txBody>
                    <a:bodyPr/>
                    <a:lstStyle/>
                    <a:p>
                      <a:pPr marL="200025" marR="193040" indent="63500">
                        <a:lnSpc>
                          <a:spcPct val="150000"/>
                        </a:lnSpc>
                        <a:spcBef>
                          <a:spcPts val="60"/>
                        </a:spcBef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Use of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smart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glasses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for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controlling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remotely</a:t>
                      </a:r>
                      <a:r>
                        <a:rPr sz="100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manipulable</a:t>
                      </a:r>
                      <a:r>
                        <a:rPr sz="1000" spc="-3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systems</a:t>
                      </a:r>
                      <a:r>
                        <a:rPr sz="1000" spc="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(RMS)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5140" marR="70485" indent="-402590">
                        <a:lnSpc>
                          <a:spcPct val="150000"/>
                        </a:lnSpc>
                        <a:spcBef>
                          <a:spcPts val="60"/>
                        </a:spcBef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Manufacturing</a:t>
                      </a:r>
                      <a:r>
                        <a:rPr sz="1000" spc="-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-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remote </a:t>
                      </a:r>
                      <a:r>
                        <a:rPr sz="1000" spc="-26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surveillance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Improve</a:t>
                      </a:r>
                      <a:r>
                        <a:rPr sz="1000" spc="-6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accuracy.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ts val="1145"/>
                        </a:lnSpc>
                      </a:pP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Improve</a:t>
                      </a:r>
                      <a:r>
                        <a:rPr sz="100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00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working</a:t>
                      </a:r>
                      <a:r>
                        <a:rPr sz="1000" spc="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efficiency</a:t>
                      </a:r>
                      <a:r>
                        <a:rPr sz="100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00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the operator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1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EDF"/>
                    </a:solidFill>
                  </a:tcPr>
                </a:tc>
                <a:tc>
                  <a:txBody>
                    <a:bodyPr/>
                    <a:lstStyle/>
                    <a:p>
                      <a:pPr marL="522605" marR="118110" indent="-396240">
                        <a:lnSpc>
                          <a:spcPts val="1800"/>
                        </a:lnSpc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Design</a:t>
                      </a:r>
                      <a:r>
                        <a:rPr sz="1000" spc="-1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implementation</a:t>
                      </a:r>
                      <a:r>
                        <a:rPr sz="1000" spc="-3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000" spc="-1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00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remote- </a:t>
                      </a:r>
                      <a:r>
                        <a:rPr sz="1000" spc="-26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controlled</a:t>
                      </a:r>
                      <a:r>
                        <a:rPr sz="100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surgical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system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Healthcare</a:t>
                      </a:r>
                      <a:r>
                        <a:rPr sz="1000" spc="-4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applications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Seamless</a:t>
                      </a:r>
                      <a:r>
                        <a:rPr sz="1050" spc="-4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interface</a:t>
                      </a:r>
                      <a:r>
                        <a:rPr sz="1050" spc="-1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between </a:t>
                      </a:r>
                      <a:r>
                        <a:rPr sz="105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surgeon</a:t>
                      </a:r>
                      <a:r>
                        <a:rPr sz="105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50" spc="-1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patient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3175" algn="ctr">
                        <a:lnSpc>
                          <a:spcPts val="1210"/>
                        </a:lnSpc>
                        <a:spcBef>
                          <a:spcPts val="635"/>
                        </a:spcBef>
                      </a:pP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E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Use</a:t>
                      </a:r>
                      <a:r>
                        <a:rPr sz="105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05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smart</a:t>
                      </a:r>
                      <a:r>
                        <a:rPr sz="105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glasses</a:t>
                      </a:r>
                      <a:r>
                        <a:rPr sz="1050" spc="-1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105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remotely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controlling</a:t>
                      </a:r>
                      <a:r>
                        <a:rPr sz="1050" spc="-3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05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drone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00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Select</a:t>
                      </a:r>
                      <a:r>
                        <a:rPr sz="100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specific</a:t>
                      </a:r>
                      <a:r>
                        <a:rPr sz="100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targets</a:t>
                      </a:r>
                      <a:r>
                        <a:rPr sz="100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objects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Improved</a:t>
                      </a:r>
                      <a:r>
                        <a:rPr sz="105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the</a:t>
                      </a:r>
                      <a:r>
                        <a:rPr sz="1050" spc="-1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accuracy</a:t>
                      </a:r>
                      <a:r>
                        <a:rPr sz="105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05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the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mapping</a:t>
                      </a:r>
                      <a:r>
                        <a:rPr sz="1050" spc="-1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process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1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E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Use</a:t>
                      </a:r>
                      <a:r>
                        <a:rPr sz="1000" spc="-1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000" spc="-3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smart</a:t>
                      </a:r>
                      <a:r>
                        <a:rPr sz="100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glasses</a:t>
                      </a:r>
                      <a:r>
                        <a:rPr sz="100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100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remote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73025" marR="57150" algn="ctr">
                        <a:lnSpc>
                          <a:spcPct val="150000"/>
                        </a:lnSpc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assistance</a:t>
                      </a:r>
                      <a:r>
                        <a:rPr sz="100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in aerospace</a:t>
                      </a:r>
                      <a:r>
                        <a:rPr sz="1000" spc="-3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maintenance</a:t>
                      </a:r>
                      <a:r>
                        <a:rPr sz="100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000" spc="-26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repair operations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1615" marR="128905" indent="-85725">
                        <a:lnSpc>
                          <a:spcPct val="150000"/>
                        </a:lnSpc>
                        <a:spcBef>
                          <a:spcPts val="665"/>
                        </a:spcBef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Aerospace</a:t>
                      </a:r>
                      <a:r>
                        <a:rPr sz="1000" spc="-6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maintenance </a:t>
                      </a:r>
                      <a:r>
                        <a:rPr sz="1000" spc="-26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-4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repair operations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Complete</a:t>
                      </a:r>
                      <a:r>
                        <a:rPr sz="100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tasks</a:t>
                      </a:r>
                      <a:r>
                        <a:rPr sz="100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faster</a:t>
                      </a:r>
                      <a:r>
                        <a:rPr sz="1000" spc="-3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fewer errors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5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E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Use</a:t>
                      </a:r>
                      <a:r>
                        <a:rPr sz="100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00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smart</a:t>
                      </a:r>
                      <a:r>
                        <a:rPr sz="100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glasses</a:t>
                      </a:r>
                      <a:r>
                        <a:rPr sz="100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sz="100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remote</a:t>
                      </a:r>
                      <a:r>
                        <a:rPr sz="100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controlling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000" spc="-3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medical</a:t>
                      </a:r>
                      <a:r>
                        <a:rPr sz="1000" spc="-3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devices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Surgery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Improve</a:t>
                      </a:r>
                      <a:r>
                        <a:rPr sz="105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surgical</a:t>
                      </a:r>
                      <a:r>
                        <a:rPr sz="1050" spc="-1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outcomes</a:t>
                      </a:r>
                      <a:r>
                        <a:rPr sz="1050" spc="-3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5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reduce</a:t>
                      </a:r>
                      <a:r>
                        <a:rPr sz="1050" spc="-1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risk</a:t>
                      </a:r>
                      <a:r>
                        <a:rPr sz="1050" spc="-1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infection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1161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dirty="0">
                        <a:highlight>
                          <a:srgbClr val="FFFF00"/>
                        </a:highlight>
                        <a:latin typeface="Times New Roman"/>
                        <a:cs typeface="Times New Roman"/>
                      </a:endParaRPr>
                    </a:p>
                    <a:p>
                      <a:pPr marL="0" algn="ctr" rtl="1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285E88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000" dirty="0">
                        <a:solidFill>
                          <a:srgbClr val="285E88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DCE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Use</a:t>
                      </a:r>
                      <a:r>
                        <a:rPr sz="1000" spc="-1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000" spc="-3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smart</a:t>
                      </a:r>
                      <a:r>
                        <a:rPr sz="100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glasses</a:t>
                      </a:r>
                      <a:r>
                        <a:rPr sz="100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sz="1000" spc="-1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remote</a:t>
                      </a:r>
                      <a:r>
                        <a:rPr sz="1000" spc="-2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controlling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  <a:p>
                      <a:pPr marL="861060" marR="854710" algn="ctr">
                        <a:lnSpc>
                          <a:spcPct val="150000"/>
                        </a:lnSpc>
                      </a:pP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o</a:t>
                      </a:r>
                      <a:r>
                        <a:rPr sz="1000" spc="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m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r>
                        <a:rPr sz="1000" spc="-3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r>
                        <a:rPr sz="1000" spc="-1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v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r>
                        <a:rPr sz="1000" spc="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es 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(this</a:t>
                      </a:r>
                      <a:r>
                        <a:rPr sz="100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project)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Smart</a:t>
                      </a:r>
                      <a:r>
                        <a:rPr sz="1000" spc="-6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home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Seamless</a:t>
                      </a:r>
                      <a:r>
                        <a:rPr sz="1050" spc="-5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interface</a:t>
                      </a:r>
                      <a:r>
                        <a:rPr sz="1050" spc="-3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trough</a:t>
                      </a:r>
                      <a:endParaRPr sz="1050" dirty="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90931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touch-free</a:t>
                      </a:r>
                      <a:r>
                        <a:rPr sz="1050" spc="-35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50" spc="-2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1A4568"/>
                          </a:solidFill>
                          <a:latin typeface="Arial MT"/>
                          <a:cs typeface="Arial MT"/>
                        </a:rPr>
                        <a:t>hand-free</a:t>
                      </a:r>
                      <a:endParaRPr sz="1050" dirty="0">
                        <a:latin typeface="Arial MT"/>
                        <a:cs typeface="Arial MT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623420"/>
            <a:ext cx="3818254" cy="1520190"/>
            <a:chOff x="0" y="3623420"/>
            <a:chExt cx="3818254" cy="1520190"/>
          </a:xfrm>
        </p:grpSpPr>
        <p:sp>
          <p:nvSpPr>
            <p:cNvPr id="3" name="object 3"/>
            <p:cNvSpPr/>
            <p:nvPr/>
          </p:nvSpPr>
          <p:spPr>
            <a:xfrm>
              <a:off x="484631" y="3915127"/>
              <a:ext cx="3333750" cy="1228725"/>
            </a:xfrm>
            <a:custGeom>
              <a:avLst/>
              <a:gdLst/>
              <a:ahLst/>
              <a:cxnLst/>
              <a:rect l="l" t="t" r="r" b="b"/>
              <a:pathLst>
                <a:path w="3333750" h="1228725">
                  <a:moveTo>
                    <a:pt x="2446815" y="0"/>
                  </a:moveTo>
                  <a:lnTo>
                    <a:pt x="2406788" y="857"/>
                  </a:lnTo>
                  <a:lnTo>
                    <a:pt x="2368536" y="3167"/>
                  </a:lnTo>
                  <a:lnTo>
                    <a:pt x="2297057" y="11872"/>
                  </a:lnTo>
                  <a:lnTo>
                    <a:pt x="2231767" y="25571"/>
                  </a:lnTo>
                  <a:lnTo>
                    <a:pt x="2172053" y="43722"/>
                  </a:lnTo>
                  <a:lnTo>
                    <a:pt x="2117306" y="65784"/>
                  </a:lnTo>
                  <a:lnTo>
                    <a:pt x="2066913" y="91214"/>
                  </a:lnTo>
                  <a:lnTo>
                    <a:pt x="2020262" y="119470"/>
                  </a:lnTo>
                  <a:lnTo>
                    <a:pt x="1976743" y="150010"/>
                  </a:lnTo>
                  <a:lnTo>
                    <a:pt x="1935743" y="182291"/>
                  </a:lnTo>
                  <a:lnTo>
                    <a:pt x="1896651" y="215772"/>
                  </a:lnTo>
                  <a:lnTo>
                    <a:pt x="1784711" y="317988"/>
                  </a:lnTo>
                  <a:lnTo>
                    <a:pt x="1766030" y="334571"/>
                  </a:lnTo>
                  <a:lnTo>
                    <a:pt x="1727958" y="366740"/>
                  </a:lnTo>
                  <a:lnTo>
                    <a:pt x="1688431" y="397126"/>
                  </a:lnTo>
                  <a:lnTo>
                    <a:pt x="1646837" y="425187"/>
                  </a:lnTo>
                  <a:lnTo>
                    <a:pt x="1602566" y="450381"/>
                  </a:lnTo>
                  <a:lnTo>
                    <a:pt x="1555005" y="472166"/>
                  </a:lnTo>
                  <a:lnTo>
                    <a:pt x="1503543" y="490000"/>
                  </a:lnTo>
                  <a:lnTo>
                    <a:pt x="1447568" y="503340"/>
                  </a:lnTo>
                  <a:lnTo>
                    <a:pt x="1386469" y="511645"/>
                  </a:lnTo>
                  <a:lnTo>
                    <a:pt x="1319635" y="514371"/>
                  </a:lnTo>
                  <a:lnTo>
                    <a:pt x="1283876" y="513474"/>
                  </a:lnTo>
                  <a:lnTo>
                    <a:pt x="1207292" y="506817"/>
                  </a:lnTo>
                  <a:lnTo>
                    <a:pt x="1166314" y="500923"/>
                  </a:lnTo>
                  <a:lnTo>
                    <a:pt x="1123443" y="493228"/>
                  </a:lnTo>
                  <a:lnTo>
                    <a:pt x="1078604" y="483663"/>
                  </a:lnTo>
                  <a:lnTo>
                    <a:pt x="1031719" y="472162"/>
                  </a:lnTo>
                  <a:lnTo>
                    <a:pt x="982713" y="458657"/>
                  </a:lnTo>
                  <a:lnTo>
                    <a:pt x="931508" y="443080"/>
                  </a:lnTo>
                  <a:lnTo>
                    <a:pt x="878028" y="425362"/>
                  </a:lnTo>
                  <a:lnTo>
                    <a:pt x="822198" y="405437"/>
                  </a:lnTo>
                  <a:lnTo>
                    <a:pt x="383865" y="419396"/>
                  </a:lnTo>
                  <a:lnTo>
                    <a:pt x="135664" y="715015"/>
                  </a:lnTo>
                  <a:lnTo>
                    <a:pt x="25180" y="1061579"/>
                  </a:lnTo>
                  <a:lnTo>
                    <a:pt x="0" y="1228371"/>
                  </a:lnTo>
                  <a:lnTo>
                    <a:pt x="3333623" y="1228371"/>
                  </a:lnTo>
                  <a:lnTo>
                    <a:pt x="3321659" y="1044442"/>
                  </a:lnTo>
                  <a:lnTo>
                    <a:pt x="3234959" y="635772"/>
                  </a:lnTo>
                  <a:lnTo>
                    <a:pt x="2997313" y="217036"/>
                  </a:lnTo>
                  <a:lnTo>
                    <a:pt x="2532507" y="2911"/>
                  </a:lnTo>
                  <a:lnTo>
                    <a:pt x="2488696" y="661"/>
                  </a:lnTo>
                  <a:lnTo>
                    <a:pt x="244681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623420"/>
              <a:ext cx="2312670" cy="1520190"/>
            </a:xfrm>
            <a:custGeom>
              <a:avLst/>
              <a:gdLst/>
              <a:ahLst/>
              <a:cxnLst/>
              <a:rect l="l" t="t" r="r" b="b"/>
              <a:pathLst>
                <a:path w="2312670" h="1520189">
                  <a:moveTo>
                    <a:pt x="0" y="110045"/>
                  </a:moveTo>
                  <a:lnTo>
                    <a:pt x="0" y="1400295"/>
                  </a:lnTo>
                  <a:lnTo>
                    <a:pt x="270675" y="1520077"/>
                  </a:lnTo>
                  <a:lnTo>
                    <a:pt x="2312600" y="1520078"/>
                  </a:lnTo>
                  <a:lnTo>
                    <a:pt x="2306882" y="1506149"/>
                  </a:lnTo>
                  <a:lnTo>
                    <a:pt x="2290187" y="1463894"/>
                  </a:lnTo>
                  <a:lnTo>
                    <a:pt x="2273616" y="1421057"/>
                  </a:lnTo>
                  <a:lnTo>
                    <a:pt x="2256980" y="1377872"/>
                  </a:lnTo>
                  <a:lnTo>
                    <a:pt x="2240088" y="1334574"/>
                  </a:lnTo>
                  <a:lnTo>
                    <a:pt x="2222750" y="1291397"/>
                  </a:lnTo>
                  <a:lnTo>
                    <a:pt x="2204776" y="1248577"/>
                  </a:lnTo>
                  <a:lnTo>
                    <a:pt x="2185976" y="1206347"/>
                  </a:lnTo>
                  <a:lnTo>
                    <a:pt x="2166159" y="1164943"/>
                  </a:lnTo>
                  <a:lnTo>
                    <a:pt x="2145134" y="1124599"/>
                  </a:lnTo>
                  <a:lnTo>
                    <a:pt x="2122712" y="1085549"/>
                  </a:lnTo>
                  <a:lnTo>
                    <a:pt x="2098703" y="1048030"/>
                  </a:lnTo>
                  <a:lnTo>
                    <a:pt x="2072916" y="1012274"/>
                  </a:lnTo>
                  <a:lnTo>
                    <a:pt x="2045160" y="978517"/>
                  </a:lnTo>
                  <a:lnTo>
                    <a:pt x="2015247" y="946994"/>
                  </a:lnTo>
                  <a:lnTo>
                    <a:pt x="1982984" y="917940"/>
                  </a:lnTo>
                  <a:lnTo>
                    <a:pt x="1948183" y="891588"/>
                  </a:lnTo>
                  <a:lnTo>
                    <a:pt x="1910652" y="868173"/>
                  </a:lnTo>
                  <a:lnTo>
                    <a:pt x="1870202" y="847931"/>
                  </a:lnTo>
                  <a:lnTo>
                    <a:pt x="1832826" y="833206"/>
                  </a:lnTo>
                  <a:lnTo>
                    <a:pt x="1807329" y="825494"/>
                  </a:lnTo>
                  <a:lnTo>
                    <a:pt x="1369264" y="825494"/>
                  </a:lnTo>
                  <a:lnTo>
                    <a:pt x="1315500" y="824219"/>
                  </a:lnTo>
                  <a:lnTo>
                    <a:pt x="1267628" y="818536"/>
                  </a:lnTo>
                  <a:lnTo>
                    <a:pt x="1225215" y="808723"/>
                  </a:lnTo>
                  <a:lnTo>
                    <a:pt x="1187831" y="795061"/>
                  </a:lnTo>
                  <a:lnTo>
                    <a:pt x="1125592" y="756581"/>
                  </a:lnTo>
                  <a:lnTo>
                    <a:pt x="1078809" y="705673"/>
                  </a:lnTo>
                  <a:lnTo>
                    <a:pt x="1043916" y="644669"/>
                  </a:lnTo>
                  <a:lnTo>
                    <a:pt x="1017352" y="575898"/>
                  </a:lnTo>
                  <a:lnTo>
                    <a:pt x="1006079" y="539328"/>
                  </a:lnTo>
                  <a:lnTo>
                    <a:pt x="995551" y="501691"/>
                  </a:lnTo>
                  <a:lnTo>
                    <a:pt x="974950" y="424378"/>
                  </a:lnTo>
                  <a:lnTo>
                    <a:pt x="963985" y="385285"/>
                  </a:lnTo>
                  <a:lnTo>
                    <a:pt x="951984" y="346289"/>
                  </a:lnTo>
                  <a:lnTo>
                    <a:pt x="938501" y="307682"/>
                  </a:lnTo>
                  <a:lnTo>
                    <a:pt x="923090" y="269755"/>
                  </a:lnTo>
                  <a:lnTo>
                    <a:pt x="905306" y="232798"/>
                  </a:lnTo>
                  <a:lnTo>
                    <a:pt x="884704" y="197105"/>
                  </a:lnTo>
                  <a:lnTo>
                    <a:pt x="860838" y="162965"/>
                  </a:lnTo>
                  <a:lnTo>
                    <a:pt x="833262" y="130670"/>
                  </a:lnTo>
                  <a:lnTo>
                    <a:pt x="826941" y="124662"/>
                  </a:lnTo>
                  <a:lnTo>
                    <a:pt x="94178" y="124662"/>
                  </a:lnTo>
                  <a:lnTo>
                    <a:pt x="57786" y="123891"/>
                  </a:lnTo>
                  <a:lnTo>
                    <a:pt x="21074" y="117425"/>
                  </a:lnTo>
                  <a:lnTo>
                    <a:pt x="0" y="110045"/>
                  </a:lnTo>
                  <a:close/>
                </a:path>
                <a:path w="2312670" h="1520189">
                  <a:moveTo>
                    <a:pt x="1657725" y="802641"/>
                  </a:moveTo>
                  <a:lnTo>
                    <a:pt x="1606954" y="802840"/>
                  </a:lnTo>
                  <a:lnTo>
                    <a:pt x="1553148" y="806478"/>
                  </a:lnTo>
                  <a:lnTo>
                    <a:pt x="1429349" y="822083"/>
                  </a:lnTo>
                  <a:lnTo>
                    <a:pt x="1369264" y="825494"/>
                  </a:lnTo>
                  <a:lnTo>
                    <a:pt x="1807329" y="825494"/>
                  </a:lnTo>
                  <a:lnTo>
                    <a:pt x="1793009" y="821163"/>
                  </a:lnTo>
                  <a:lnTo>
                    <a:pt x="1750633" y="811954"/>
                  </a:lnTo>
                  <a:lnTo>
                    <a:pt x="1705578" y="805729"/>
                  </a:lnTo>
                  <a:lnTo>
                    <a:pt x="1657725" y="802641"/>
                  </a:lnTo>
                  <a:close/>
                </a:path>
                <a:path w="2312670" h="1520189">
                  <a:moveTo>
                    <a:pt x="554638" y="0"/>
                  </a:moveTo>
                  <a:lnTo>
                    <a:pt x="511641" y="1071"/>
                  </a:lnTo>
                  <a:lnTo>
                    <a:pt x="469933" y="6679"/>
                  </a:lnTo>
                  <a:lnTo>
                    <a:pt x="429377" y="15971"/>
                  </a:lnTo>
                  <a:lnTo>
                    <a:pt x="389842" y="28093"/>
                  </a:lnTo>
                  <a:lnTo>
                    <a:pt x="351192" y="42194"/>
                  </a:lnTo>
                  <a:lnTo>
                    <a:pt x="313294" y="57420"/>
                  </a:lnTo>
                  <a:lnTo>
                    <a:pt x="276013" y="72919"/>
                  </a:lnTo>
                  <a:lnTo>
                    <a:pt x="239216" y="87838"/>
                  </a:lnTo>
                  <a:lnTo>
                    <a:pt x="202767" y="101324"/>
                  </a:lnTo>
                  <a:lnTo>
                    <a:pt x="166535" y="112526"/>
                  </a:lnTo>
                  <a:lnTo>
                    <a:pt x="130383" y="120589"/>
                  </a:lnTo>
                  <a:lnTo>
                    <a:pt x="94178" y="124662"/>
                  </a:lnTo>
                  <a:lnTo>
                    <a:pt x="826941" y="124662"/>
                  </a:lnTo>
                  <a:lnTo>
                    <a:pt x="765200" y="72780"/>
                  </a:lnTo>
                  <a:lnTo>
                    <a:pt x="723823" y="47768"/>
                  </a:lnTo>
                  <a:lnTo>
                    <a:pt x="645031" y="14875"/>
                  </a:lnTo>
                  <a:lnTo>
                    <a:pt x="599057" y="4317"/>
                  </a:lnTo>
                  <a:lnTo>
                    <a:pt x="55463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298682" y="0"/>
            <a:ext cx="3845560" cy="1233170"/>
            <a:chOff x="5298682" y="0"/>
            <a:chExt cx="3845560" cy="1233170"/>
          </a:xfrm>
        </p:grpSpPr>
        <p:sp>
          <p:nvSpPr>
            <p:cNvPr id="6" name="object 6"/>
            <p:cNvSpPr/>
            <p:nvPr/>
          </p:nvSpPr>
          <p:spPr>
            <a:xfrm>
              <a:off x="7203739" y="0"/>
              <a:ext cx="1940560" cy="1233170"/>
            </a:xfrm>
            <a:custGeom>
              <a:avLst/>
              <a:gdLst/>
              <a:ahLst/>
              <a:cxnLst/>
              <a:rect l="l" t="t" r="r" b="b"/>
              <a:pathLst>
                <a:path w="1940559" h="1233170">
                  <a:moveTo>
                    <a:pt x="1940260" y="0"/>
                  </a:moveTo>
                  <a:lnTo>
                    <a:pt x="249501" y="0"/>
                  </a:lnTo>
                  <a:lnTo>
                    <a:pt x="245364" y="5342"/>
                  </a:lnTo>
                  <a:lnTo>
                    <a:pt x="218345" y="42855"/>
                  </a:lnTo>
                  <a:lnTo>
                    <a:pt x="192867" y="81025"/>
                  </a:lnTo>
                  <a:lnTo>
                    <a:pt x="163998" y="127899"/>
                  </a:lnTo>
                  <a:lnTo>
                    <a:pt x="137630" y="174939"/>
                  </a:lnTo>
                  <a:lnTo>
                    <a:pt x="113719" y="222058"/>
                  </a:lnTo>
                  <a:lnTo>
                    <a:pt x="92222" y="269163"/>
                  </a:lnTo>
                  <a:lnTo>
                    <a:pt x="73095" y="316164"/>
                  </a:lnTo>
                  <a:lnTo>
                    <a:pt x="56237" y="363154"/>
                  </a:lnTo>
                  <a:lnTo>
                    <a:pt x="41777" y="409494"/>
                  </a:lnTo>
                  <a:lnTo>
                    <a:pt x="29499" y="455642"/>
                  </a:lnTo>
                  <a:lnTo>
                    <a:pt x="19380" y="501538"/>
                  </a:lnTo>
                  <a:lnTo>
                    <a:pt x="11489" y="546450"/>
                  </a:lnTo>
                  <a:lnTo>
                    <a:pt x="5669" y="590930"/>
                  </a:lnTo>
                  <a:lnTo>
                    <a:pt x="1179" y="647043"/>
                  </a:lnTo>
                  <a:lnTo>
                    <a:pt x="0" y="701756"/>
                  </a:lnTo>
                  <a:lnTo>
                    <a:pt x="2035" y="754878"/>
                  </a:lnTo>
                  <a:lnTo>
                    <a:pt x="7190" y="806219"/>
                  </a:lnTo>
                  <a:lnTo>
                    <a:pt x="15370" y="855590"/>
                  </a:lnTo>
                  <a:lnTo>
                    <a:pt x="26481" y="902798"/>
                  </a:lnTo>
                  <a:lnTo>
                    <a:pt x="40428" y="947655"/>
                  </a:lnTo>
                  <a:lnTo>
                    <a:pt x="57115" y="989969"/>
                  </a:lnTo>
                  <a:lnTo>
                    <a:pt x="76447" y="1029551"/>
                  </a:lnTo>
                  <a:lnTo>
                    <a:pt x="98331" y="1066209"/>
                  </a:lnTo>
                  <a:lnTo>
                    <a:pt x="122670" y="1099754"/>
                  </a:lnTo>
                  <a:lnTo>
                    <a:pt x="149371" y="1129995"/>
                  </a:lnTo>
                  <a:lnTo>
                    <a:pt x="178337" y="1156741"/>
                  </a:lnTo>
                  <a:lnTo>
                    <a:pt x="209476" y="1179802"/>
                  </a:lnTo>
                  <a:lnTo>
                    <a:pt x="242690" y="1198988"/>
                  </a:lnTo>
                  <a:lnTo>
                    <a:pt x="277886" y="1214108"/>
                  </a:lnTo>
                  <a:lnTo>
                    <a:pt x="314969" y="1224972"/>
                  </a:lnTo>
                  <a:lnTo>
                    <a:pt x="353844" y="1231389"/>
                  </a:lnTo>
                  <a:lnTo>
                    <a:pt x="394416" y="1233170"/>
                  </a:lnTo>
                  <a:lnTo>
                    <a:pt x="432159" y="1231999"/>
                  </a:lnTo>
                  <a:lnTo>
                    <a:pt x="497869" y="1225415"/>
                  </a:lnTo>
                  <a:lnTo>
                    <a:pt x="551844" y="1213550"/>
                  </a:lnTo>
                  <a:lnTo>
                    <a:pt x="595643" y="1196856"/>
                  </a:lnTo>
                  <a:lnTo>
                    <a:pt x="630824" y="1175785"/>
                  </a:lnTo>
                  <a:lnTo>
                    <a:pt x="670847" y="1136958"/>
                  </a:lnTo>
                  <a:lnTo>
                    <a:pt x="700250" y="1090820"/>
                  </a:lnTo>
                  <a:lnTo>
                    <a:pt x="724293" y="1038896"/>
                  </a:lnTo>
                  <a:lnTo>
                    <a:pt x="739943" y="1001818"/>
                  </a:lnTo>
                  <a:lnTo>
                    <a:pt x="748238" y="982710"/>
                  </a:lnTo>
                  <a:lnTo>
                    <a:pt x="766745" y="943636"/>
                  </a:lnTo>
                  <a:lnTo>
                    <a:pt x="789105" y="903797"/>
                  </a:lnTo>
                  <a:lnTo>
                    <a:pt x="816878" y="863644"/>
                  </a:lnTo>
                  <a:lnTo>
                    <a:pt x="851622" y="823627"/>
                  </a:lnTo>
                  <a:lnTo>
                    <a:pt x="894896" y="784199"/>
                  </a:lnTo>
                  <a:lnTo>
                    <a:pt x="948259" y="745811"/>
                  </a:lnTo>
                  <a:lnTo>
                    <a:pt x="1013271" y="708915"/>
                  </a:lnTo>
                  <a:lnTo>
                    <a:pt x="1050631" y="691168"/>
                  </a:lnTo>
                  <a:lnTo>
                    <a:pt x="1091489" y="673962"/>
                  </a:lnTo>
                  <a:lnTo>
                    <a:pt x="1136037" y="657355"/>
                  </a:lnTo>
                  <a:lnTo>
                    <a:pt x="1184472" y="641403"/>
                  </a:lnTo>
                  <a:lnTo>
                    <a:pt x="1236989" y="626163"/>
                  </a:lnTo>
                  <a:lnTo>
                    <a:pt x="1293781" y="611691"/>
                  </a:lnTo>
                  <a:lnTo>
                    <a:pt x="1421547" y="582795"/>
                  </a:lnTo>
                  <a:lnTo>
                    <a:pt x="1484174" y="565403"/>
                  </a:lnTo>
                  <a:lnTo>
                    <a:pt x="1542981" y="545985"/>
                  </a:lnTo>
                  <a:lnTo>
                    <a:pt x="1598024" y="524658"/>
                  </a:lnTo>
                  <a:lnTo>
                    <a:pt x="1649360" y="501538"/>
                  </a:lnTo>
                  <a:lnTo>
                    <a:pt x="1697046" y="476743"/>
                  </a:lnTo>
                  <a:lnTo>
                    <a:pt x="1741137" y="450390"/>
                  </a:lnTo>
                  <a:lnTo>
                    <a:pt x="1781690" y="422596"/>
                  </a:lnTo>
                  <a:lnTo>
                    <a:pt x="1818761" y="393478"/>
                  </a:lnTo>
                  <a:lnTo>
                    <a:pt x="1852407" y="363154"/>
                  </a:lnTo>
                  <a:lnTo>
                    <a:pt x="1882683" y="331739"/>
                  </a:lnTo>
                  <a:lnTo>
                    <a:pt x="1909647" y="299352"/>
                  </a:lnTo>
                  <a:lnTo>
                    <a:pt x="1933354" y="266109"/>
                  </a:lnTo>
                  <a:lnTo>
                    <a:pt x="1940260" y="254666"/>
                  </a:lnTo>
                  <a:lnTo>
                    <a:pt x="1940260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98682" y="0"/>
              <a:ext cx="3845560" cy="1127125"/>
            </a:xfrm>
            <a:custGeom>
              <a:avLst/>
              <a:gdLst/>
              <a:ahLst/>
              <a:cxnLst/>
              <a:rect l="l" t="t" r="r" b="b"/>
              <a:pathLst>
                <a:path w="3845559" h="1127125">
                  <a:moveTo>
                    <a:pt x="347022" y="0"/>
                  </a:moveTo>
                  <a:lnTo>
                    <a:pt x="0" y="0"/>
                  </a:lnTo>
                  <a:lnTo>
                    <a:pt x="22308" y="16196"/>
                  </a:lnTo>
                  <a:lnTo>
                    <a:pt x="54971" y="34988"/>
                  </a:lnTo>
                  <a:lnTo>
                    <a:pt x="86616" y="48468"/>
                  </a:lnTo>
                  <a:lnTo>
                    <a:pt x="117105" y="57023"/>
                  </a:lnTo>
                  <a:lnTo>
                    <a:pt x="160448" y="61739"/>
                  </a:lnTo>
                  <a:lnTo>
                    <a:pt x="202156" y="58400"/>
                  </a:lnTo>
                  <a:lnTo>
                    <a:pt x="242575" y="48446"/>
                  </a:lnTo>
                  <a:lnTo>
                    <a:pt x="281821" y="33405"/>
                  </a:lnTo>
                  <a:lnTo>
                    <a:pt x="320352" y="14675"/>
                  </a:lnTo>
                  <a:lnTo>
                    <a:pt x="347022" y="0"/>
                  </a:lnTo>
                  <a:close/>
                </a:path>
                <a:path w="3845559" h="1127125">
                  <a:moveTo>
                    <a:pt x="3845317" y="311675"/>
                  </a:moveTo>
                  <a:lnTo>
                    <a:pt x="3058928" y="311675"/>
                  </a:lnTo>
                  <a:lnTo>
                    <a:pt x="3094874" y="314071"/>
                  </a:lnTo>
                  <a:lnTo>
                    <a:pt x="3125154" y="324252"/>
                  </a:lnTo>
                  <a:lnTo>
                    <a:pt x="3180576" y="364642"/>
                  </a:lnTo>
                  <a:lnTo>
                    <a:pt x="3206073" y="393520"/>
                  </a:lnTo>
                  <a:lnTo>
                    <a:pt x="3230330" y="427302"/>
                  </a:lnTo>
                  <a:lnTo>
                    <a:pt x="3253526" y="465321"/>
                  </a:lnTo>
                  <a:lnTo>
                    <a:pt x="3275836" y="506913"/>
                  </a:lnTo>
                  <a:lnTo>
                    <a:pt x="3297440" y="551415"/>
                  </a:lnTo>
                  <a:lnTo>
                    <a:pt x="3318513" y="598159"/>
                  </a:lnTo>
                  <a:lnTo>
                    <a:pt x="3339234" y="646483"/>
                  </a:lnTo>
                  <a:lnTo>
                    <a:pt x="3359781" y="695721"/>
                  </a:lnTo>
                  <a:lnTo>
                    <a:pt x="3380329" y="745209"/>
                  </a:lnTo>
                  <a:lnTo>
                    <a:pt x="3401057" y="794282"/>
                  </a:lnTo>
                  <a:lnTo>
                    <a:pt x="3422143" y="842274"/>
                  </a:lnTo>
                  <a:lnTo>
                    <a:pt x="3443763" y="888522"/>
                  </a:lnTo>
                  <a:lnTo>
                    <a:pt x="3466095" y="932360"/>
                  </a:lnTo>
                  <a:lnTo>
                    <a:pt x="3489316" y="973125"/>
                  </a:lnTo>
                  <a:lnTo>
                    <a:pt x="3513604" y="1010150"/>
                  </a:lnTo>
                  <a:lnTo>
                    <a:pt x="3539136" y="1042771"/>
                  </a:lnTo>
                  <a:lnTo>
                    <a:pt x="3566090" y="1070324"/>
                  </a:lnTo>
                  <a:lnTo>
                    <a:pt x="3624972" y="1107566"/>
                  </a:lnTo>
                  <a:lnTo>
                    <a:pt x="3671581" y="1121410"/>
                  </a:lnTo>
                  <a:lnTo>
                    <a:pt x="3714846" y="1126587"/>
                  </a:lnTo>
                  <a:lnTo>
                    <a:pt x="3755329" y="1124231"/>
                  </a:lnTo>
                  <a:lnTo>
                    <a:pt x="3793841" y="1115609"/>
                  </a:lnTo>
                  <a:lnTo>
                    <a:pt x="3831192" y="1101988"/>
                  </a:lnTo>
                  <a:lnTo>
                    <a:pt x="3845317" y="1095363"/>
                  </a:lnTo>
                  <a:lnTo>
                    <a:pt x="3845317" y="311675"/>
                  </a:lnTo>
                  <a:close/>
                </a:path>
                <a:path w="3845559" h="1127125">
                  <a:moveTo>
                    <a:pt x="3845317" y="0"/>
                  </a:moveTo>
                  <a:lnTo>
                    <a:pt x="791694" y="0"/>
                  </a:lnTo>
                  <a:lnTo>
                    <a:pt x="793122" y="1232"/>
                  </a:lnTo>
                  <a:lnTo>
                    <a:pt x="837031" y="47535"/>
                  </a:lnTo>
                  <a:lnTo>
                    <a:pt x="883042" y="104775"/>
                  </a:lnTo>
                  <a:lnTo>
                    <a:pt x="921762" y="157486"/>
                  </a:lnTo>
                  <a:lnTo>
                    <a:pt x="958503" y="208869"/>
                  </a:lnTo>
                  <a:lnTo>
                    <a:pt x="1027148" y="306594"/>
                  </a:lnTo>
                  <a:lnTo>
                    <a:pt x="1059605" y="352410"/>
                  </a:lnTo>
                  <a:lnTo>
                    <a:pt x="1091186" y="395846"/>
                  </a:lnTo>
                  <a:lnTo>
                    <a:pt x="1122167" y="436639"/>
                  </a:lnTo>
                  <a:lnTo>
                    <a:pt x="1152824" y="474524"/>
                  </a:lnTo>
                  <a:lnTo>
                    <a:pt x="1183432" y="509241"/>
                  </a:lnTo>
                  <a:lnTo>
                    <a:pt x="1214268" y="540526"/>
                  </a:lnTo>
                  <a:lnTo>
                    <a:pt x="1245607" y="568115"/>
                  </a:lnTo>
                  <a:lnTo>
                    <a:pt x="1277726" y="591747"/>
                  </a:lnTo>
                  <a:lnTo>
                    <a:pt x="1310900" y="611159"/>
                  </a:lnTo>
                  <a:lnTo>
                    <a:pt x="1381517" y="636270"/>
                  </a:lnTo>
                  <a:lnTo>
                    <a:pt x="1455300" y="641644"/>
                  </a:lnTo>
                  <a:lnTo>
                    <a:pt x="1495300" y="637041"/>
                  </a:lnTo>
                  <a:lnTo>
                    <a:pt x="1537683" y="627280"/>
                  </a:lnTo>
                  <a:lnTo>
                    <a:pt x="1582683" y="612136"/>
                  </a:lnTo>
                  <a:lnTo>
                    <a:pt x="1630532" y="591387"/>
                  </a:lnTo>
                  <a:lnTo>
                    <a:pt x="1681463" y="564808"/>
                  </a:lnTo>
                  <a:lnTo>
                    <a:pt x="1735710" y="532176"/>
                  </a:lnTo>
                  <a:lnTo>
                    <a:pt x="1793505" y="493267"/>
                  </a:lnTo>
                  <a:lnTo>
                    <a:pt x="1850969" y="455206"/>
                  </a:lnTo>
                  <a:lnTo>
                    <a:pt x="1903859" y="425017"/>
                  </a:lnTo>
                  <a:lnTo>
                    <a:pt x="1952519" y="402109"/>
                  </a:lnTo>
                  <a:lnTo>
                    <a:pt x="1997293" y="385889"/>
                  </a:lnTo>
                  <a:lnTo>
                    <a:pt x="2038525" y="375765"/>
                  </a:lnTo>
                  <a:lnTo>
                    <a:pt x="2076559" y="371145"/>
                  </a:lnTo>
                  <a:lnTo>
                    <a:pt x="2932425" y="371145"/>
                  </a:lnTo>
                  <a:lnTo>
                    <a:pt x="2933965" y="369950"/>
                  </a:lnTo>
                  <a:lnTo>
                    <a:pt x="2978699" y="338699"/>
                  </a:lnTo>
                  <a:lnTo>
                    <a:pt x="3020278" y="319579"/>
                  </a:lnTo>
                  <a:lnTo>
                    <a:pt x="3058928" y="311675"/>
                  </a:lnTo>
                  <a:lnTo>
                    <a:pt x="3845317" y="311675"/>
                  </a:lnTo>
                  <a:lnTo>
                    <a:pt x="3845317" y="0"/>
                  </a:lnTo>
                  <a:close/>
                </a:path>
                <a:path w="3845559" h="1127125">
                  <a:moveTo>
                    <a:pt x="2932425" y="371145"/>
                  </a:moveTo>
                  <a:lnTo>
                    <a:pt x="2076559" y="371145"/>
                  </a:lnTo>
                  <a:lnTo>
                    <a:pt x="2111738" y="371436"/>
                  </a:lnTo>
                  <a:lnTo>
                    <a:pt x="2144406" y="376047"/>
                  </a:lnTo>
                  <a:lnTo>
                    <a:pt x="2191636" y="390658"/>
                  </a:lnTo>
                  <a:lnTo>
                    <a:pt x="2234876" y="412192"/>
                  </a:lnTo>
                  <a:lnTo>
                    <a:pt x="2275470" y="438342"/>
                  </a:lnTo>
                  <a:lnTo>
                    <a:pt x="2354094" y="495271"/>
                  </a:lnTo>
                  <a:lnTo>
                    <a:pt x="2394813" y="521440"/>
                  </a:lnTo>
                  <a:lnTo>
                    <a:pt x="2438261" y="543003"/>
                  </a:lnTo>
                  <a:lnTo>
                    <a:pt x="2485782" y="557657"/>
                  </a:lnTo>
                  <a:lnTo>
                    <a:pt x="2516913" y="562191"/>
                  </a:lnTo>
                  <a:lnTo>
                    <a:pt x="2550304" y="562885"/>
                  </a:lnTo>
                  <a:lnTo>
                    <a:pt x="2586246" y="559237"/>
                  </a:lnTo>
                  <a:lnTo>
                    <a:pt x="2625035" y="550746"/>
                  </a:lnTo>
                  <a:lnTo>
                    <a:pt x="2666964" y="536908"/>
                  </a:lnTo>
                  <a:lnTo>
                    <a:pt x="2712325" y="517222"/>
                  </a:lnTo>
                  <a:lnTo>
                    <a:pt x="2761412" y="491185"/>
                  </a:lnTo>
                  <a:lnTo>
                    <a:pt x="2814519" y="458296"/>
                  </a:lnTo>
                  <a:lnTo>
                    <a:pt x="2871939" y="418052"/>
                  </a:lnTo>
                  <a:lnTo>
                    <a:pt x="2932425" y="371145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81354" y="0"/>
              <a:ext cx="3662679" cy="904240"/>
            </a:xfrm>
            <a:custGeom>
              <a:avLst/>
              <a:gdLst/>
              <a:ahLst/>
              <a:cxnLst/>
              <a:rect l="l" t="t" r="r" b="b"/>
              <a:pathLst>
                <a:path w="3662679" h="904240">
                  <a:moveTo>
                    <a:pt x="2721748" y="0"/>
                  </a:moveTo>
                  <a:lnTo>
                    <a:pt x="0" y="0"/>
                  </a:lnTo>
                  <a:lnTo>
                    <a:pt x="236" y="85"/>
                  </a:lnTo>
                  <a:lnTo>
                    <a:pt x="31060" y="16021"/>
                  </a:lnTo>
                  <a:lnTo>
                    <a:pt x="87991" y="59170"/>
                  </a:lnTo>
                  <a:lnTo>
                    <a:pt x="139391" y="115293"/>
                  </a:lnTo>
                  <a:lnTo>
                    <a:pt x="163302" y="147449"/>
                  </a:lnTo>
                  <a:lnTo>
                    <a:pt x="186171" y="181921"/>
                  </a:lnTo>
                  <a:lnTo>
                    <a:pt x="208113" y="218402"/>
                  </a:lnTo>
                  <a:lnTo>
                    <a:pt x="229240" y="256582"/>
                  </a:lnTo>
                  <a:lnTo>
                    <a:pt x="249668" y="296152"/>
                  </a:lnTo>
                  <a:lnTo>
                    <a:pt x="269508" y="336803"/>
                  </a:lnTo>
                  <a:lnTo>
                    <a:pt x="288876" y="378226"/>
                  </a:lnTo>
                  <a:lnTo>
                    <a:pt x="307885" y="420113"/>
                  </a:lnTo>
                  <a:lnTo>
                    <a:pt x="345280" y="504042"/>
                  </a:lnTo>
                  <a:lnTo>
                    <a:pt x="363893" y="545465"/>
                  </a:lnTo>
                  <a:lnTo>
                    <a:pt x="382602" y="586116"/>
                  </a:lnTo>
                  <a:lnTo>
                    <a:pt x="401521" y="625686"/>
                  </a:lnTo>
                  <a:lnTo>
                    <a:pt x="420763" y="663866"/>
                  </a:lnTo>
                  <a:lnTo>
                    <a:pt x="440441" y="700347"/>
                  </a:lnTo>
                  <a:lnTo>
                    <a:pt x="460671" y="734819"/>
                  </a:lnTo>
                  <a:lnTo>
                    <a:pt x="481564" y="766975"/>
                  </a:lnTo>
                  <a:lnTo>
                    <a:pt x="525799" y="823098"/>
                  </a:lnTo>
                  <a:lnTo>
                    <a:pt x="574055" y="866247"/>
                  </a:lnTo>
                  <a:lnTo>
                    <a:pt x="627243" y="893948"/>
                  </a:lnTo>
                  <a:lnTo>
                    <a:pt x="686273" y="903732"/>
                  </a:lnTo>
                  <a:lnTo>
                    <a:pt x="692986" y="903612"/>
                  </a:lnTo>
                  <a:lnTo>
                    <a:pt x="752073" y="893703"/>
                  </a:lnTo>
                  <a:lnTo>
                    <a:pt x="820155" y="862652"/>
                  </a:lnTo>
                  <a:lnTo>
                    <a:pt x="878121" y="814938"/>
                  </a:lnTo>
                  <a:lnTo>
                    <a:pt x="903969" y="785986"/>
                  </a:lnTo>
                  <a:lnTo>
                    <a:pt x="928081" y="754252"/>
                  </a:lnTo>
                  <a:lnTo>
                    <a:pt x="950718" y="720198"/>
                  </a:lnTo>
                  <a:lnTo>
                    <a:pt x="972146" y="684284"/>
                  </a:lnTo>
                  <a:lnTo>
                    <a:pt x="992628" y="646973"/>
                  </a:lnTo>
                  <a:lnTo>
                    <a:pt x="1012429" y="608726"/>
                  </a:lnTo>
                  <a:lnTo>
                    <a:pt x="1031811" y="570003"/>
                  </a:lnTo>
                  <a:lnTo>
                    <a:pt x="1051040" y="531267"/>
                  </a:lnTo>
                  <a:lnTo>
                    <a:pt x="1070378" y="492979"/>
                  </a:lnTo>
                  <a:lnTo>
                    <a:pt x="1090091" y="455599"/>
                  </a:lnTo>
                  <a:lnTo>
                    <a:pt x="1110441" y="419590"/>
                  </a:lnTo>
                  <a:lnTo>
                    <a:pt x="1131694" y="385413"/>
                  </a:lnTo>
                  <a:lnTo>
                    <a:pt x="1154112" y="353529"/>
                  </a:lnTo>
                  <a:lnTo>
                    <a:pt x="1203501" y="298485"/>
                  </a:lnTo>
                  <a:lnTo>
                    <a:pt x="1260720" y="258150"/>
                  </a:lnTo>
                  <a:lnTo>
                    <a:pt x="1327881" y="236214"/>
                  </a:lnTo>
                  <a:lnTo>
                    <a:pt x="1365850" y="233299"/>
                  </a:lnTo>
                  <a:lnTo>
                    <a:pt x="2437112" y="233299"/>
                  </a:lnTo>
                  <a:lnTo>
                    <a:pt x="2444881" y="227900"/>
                  </a:lnTo>
                  <a:lnTo>
                    <a:pt x="2480034" y="201521"/>
                  </a:lnTo>
                  <a:lnTo>
                    <a:pt x="2514087" y="174379"/>
                  </a:lnTo>
                  <a:lnTo>
                    <a:pt x="2547217" y="146780"/>
                  </a:lnTo>
                  <a:lnTo>
                    <a:pt x="2579602" y="119030"/>
                  </a:lnTo>
                  <a:lnTo>
                    <a:pt x="2642852" y="64289"/>
                  </a:lnTo>
                  <a:lnTo>
                    <a:pt x="2674073" y="37910"/>
                  </a:lnTo>
                  <a:lnTo>
                    <a:pt x="2705262" y="12596"/>
                  </a:lnTo>
                  <a:lnTo>
                    <a:pt x="2721748" y="0"/>
                  </a:lnTo>
                  <a:close/>
                </a:path>
                <a:path w="3662679" h="904240">
                  <a:moveTo>
                    <a:pt x="2437112" y="233299"/>
                  </a:moveTo>
                  <a:lnTo>
                    <a:pt x="1365850" y="233299"/>
                  </a:lnTo>
                  <a:lnTo>
                    <a:pt x="1399493" y="235366"/>
                  </a:lnTo>
                  <a:lnTo>
                    <a:pt x="1435541" y="241744"/>
                  </a:lnTo>
                  <a:lnTo>
                    <a:pt x="1474113" y="252694"/>
                  </a:lnTo>
                  <a:lnTo>
                    <a:pt x="1515329" y="268477"/>
                  </a:lnTo>
                  <a:lnTo>
                    <a:pt x="1571357" y="291552"/>
                  </a:lnTo>
                  <a:lnTo>
                    <a:pt x="1625408" y="311771"/>
                  </a:lnTo>
                  <a:lnTo>
                    <a:pt x="1677541" y="329235"/>
                  </a:lnTo>
                  <a:lnTo>
                    <a:pt x="1727813" y="344044"/>
                  </a:lnTo>
                  <a:lnTo>
                    <a:pt x="1776282" y="356298"/>
                  </a:lnTo>
                  <a:lnTo>
                    <a:pt x="1823006" y="366099"/>
                  </a:lnTo>
                  <a:lnTo>
                    <a:pt x="1868043" y="373547"/>
                  </a:lnTo>
                  <a:lnTo>
                    <a:pt x="1911451" y="378742"/>
                  </a:lnTo>
                  <a:lnTo>
                    <a:pt x="1953287" y="381785"/>
                  </a:lnTo>
                  <a:lnTo>
                    <a:pt x="1993611" y="382777"/>
                  </a:lnTo>
                  <a:lnTo>
                    <a:pt x="2049571" y="380772"/>
                  </a:lnTo>
                  <a:lnTo>
                    <a:pt x="2102648" y="374957"/>
                  </a:lnTo>
                  <a:lnTo>
                    <a:pt x="2153021" y="365639"/>
                  </a:lnTo>
                  <a:lnTo>
                    <a:pt x="2200868" y="353122"/>
                  </a:lnTo>
                  <a:lnTo>
                    <a:pt x="2246368" y="337711"/>
                  </a:lnTo>
                  <a:lnTo>
                    <a:pt x="2289697" y="319710"/>
                  </a:lnTo>
                  <a:lnTo>
                    <a:pt x="2331035" y="299423"/>
                  </a:lnTo>
                  <a:lnTo>
                    <a:pt x="2370560" y="277156"/>
                  </a:lnTo>
                  <a:lnTo>
                    <a:pt x="2408449" y="253214"/>
                  </a:lnTo>
                  <a:lnTo>
                    <a:pt x="2437112" y="233299"/>
                  </a:lnTo>
                  <a:close/>
                </a:path>
                <a:path w="3662679" h="904240">
                  <a:moveTo>
                    <a:pt x="3662645" y="0"/>
                  </a:moveTo>
                  <a:lnTo>
                    <a:pt x="3349860" y="0"/>
                  </a:lnTo>
                  <a:lnTo>
                    <a:pt x="3359705" y="7708"/>
                  </a:lnTo>
                  <a:lnTo>
                    <a:pt x="3382599" y="27560"/>
                  </a:lnTo>
                  <a:lnTo>
                    <a:pt x="3425804" y="69729"/>
                  </a:lnTo>
                  <a:lnTo>
                    <a:pt x="3467326" y="114422"/>
                  </a:lnTo>
                  <a:lnTo>
                    <a:pt x="3509276" y="160718"/>
                  </a:lnTo>
                  <a:lnTo>
                    <a:pt x="3531072" y="184180"/>
                  </a:lnTo>
                  <a:lnTo>
                    <a:pt x="3577625" y="231159"/>
                  </a:lnTo>
                  <a:lnTo>
                    <a:pt x="3629887" y="277443"/>
                  </a:lnTo>
                  <a:lnTo>
                    <a:pt x="3662645" y="302750"/>
                  </a:lnTo>
                  <a:lnTo>
                    <a:pt x="3662645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0" y="4372002"/>
            <a:ext cx="4145279" cy="771525"/>
          </a:xfrm>
          <a:custGeom>
            <a:avLst/>
            <a:gdLst/>
            <a:ahLst/>
            <a:cxnLst/>
            <a:rect l="l" t="t" r="r" b="b"/>
            <a:pathLst>
              <a:path w="4145279" h="771525">
                <a:moveTo>
                  <a:pt x="0" y="0"/>
                </a:moveTo>
                <a:lnTo>
                  <a:pt x="0" y="771496"/>
                </a:lnTo>
                <a:lnTo>
                  <a:pt x="4144970" y="771495"/>
                </a:lnTo>
                <a:lnTo>
                  <a:pt x="4132597" y="737886"/>
                </a:lnTo>
                <a:lnTo>
                  <a:pt x="4119579" y="698641"/>
                </a:lnTo>
                <a:lnTo>
                  <a:pt x="4117996" y="693490"/>
                </a:lnTo>
                <a:lnTo>
                  <a:pt x="2563093" y="693490"/>
                </a:lnTo>
                <a:lnTo>
                  <a:pt x="2529828" y="691442"/>
                </a:lnTo>
                <a:lnTo>
                  <a:pt x="2495677" y="684952"/>
                </a:lnTo>
                <a:lnTo>
                  <a:pt x="2457868" y="672730"/>
                </a:lnTo>
                <a:lnTo>
                  <a:pt x="2418857" y="654734"/>
                </a:lnTo>
                <a:lnTo>
                  <a:pt x="2396447" y="641334"/>
                </a:lnTo>
                <a:lnTo>
                  <a:pt x="671090" y="641334"/>
                </a:lnTo>
                <a:lnTo>
                  <a:pt x="598483" y="636480"/>
                </a:lnTo>
                <a:lnTo>
                  <a:pt x="547100" y="624929"/>
                </a:lnTo>
                <a:lnTo>
                  <a:pt x="503262" y="609534"/>
                </a:lnTo>
                <a:lnTo>
                  <a:pt x="463274" y="592042"/>
                </a:lnTo>
                <a:lnTo>
                  <a:pt x="426496" y="573589"/>
                </a:lnTo>
                <a:lnTo>
                  <a:pt x="392717" y="554213"/>
                </a:lnTo>
                <a:lnTo>
                  <a:pt x="333312" y="512848"/>
                </a:lnTo>
                <a:lnTo>
                  <a:pt x="283368" y="468258"/>
                </a:lnTo>
                <a:lnTo>
                  <a:pt x="241194" y="420749"/>
                </a:lnTo>
                <a:lnTo>
                  <a:pt x="205098" y="370633"/>
                </a:lnTo>
                <a:lnTo>
                  <a:pt x="173391" y="318217"/>
                </a:lnTo>
                <a:lnTo>
                  <a:pt x="144381" y="263811"/>
                </a:lnTo>
                <a:lnTo>
                  <a:pt x="102224" y="179146"/>
                </a:lnTo>
                <a:lnTo>
                  <a:pt x="87636" y="150162"/>
                </a:lnTo>
                <a:lnTo>
                  <a:pt x="56625" y="91741"/>
                </a:lnTo>
                <a:lnTo>
                  <a:pt x="21495" y="32464"/>
                </a:lnTo>
                <a:lnTo>
                  <a:pt x="1877" y="2639"/>
                </a:lnTo>
                <a:lnTo>
                  <a:pt x="0" y="0"/>
                </a:lnTo>
                <a:close/>
              </a:path>
              <a:path w="4145279" h="771525">
                <a:moveTo>
                  <a:pt x="3563366" y="59865"/>
                </a:moveTo>
                <a:lnTo>
                  <a:pt x="3517818" y="62610"/>
                </a:lnTo>
                <a:lnTo>
                  <a:pt x="3473893" y="69200"/>
                </a:lnTo>
                <a:lnTo>
                  <a:pt x="3431507" y="79359"/>
                </a:lnTo>
                <a:lnTo>
                  <a:pt x="3390577" y="92811"/>
                </a:lnTo>
                <a:lnTo>
                  <a:pt x="3351018" y="109279"/>
                </a:lnTo>
                <a:lnTo>
                  <a:pt x="3312747" y="128488"/>
                </a:lnTo>
                <a:lnTo>
                  <a:pt x="3275680" y="150162"/>
                </a:lnTo>
                <a:lnTo>
                  <a:pt x="3239734" y="174023"/>
                </a:lnTo>
                <a:lnTo>
                  <a:pt x="3204825" y="199796"/>
                </a:lnTo>
                <a:lnTo>
                  <a:pt x="3170869" y="227205"/>
                </a:lnTo>
                <a:lnTo>
                  <a:pt x="3137783" y="255973"/>
                </a:lnTo>
                <a:lnTo>
                  <a:pt x="3105482" y="285825"/>
                </a:lnTo>
                <a:lnTo>
                  <a:pt x="3073884" y="316483"/>
                </a:lnTo>
                <a:lnTo>
                  <a:pt x="3042905" y="347672"/>
                </a:lnTo>
                <a:lnTo>
                  <a:pt x="3012461" y="379116"/>
                </a:lnTo>
                <a:lnTo>
                  <a:pt x="2923500" y="472212"/>
                </a:lnTo>
                <a:lnTo>
                  <a:pt x="2894359" y="501911"/>
                </a:lnTo>
                <a:lnTo>
                  <a:pt x="2865334" y="530485"/>
                </a:lnTo>
                <a:lnTo>
                  <a:pt x="2836343" y="557655"/>
                </a:lnTo>
                <a:lnTo>
                  <a:pt x="2807300" y="583146"/>
                </a:lnTo>
                <a:lnTo>
                  <a:pt x="2748728" y="627988"/>
                </a:lnTo>
                <a:lnTo>
                  <a:pt x="2688949" y="662798"/>
                </a:lnTo>
                <a:lnTo>
                  <a:pt x="2627294" y="685369"/>
                </a:lnTo>
                <a:lnTo>
                  <a:pt x="2563093" y="693490"/>
                </a:lnTo>
                <a:lnTo>
                  <a:pt x="4117996" y="693490"/>
                </a:lnTo>
                <a:lnTo>
                  <a:pt x="4107114" y="658083"/>
                </a:lnTo>
                <a:lnTo>
                  <a:pt x="4094905" y="616469"/>
                </a:lnTo>
                <a:lnTo>
                  <a:pt x="4082729" y="574298"/>
                </a:lnTo>
                <a:lnTo>
                  <a:pt x="4070254" y="531706"/>
                </a:lnTo>
                <a:lnTo>
                  <a:pt x="4057221" y="489072"/>
                </a:lnTo>
                <a:lnTo>
                  <a:pt x="4043352" y="446713"/>
                </a:lnTo>
                <a:lnTo>
                  <a:pt x="4028370" y="404946"/>
                </a:lnTo>
                <a:lnTo>
                  <a:pt x="4011997" y="364091"/>
                </a:lnTo>
                <a:lnTo>
                  <a:pt x="3993955" y="324463"/>
                </a:lnTo>
                <a:lnTo>
                  <a:pt x="3973967" y="286381"/>
                </a:lnTo>
                <a:lnTo>
                  <a:pt x="3951755" y="250163"/>
                </a:lnTo>
                <a:lnTo>
                  <a:pt x="3927041" y="216126"/>
                </a:lnTo>
                <a:lnTo>
                  <a:pt x="3899549" y="184588"/>
                </a:lnTo>
                <a:lnTo>
                  <a:pt x="3869000" y="155866"/>
                </a:lnTo>
                <a:lnTo>
                  <a:pt x="3835117" y="130279"/>
                </a:lnTo>
                <a:lnTo>
                  <a:pt x="3797622" y="108143"/>
                </a:lnTo>
                <a:lnTo>
                  <a:pt x="3756237" y="89778"/>
                </a:lnTo>
                <a:lnTo>
                  <a:pt x="3710686" y="75499"/>
                </a:lnTo>
                <a:lnTo>
                  <a:pt x="3641502" y="63206"/>
                </a:lnTo>
                <a:lnTo>
                  <a:pt x="3603601" y="60365"/>
                </a:lnTo>
                <a:lnTo>
                  <a:pt x="3563366" y="59865"/>
                </a:lnTo>
                <a:close/>
              </a:path>
              <a:path w="4145279" h="771525">
                <a:moveTo>
                  <a:pt x="1637534" y="306679"/>
                </a:moveTo>
                <a:lnTo>
                  <a:pt x="1590110" y="308720"/>
                </a:lnTo>
                <a:lnTo>
                  <a:pt x="1543909" y="313578"/>
                </a:lnTo>
                <a:lnTo>
                  <a:pt x="1498866" y="321011"/>
                </a:lnTo>
                <a:lnTo>
                  <a:pt x="1454917" y="330773"/>
                </a:lnTo>
                <a:lnTo>
                  <a:pt x="1411998" y="342620"/>
                </a:lnTo>
                <a:lnTo>
                  <a:pt x="1370044" y="356308"/>
                </a:lnTo>
                <a:lnTo>
                  <a:pt x="1328993" y="371593"/>
                </a:lnTo>
                <a:lnTo>
                  <a:pt x="1288779" y="388231"/>
                </a:lnTo>
                <a:lnTo>
                  <a:pt x="1249338" y="405977"/>
                </a:lnTo>
                <a:lnTo>
                  <a:pt x="1210606" y="424587"/>
                </a:lnTo>
                <a:lnTo>
                  <a:pt x="1172519" y="443816"/>
                </a:lnTo>
                <a:lnTo>
                  <a:pt x="1135013" y="463422"/>
                </a:lnTo>
                <a:lnTo>
                  <a:pt x="1025338" y="522048"/>
                </a:lnTo>
                <a:lnTo>
                  <a:pt x="989513" y="540714"/>
                </a:lnTo>
                <a:lnTo>
                  <a:pt x="953948" y="558533"/>
                </a:lnTo>
                <a:lnTo>
                  <a:pt x="918579" y="575262"/>
                </a:lnTo>
                <a:lnTo>
                  <a:pt x="883342" y="590658"/>
                </a:lnTo>
                <a:lnTo>
                  <a:pt x="813006" y="616469"/>
                </a:lnTo>
                <a:lnTo>
                  <a:pt x="742426" y="634012"/>
                </a:lnTo>
                <a:lnTo>
                  <a:pt x="671090" y="641334"/>
                </a:lnTo>
                <a:lnTo>
                  <a:pt x="2396447" y="641334"/>
                </a:lnTo>
                <a:lnTo>
                  <a:pt x="2378537" y="630624"/>
                </a:lnTo>
                <a:lnTo>
                  <a:pt x="2336800" y="600060"/>
                </a:lnTo>
                <a:lnTo>
                  <a:pt x="2286550" y="561016"/>
                </a:lnTo>
                <a:lnTo>
                  <a:pt x="2237409" y="525199"/>
                </a:lnTo>
                <a:lnTo>
                  <a:pt x="2189350" y="492509"/>
                </a:lnTo>
                <a:lnTo>
                  <a:pt x="2142347" y="462847"/>
                </a:lnTo>
                <a:lnTo>
                  <a:pt x="2096374" y="436112"/>
                </a:lnTo>
                <a:lnTo>
                  <a:pt x="2051407" y="412204"/>
                </a:lnTo>
                <a:lnTo>
                  <a:pt x="2007418" y="391024"/>
                </a:lnTo>
                <a:lnTo>
                  <a:pt x="1964382" y="372472"/>
                </a:lnTo>
                <a:lnTo>
                  <a:pt x="1922274" y="356447"/>
                </a:lnTo>
                <a:lnTo>
                  <a:pt x="1881068" y="342851"/>
                </a:lnTo>
                <a:lnTo>
                  <a:pt x="1840738" y="331582"/>
                </a:lnTo>
                <a:lnTo>
                  <a:pt x="1787782" y="319908"/>
                </a:lnTo>
                <a:lnTo>
                  <a:pt x="1736306" y="312029"/>
                </a:lnTo>
                <a:lnTo>
                  <a:pt x="1686245" y="307701"/>
                </a:lnTo>
                <a:lnTo>
                  <a:pt x="1637534" y="306679"/>
                </a:lnTo>
                <a:close/>
              </a:path>
            </a:pathLst>
          </a:custGeom>
          <a:solidFill>
            <a:srgbClr val="285E8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3264" y="4094988"/>
            <a:ext cx="164592" cy="16306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1475" y="3994403"/>
            <a:ext cx="99060" cy="990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36420" y="3942588"/>
            <a:ext cx="99060" cy="9753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4631" y="3360420"/>
            <a:ext cx="164592" cy="16306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68895" y="964691"/>
            <a:ext cx="164592" cy="16306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17108" y="865632"/>
            <a:ext cx="99059" cy="9753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12052" y="812291"/>
            <a:ext cx="99059" cy="9906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60264" y="230124"/>
            <a:ext cx="164591" cy="163067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78548" y="2047781"/>
            <a:ext cx="74796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4586605" algn="l"/>
              </a:tabLst>
            </a:pPr>
            <a:r>
              <a:rPr sz="6000" spc="-5" dirty="0"/>
              <a:t>Sys</a:t>
            </a:r>
            <a:r>
              <a:rPr sz="6000" spc="10" dirty="0"/>
              <a:t>t</a:t>
            </a:r>
            <a:r>
              <a:rPr sz="6000" dirty="0"/>
              <a:t>em</a:t>
            </a:r>
            <a:r>
              <a:rPr lang="en-US" sz="6000" dirty="0"/>
              <a:t> Model</a:t>
            </a:r>
            <a:endParaRPr sz="6000" dirty="0"/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38075" y="1029044"/>
            <a:ext cx="1156335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b="1" dirty="0">
                <a:solidFill>
                  <a:srgbClr val="80C8DD"/>
                </a:solidFill>
                <a:latin typeface="Arial"/>
                <a:cs typeface="Arial"/>
              </a:rPr>
              <a:t>0</a:t>
            </a:r>
            <a:r>
              <a:rPr lang="en-US" sz="8000" b="1" dirty="0">
                <a:solidFill>
                  <a:srgbClr val="80C8DD"/>
                </a:solidFill>
                <a:latin typeface="Arial"/>
                <a:cs typeface="Arial"/>
              </a:rPr>
              <a:t>4</a:t>
            </a:r>
            <a:endParaRPr sz="80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39255" y="3846214"/>
            <a:ext cx="2905125" cy="1297305"/>
            <a:chOff x="6239255" y="3846214"/>
            <a:chExt cx="2905125" cy="1297305"/>
          </a:xfrm>
        </p:grpSpPr>
        <p:sp>
          <p:nvSpPr>
            <p:cNvPr id="3" name="object 3"/>
            <p:cNvSpPr/>
            <p:nvPr/>
          </p:nvSpPr>
          <p:spPr>
            <a:xfrm>
              <a:off x="6636638" y="3846214"/>
              <a:ext cx="2507615" cy="1149985"/>
            </a:xfrm>
            <a:custGeom>
              <a:avLst/>
              <a:gdLst/>
              <a:ahLst/>
              <a:cxnLst/>
              <a:rect l="l" t="t" r="r" b="b"/>
              <a:pathLst>
                <a:path w="2507615" h="1149985">
                  <a:moveTo>
                    <a:pt x="1128649" y="412120"/>
                  </a:moveTo>
                  <a:lnTo>
                    <a:pt x="1089126" y="413814"/>
                  </a:lnTo>
                  <a:lnTo>
                    <a:pt x="1017314" y="425081"/>
                  </a:lnTo>
                  <a:lnTo>
                    <a:pt x="962919" y="440325"/>
                  </a:lnTo>
                  <a:lnTo>
                    <a:pt x="912369" y="460301"/>
                  </a:lnTo>
                  <a:lnTo>
                    <a:pt x="865405" y="484435"/>
                  </a:lnTo>
                  <a:lnTo>
                    <a:pt x="821766" y="512153"/>
                  </a:lnTo>
                  <a:lnTo>
                    <a:pt x="781191" y="542881"/>
                  </a:lnTo>
                  <a:lnTo>
                    <a:pt x="743419" y="576044"/>
                  </a:lnTo>
                  <a:lnTo>
                    <a:pt x="708190" y="611068"/>
                  </a:lnTo>
                  <a:lnTo>
                    <a:pt x="675243" y="647380"/>
                  </a:lnTo>
                  <a:lnTo>
                    <a:pt x="644317" y="684405"/>
                  </a:lnTo>
                  <a:lnTo>
                    <a:pt x="615152" y="721568"/>
                  </a:lnTo>
                  <a:lnTo>
                    <a:pt x="587487" y="758296"/>
                  </a:lnTo>
                  <a:lnTo>
                    <a:pt x="561062" y="794015"/>
                  </a:lnTo>
                  <a:lnTo>
                    <a:pt x="535615" y="828149"/>
                  </a:lnTo>
                  <a:lnTo>
                    <a:pt x="510887" y="860126"/>
                  </a:lnTo>
                  <a:lnTo>
                    <a:pt x="462542" y="915309"/>
                  </a:lnTo>
                  <a:lnTo>
                    <a:pt x="399713" y="967537"/>
                  </a:lnTo>
                  <a:lnTo>
                    <a:pt x="358152" y="995452"/>
                  </a:lnTo>
                  <a:lnTo>
                    <a:pt x="313926" y="1020969"/>
                  </a:lnTo>
                  <a:lnTo>
                    <a:pt x="267244" y="1043946"/>
                  </a:lnTo>
                  <a:lnTo>
                    <a:pt x="218312" y="1064240"/>
                  </a:lnTo>
                  <a:lnTo>
                    <a:pt x="70408" y="1095990"/>
                  </a:lnTo>
                  <a:lnTo>
                    <a:pt x="22875" y="1108308"/>
                  </a:lnTo>
                  <a:lnTo>
                    <a:pt x="0" y="1120730"/>
                  </a:lnTo>
                  <a:lnTo>
                    <a:pt x="7695" y="1132403"/>
                  </a:lnTo>
                  <a:lnTo>
                    <a:pt x="39646" y="1140613"/>
                  </a:lnTo>
                  <a:lnTo>
                    <a:pt x="90635" y="1145859"/>
                  </a:lnTo>
                  <a:lnTo>
                    <a:pt x="155443" y="1148641"/>
                  </a:lnTo>
                  <a:lnTo>
                    <a:pt x="228853" y="1149457"/>
                  </a:lnTo>
                  <a:lnTo>
                    <a:pt x="297655" y="1148929"/>
                  </a:lnTo>
                  <a:lnTo>
                    <a:pt x="428370" y="1145787"/>
                  </a:lnTo>
                  <a:lnTo>
                    <a:pt x="550926" y="1141278"/>
                  </a:lnTo>
                  <a:lnTo>
                    <a:pt x="2156612" y="1099572"/>
                  </a:lnTo>
                  <a:lnTo>
                    <a:pt x="2355875" y="1090708"/>
                  </a:lnTo>
                  <a:lnTo>
                    <a:pt x="2455324" y="1084660"/>
                  </a:lnTo>
                  <a:lnTo>
                    <a:pt x="2507360" y="1080943"/>
                  </a:lnTo>
                  <a:lnTo>
                    <a:pt x="2507360" y="677487"/>
                  </a:lnTo>
                  <a:lnTo>
                    <a:pt x="1820926" y="677487"/>
                  </a:lnTo>
                  <a:lnTo>
                    <a:pt x="1783990" y="675525"/>
                  </a:lnTo>
                  <a:lnTo>
                    <a:pt x="1712501" y="659870"/>
                  </a:lnTo>
                  <a:lnTo>
                    <a:pt x="1654111" y="632247"/>
                  </a:lnTo>
                  <a:lnTo>
                    <a:pt x="1551069" y="565728"/>
                  </a:lnTo>
                  <a:lnTo>
                    <a:pt x="1508447" y="539214"/>
                  </a:lnTo>
                  <a:lnTo>
                    <a:pt x="1462246" y="512466"/>
                  </a:lnTo>
                  <a:lnTo>
                    <a:pt x="1412801" y="486646"/>
                  </a:lnTo>
                  <a:lnTo>
                    <a:pt x="1360447" y="462915"/>
                  </a:lnTo>
                  <a:lnTo>
                    <a:pt x="1305520" y="442435"/>
                  </a:lnTo>
                  <a:lnTo>
                    <a:pt x="1248354" y="426368"/>
                  </a:lnTo>
                  <a:lnTo>
                    <a:pt x="1189285" y="415876"/>
                  </a:lnTo>
                  <a:lnTo>
                    <a:pt x="1128649" y="412120"/>
                  </a:lnTo>
                  <a:close/>
                </a:path>
                <a:path w="2507615" h="1149985">
                  <a:moveTo>
                    <a:pt x="2507360" y="0"/>
                  </a:moveTo>
                  <a:lnTo>
                    <a:pt x="2463919" y="17840"/>
                  </a:lnTo>
                  <a:lnTo>
                    <a:pt x="2419224" y="39936"/>
                  </a:lnTo>
                  <a:lnTo>
                    <a:pt x="2377089" y="64685"/>
                  </a:lnTo>
                  <a:lnTo>
                    <a:pt x="2337733" y="91962"/>
                  </a:lnTo>
                  <a:lnTo>
                    <a:pt x="2301378" y="121641"/>
                  </a:lnTo>
                  <a:lnTo>
                    <a:pt x="2268243" y="153594"/>
                  </a:lnTo>
                  <a:lnTo>
                    <a:pt x="2238549" y="187696"/>
                  </a:lnTo>
                  <a:lnTo>
                    <a:pt x="2212518" y="223821"/>
                  </a:lnTo>
                  <a:lnTo>
                    <a:pt x="2190368" y="261841"/>
                  </a:lnTo>
                  <a:lnTo>
                    <a:pt x="2171737" y="303823"/>
                  </a:lnTo>
                  <a:lnTo>
                    <a:pt x="2155693" y="347338"/>
                  </a:lnTo>
                  <a:lnTo>
                    <a:pt x="2140863" y="391546"/>
                  </a:lnTo>
                  <a:lnTo>
                    <a:pt x="2125871" y="435608"/>
                  </a:lnTo>
                  <a:lnTo>
                    <a:pt x="2109343" y="478683"/>
                  </a:lnTo>
                  <a:lnTo>
                    <a:pt x="2089903" y="519931"/>
                  </a:lnTo>
                  <a:lnTo>
                    <a:pt x="2066179" y="558512"/>
                  </a:lnTo>
                  <a:lnTo>
                    <a:pt x="2036794" y="593586"/>
                  </a:lnTo>
                  <a:lnTo>
                    <a:pt x="2000374" y="624312"/>
                  </a:lnTo>
                  <a:lnTo>
                    <a:pt x="1955545" y="649852"/>
                  </a:lnTo>
                  <a:lnTo>
                    <a:pt x="1889998" y="670585"/>
                  </a:lnTo>
                  <a:lnTo>
                    <a:pt x="1820926" y="677487"/>
                  </a:lnTo>
                  <a:lnTo>
                    <a:pt x="2507360" y="677487"/>
                  </a:lnTo>
                  <a:lnTo>
                    <a:pt x="2507360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38908" y="4590410"/>
              <a:ext cx="2805430" cy="553085"/>
            </a:xfrm>
            <a:custGeom>
              <a:avLst/>
              <a:gdLst/>
              <a:ahLst/>
              <a:cxnLst/>
              <a:rect l="l" t="t" r="r" b="b"/>
              <a:pathLst>
                <a:path w="2805429" h="553085">
                  <a:moveTo>
                    <a:pt x="1113197" y="162742"/>
                  </a:moveTo>
                  <a:lnTo>
                    <a:pt x="1059053" y="163460"/>
                  </a:lnTo>
                  <a:lnTo>
                    <a:pt x="1003231" y="165718"/>
                  </a:lnTo>
                  <a:lnTo>
                    <a:pt x="945622" y="169670"/>
                  </a:lnTo>
                  <a:lnTo>
                    <a:pt x="886121" y="175467"/>
                  </a:lnTo>
                  <a:lnTo>
                    <a:pt x="816912" y="184465"/>
                  </a:lnTo>
                  <a:lnTo>
                    <a:pt x="749150" y="195609"/>
                  </a:lnTo>
                  <a:lnTo>
                    <a:pt x="683044" y="208682"/>
                  </a:lnTo>
                  <a:lnTo>
                    <a:pt x="618802" y="223467"/>
                  </a:lnTo>
                  <a:lnTo>
                    <a:pt x="556632" y="239746"/>
                  </a:lnTo>
                  <a:lnTo>
                    <a:pt x="496742" y="257303"/>
                  </a:lnTo>
                  <a:lnTo>
                    <a:pt x="439342" y="275920"/>
                  </a:lnTo>
                  <a:lnTo>
                    <a:pt x="384638" y="295380"/>
                  </a:lnTo>
                  <a:lnTo>
                    <a:pt x="332840" y="315465"/>
                  </a:lnTo>
                  <a:lnTo>
                    <a:pt x="284156" y="335960"/>
                  </a:lnTo>
                  <a:lnTo>
                    <a:pt x="238794" y="356646"/>
                  </a:lnTo>
                  <a:lnTo>
                    <a:pt x="196963" y="377306"/>
                  </a:lnTo>
                  <a:lnTo>
                    <a:pt x="158870" y="397723"/>
                  </a:lnTo>
                  <a:lnTo>
                    <a:pt x="124724" y="417680"/>
                  </a:lnTo>
                  <a:lnTo>
                    <a:pt x="69106" y="455345"/>
                  </a:lnTo>
                  <a:lnTo>
                    <a:pt x="31775" y="488564"/>
                  </a:lnTo>
                  <a:lnTo>
                    <a:pt x="3759" y="540674"/>
                  </a:lnTo>
                  <a:lnTo>
                    <a:pt x="0" y="553089"/>
                  </a:lnTo>
                  <a:lnTo>
                    <a:pt x="2753727" y="553089"/>
                  </a:lnTo>
                  <a:lnTo>
                    <a:pt x="2753584" y="551423"/>
                  </a:lnTo>
                  <a:lnTo>
                    <a:pt x="2750000" y="501074"/>
                  </a:lnTo>
                  <a:lnTo>
                    <a:pt x="2747393" y="450719"/>
                  </a:lnTo>
                  <a:lnTo>
                    <a:pt x="2746006" y="400372"/>
                  </a:lnTo>
                  <a:lnTo>
                    <a:pt x="2746083" y="350051"/>
                  </a:lnTo>
                  <a:lnTo>
                    <a:pt x="2747870" y="299772"/>
                  </a:lnTo>
                  <a:lnTo>
                    <a:pt x="2751609" y="249550"/>
                  </a:lnTo>
                  <a:lnTo>
                    <a:pt x="2753113" y="236846"/>
                  </a:lnTo>
                  <a:lnTo>
                    <a:pt x="1899708" y="236846"/>
                  </a:lnTo>
                  <a:lnTo>
                    <a:pt x="1855718" y="236014"/>
                  </a:lnTo>
                  <a:lnTo>
                    <a:pt x="1811630" y="233662"/>
                  </a:lnTo>
                  <a:lnTo>
                    <a:pt x="1767315" y="230008"/>
                  </a:lnTo>
                  <a:lnTo>
                    <a:pt x="1722648" y="225268"/>
                  </a:lnTo>
                  <a:lnTo>
                    <a:pt x="1677503" y="219659"/>
                  </a:lnTo>
                  <a:lnTo>
                    <a:pt x="1440177" y="186189"/>
                  </a:lnTo>
                  <a:lnTo>
                    <a:pt x="1389508" y="179929"/>
                  </a:lnTo>
                  <a:lnTo>
                    <a:pt x="1337477" y="174321"/>
                  </a:lnTo>
                  <a:lnTo>
                    <a:pt x="1283956" y="169581"/>
                  </a:lnTo>
                  <a:lnTo>
                    <a:pt x="1228820" y="165926"/>
                  </a:lnTo>
                  <a:lnTo>
                    <a:pt x="1171942" y="163574"/>
                  </a:lnTo>
                  <a:lnTo>
                    <a:pt x="1113197" y="162742"/>
                  </a:lnTo>
                  <a:close/>
                </a:path>
                <a:path w="2805429" h="553085">
                  <a:moveTo>
                    <a:pt x="2805091" y="0"/>
                  </a:moveTo>
                  <a:lnTo>
                    <a:pt x="2727916" y="3100"/>
                  </a:lnTo>
                  <a:lnTo>
                    <a:pt x="2656113" y="7824"/>
                  </a:lnTo>
                  <a:lnTo>
                    <a:pt x="2592140" y="13922"/>
                  </a:lnTo>
                  <a:lnTo>
                    <a:pt x="2535406" y="21263"/>
                  </a:lnTo>
                  <a:lnTo>
                    <a:pt x="2485320" y="29719"/>
                  </a:lnTo>
                  <a:lnTo>
                    <a:pt x="2441293" y="39161"/>
                  </a:lnTo>
                  <a:lnTo>
                    <a:pt x="2402734" y="49459"/>
                  </a:lnTo>
                  <a:lnTo>
                    <a:pt x="2339658" y="72111"/>
                  </a:lnTo>
                  <a:lnTo>
                    <a:pt x="2291369" y="96643"/>
                  </a:lnTo>
                  <a:lnTo>
                    <a:pt x="2253144" y="122022"/>
                  </a:lnTo>
                  <a:lnTo>
                    <a:pt x="2220259" y="147217"/>
                  </a:lnTo>
                  <a:lnTo>
                    <a:pt x="2204343" y="159423"/>
                  </a:lnTo>
                  <a:lnTo>
                    <a:pt x="2170613" y="182407"/>
                  </a:lnTo>
                  <a:lnTo>
                    <a:pt x="2130414" y="202627"/>
                  </a:lnTo>
                  <a:lnTo>
                    <a:pt x="2079025" y="219052"/>
                  </a:lnTo>
                  <a:lnTo>
                    <a:pt x="2011722" y="230649"/>
                  </a:lnTo>
                  <a:lnTo>
                    <a:pt x="1955572" y="235367"/>
                  </a:lnTo>
                  <a:lnTo>
                    <a:pt x="1899708" y="236846"/>
                  </a:lnTo>
                  <a:lnTo>
                    <a:pt x="2753113" y="236846"/>
                  </a:lnTo>
                  <a:lnTo>
                    <a:pt x="2765922" y="149345"/>
                  </a:lnTo>
                  <a:lnTo>
                    <a:pt x="2776983" y="99394"/>
                  </a:lnTo>
                  <a:lnTo>
                    <a:pt x="2791012" y="49459"/>
                  </a:lnTo>
                  <a:lnTo>
                    <a:pt x="2805091" y="8701"/>
                  </a:lnTo>
                  <a:lnTo>
                    <a:pt x="2805091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39255" y="4742688"/>
              <a:ext cx="99060" cy="975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8411" y="4483608"/>
              <a:ext cx="163068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496555" y="4118910"/>
              <a:ext cx="1647825" cy="1021715"/>
            </a:xfrm>
            <a:custGeom>
              <a:avLst/>
              <a:gdLst/>
              <a:ahLst/>
              <a:cxnLst/>
              <a:rect l="l" t="t" r="r" b="b"/>
              <a:pathLst>
                <a:path w="1647825" h="1021714">
                  <a:moveTo>
                    <a:pt x="1647444" y="0"/>
                  </a:moveTo>
                  <a:lnTo>
                    <a:pt x="1587257" y="23670"/>
                  </a:lnTo>
                  <a:lnTo>
                    <a:pt x="1544701" y="44301"/>
                  </a:lnTo>
                  <a:lnTo>
                    <a:pt x="1502699" y="67967"/>
                  </a:lnTo>
                  <a:lnTo>
                    <a:pt x="1462151" y="94147"/>
                  </a:lnTo>
                  <a:lnTo>
                    <a:pt x="1424078" y="123517"/>
                  </a:lnTo>
                  <a:lnTo>
                    <a:pt x="1389507" y="156747"/>
                  </a:lnTo>
                  <a:lnTo>
                    <a:pt x="1358705" y="195143"/>
                  </a:lnTo>
                  <a:lnTo>
                    <a:pt x="1332566" y="236605"/>
                  </a:lnTo>
                  <a:lnTo>
                    <a:pt x="1310233" y="280496"/>
                  </a:lnTo>
                  <a:lnTo>
                    <a:pt x="1290848" y="326183"/>
                  </a:lnTo>
                  <a:lnTo>
                    <a:pt x="1273553" y="373030"/>
                  </a:lnTo>
                  <a:lnTo>
                    <a:pt x="1257492" y="420404"/>
                  </a:lnTo>
                  <a:lnTo>
                    <a:pt x="1241805" y="467669"/>
                  </a:lnTo>
                  <a:lnTo>
                    <a:pt x="1225294" y="514790"/>
                  </a:lnTo>
                  <a:lnTo>
                    <a:pt x="1206796" y="561536"/>
                  </a:lnTo>
                  <a:lnTo>
                    <a:pt x="1185679" y="606998"/>
                  </a:lnTo>
                  <a:lnTo>
                    <a:pt x="1161309" y="650263"/>
                  </a:lnTo>
                  <a:lnTo>
                    <a:pt x="1133054" y="690422"/>
                  </a:lnTo>
                  <a:lnTo>
                    <a:pt x="1100280" y="726562"/>
                  </a:lnTo>
                  <a:lnTo>
                    <a:pt x="1062354" y="757775"/>
                  </a:lnTo>
                  <a:lnTo>
                    <a:pt x="1021102" y="781923"/>
                  </a:lnTo>
                  <a:lnTo>
                    <a:pt x="977205" y="800108"/>
                  </a:lnTo>
                  <a:lnTo>
                    <a:pt x="931249" y="813412"/>
                  </a:lnTo>
                  <a:lnTo>
                    <a:pt x="883826" y="822920"/>
                  </a:lnTo>
                  <a:lnTo>
                    <a:pt x="835523" y="829714"/>
                  </a:lnTo>
                  <a:lnTo>
                    <a:pt x="688322" y="844613"/>
                  </a:lnTo>
                  <a:lnTo>
                    <a:pt x="638135" y="850528"/>
                  </a:lnTo>
                  <a:lnTo>
                    <a:pt x="588077" y="857243"/>
                  </a:lnTo>
                  <a:lnTo>
                    <a:pt x="538155" y="864753"/>
                  </a:lnTo>
                  <a:lnTo>
                    <a:pt x="488376" y="873056"/>
                  </a:lnTo>
                  <a:lnTo>
                    <a:pt x="438747" y="882150"/>
                  </a:lnTo>
                  <a:lnTo>
                    <a:pt x="389275" y="892030"/>
                  </a:lnTo>
                  <a:lnTo>
                    <a:pt x="339968" y="902695"/>
                  </a:lnTo>
                  <a:lnTo>
                    <a:pt x="290832" y="914141"/>
                  </a:lnTo>
                  <a:lnTo>
                    <a:pt x="241873" y="926365"/>
                  </a:lnTo>
                  <a:lnTo>
                    <a:pt x="193100" y="939365"/>
                  </a:lnTo>
                  <a:lnTo>
                    <a:pt x="144519" y="953137"/>
                  </a:lnTo>
                  <a:lnTo>
                    <a:pt x="96138" y="967678"/>
                  </a:lnTo>
                  <a:lnTo>
                    <a:pt x="47962" y="982986"/>
                  </a:lnTo>
                  <a:lnTo>
                    <a:pt x="0" y="999058"/>
                  </a:lnTo>
                  <a:lnTo>
                    <a:pt x="200753" y="1007595"/>
                  </a:lnTo>
                  <a:lnTo>
                    <a:pt x="552237" y="1017374"/>
                  </a:lnTo>
                  <a:lnTo>
                    <a:pt x="1004316" y="1021540"/>
                  </a:lnTo>
                  <a:lnTo>
                    <a:pt x="1647444" y="1014652"/>
                  </a:lnTo>
                  <a:lnTo>
                    <a:pt x="1647444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30539" y="4087368"/>
              <a:ext cx="97535" cy="99059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0" y="0"/>
            <a:ext cx="2901950" cy="1247775"/>
            <a:chOff x="0" y="0"/>
            <a:chExt cx="2901950" cy="1247775"/>
          </a:xfrm>
        </p:grpSpPr>
        <p:sp>
          <p:nvSpPr>
            <p:cNvPr id="10" name="object 10"/>
            <p:cNvSpPr/>
            <p:nvPr/>
          </p:nvSpPr>
          <p:spPr>
            <a:xfrm>
              <a:off x="0" y="82296"/>
              <a:ext cx="2552065" cy="1165225"/>
            </a:xfrm>
            <a:custGeom>
              <a:avLst/>
              <a:gdLst/>
              <a:ahLst/>
              <a:cxnLst/>
              <a:rect l="l" t="t" r="r" b="b"/>
              <a:pathLst>
                <a:path w="2552065" h="1165225">
                  <a:moveTo>
                    <a:pt x="2322829" y="0"/>
                  </a:moveTo>
                  <a:lnTo>
                    <a:pt x="2254091" y="531"/>
                  </a:lnTo>
                  <a:lnTo>
                    <a:pt x="2186389" y="1881"/>
                  </a:lnTo>
                  <a:lnTo>
                    <a:pt x="2026972" y="7173"/>
                  </a:lnTo>
                  <a:lnTo>
                    <a:pt x="246700" y="56194"/>
                  </a:lnTo>
                  <a:lnTo>
                    <a:pt x="97565" y="64835"/>
                  </a:lnTo>
                  <a:lnTo>
                    <a:pt x="0" y="72146"/>
                  </a:lnTo>
                  <a:lnTo>
                    <a:pt x="0" y="1164952"/>
                  </a:lnTo>
                  <a:lnTo>
                    <a:pt x="41988" y="1150924"/>
                  </a:lnTo>
                  <a:lnTo>
                    <a:pt x="88993" y="1131605"/>
                  </a:lnTo>
                  <a:lnTo>
                    <a:pt x="133659" y="1109507"/>
                  </a:lnTo>
                  <a:lnTo>
                    <a:pt x="175768" y="1084754"/>
                  </a:lnTo>
                  <a:lnTo>
                    <a:pt x="215098" y="1057475"/>
                  </a:lnTo>
                  <a:lnTo>
                    <a:pt x="251431" y="1027795"/>
                  </a:lnTo>
                  <a:lnTo>
                    <a:pt x="284545" y="995841"/>
                  </a:lnTo>
                  <a:lnTo>
                    <a:pt x="314222" y="961740"/>
                  </a:lnTo>
                  <a:lnTo>
                    <a:pt x="340240" y="925618"/>
                  </a:lnTo>
                  <a:lnTo>
                    <a:pt x="362381" y="887602"/>
                  </a:lnTo>
                  <a:lnTo>
                    <a:pt x="380999" y="845634"/>
                  </a:lnTo>
                  <a:lnTo>
                    <a:pt x="397030" y="802129"/>
                  </a:lnTo>
                  <a:lnTo>
                    <a:pt x="411850" y="757928"/>
                  </a:lnTo>
                  <a:lnTo>
                    <a:pt x="426831" y="713871"/>
                  </a:lnTo>
                  <a:lnTo>
                    <a:pt x="443347" y="670798"/>
                  </a:lnTo>
                  <a:lnTo>
                    <a:pt x="462771" y="629550"/>
                  </a:lnTo>
                  <a:lnTo>
                    <a:pt x="486478" y="590967"/>
                  </a:lnTo>
                  <a:lnTo>
                    <a:pt x="515840" y="555891"/>
                  </a:lnTo>
                  <a:lnTo>
                    <a:pt x="552232" y="525161"/>
                  </a:lnTo>
                  <a:lnTo>
                    <a:pt x="597026" y="499617"/>
                  </a:lnTo>
                  <a:lnTo>
                    <a:pt x="662568" y="478869"/>
                  </a:lnTo>
                  <a:lnTo>
                    <a:pt x="731557" y="471931"/>
                  </a:lnTo>
                  <a:lnTo>
                    <a:pt x="1901791" y="471931"/>
                  </a:lnTo>
                  <a:lnTo>
                    <a:pt x="1907546" y="465035"/>
                  </a:lnTo>
                  <a:lnTo>
                    <a:pt x="1936686" y="427870"/>
                  </a:lnTo>
                  <a:lnTo>
                    <a:pt x="1964327" y="391141"/>
                  </a:lnTo>
                  <a:lnTo>
                    <a:pt x="1990729" y="355422"/>
                  </a:lnTo>
                  <a:lnTo>
                    <a:pt x="2016153" y="321288"/>
                  </a:lnTo>
                  <a:lnTo>
                    <a:pt x="2040860" y="289314"/>
                  </a:lnTo>
                  <a:lnTo>
                    <a:pt x="2089162" y="234140"/>
                  </a:lnTo>
                  <a:lnTo>
                    <a:pt x="2152018" y="181923"/>
                  </a:lnTo>
                  <a:lnTo>
                    <a:pt x="2193586" y="154007"/>
                  </a:lnTo>
                  <a:lnTo>
                    <a:pt x="2237793" y="128486"/>
                  </a:lnTo>
                  <a:lnTo>
                    <a:pt x="2284451" y="105507"/>
                  </a:lnTo>
                  <a:lnTo>
                    <a:pt x="2333370" y="85216"/>
                  </a:lnTo>
                  <a:lnTo>
                    <a:pt x="2481192" y="53459"/>
                  </a:lnTo>
                  <a:lnTo>
                    <a:pt x="2528694" y="41138"/>
                  </a:lnTo>
                  <a:lnTo>
                    <a:pt x="2551556" y="28701"/>
                  </a:lnTo>
                  <a:lnTo>
                    <a:pt x="2543862" y="17036"/>
                  </a:lnTo>
                  <a:lnTo>
                    <a:pt x="2511918" y="8833"/>
                  </a:lnTo>
                  <a:lnTo>
                    <a:pt x="2460948" y="3592"/>
                  </a:lnTo>
                  <a:lnTo>
                    <a:pt x="2396177" y="814"/>
                  </a:lnTo>
                  <a:lnTo>
                    <a:pt x="2322829" y="0"/>
                  </a:lnTo>
                  <a:close/>
                </a:path>
                <a:path w="2552065" h="1165225">
                  <a:moveTo>
                    <a:pt x="1901791" y="471931"/>
                  </a:moveTo>
                  <a:lnTo>
                    <a:pt x="731557" y="471931"/>
                  </a:lnTo>
                  <a:lnTo>
                    <a:pt x="768525" y="473904"/>
                  </a:lnTo>
                  <a:lnTo>
                    <a:pt x="804844" y="479805"/>
                  </a:lnTo>
                  <a:lnTo>
                    <a:pt x="873340" y="503300"/>
                  </a:lnTo>
                  <a:lnTo>
                    <a:pt x="928172" y="536072"/>
                  </a:lnTo>
                  <a:lnTo>
                    <a:pt x="1001312" y="583739"/>
                  </a:lnTo>
                  <a:lnTo>
                    <a:pt x="1043914" y="610251"/>
                  </a:lnTo>
                  <a:lnTo>
                    <a:pt x="1090091" y="637000"/>
                  </a:lnTo>
                  <a:lnTo>
                    <a:pt x="1139510" y="662822"/>
                  </a:lnTo>
                  <a:lnTo>
                    <a:pt x="1191836" y="686557"/>
                  </a:lnTo>
                  <a:lnTo>
                    <a:pt x="1246737" y="707040"/>
                  </a:lnTo>
                  <a:lnTo>
                    <a:pt x="1303877" y="723110"/>
                  </a:lnTo>
                  <a:lnTo>
                    <a:pt x="1362924" y="733605"/>
                  </a:lnTo>
                  <a:lnTo>
                    <a:pt x="1423542" y="737362"/>
                  </a:lnTo>
                  <a:lnTo>
                    <a:pt x="1436637" y="737171"/>
                  </a:lnTo>
                  <a:lnTo>
                    <a:pt x="1476374" y="734313"/>
                  </a:lnTo>
                  <a:lnTo>
                    <a:pt x="1534835" y="724377"/>
                  </a:lnTo>
                  <a:lnTo>
                    <a:pt x="1589192" y="709134"/>
                  </a:lnTo>
                  <a:lnTo>
                    <a:pt x="1639705" y="689157"/>
                  </a:lnTo>
                  <a:lnTo>
                    <a:pt x="1686634" y="665021"/>
                  </a:lnTo>
                  <a:lnTo>
                    <a:pt x="1730240" y="637301"/>
                  </a:lnTo>
                  <a:lnTo>
                    <a:pt x="1770784" y="606570"/>
                  </a:lnTo>
                  <a:lnTo>
                    <a:pt x="1808526" y="573404"/>
                  </a:lnTo>
                  <a:lnTo>
                    <a:pt x="1843727" y="538377"/>
                  </a:lnTo>
                  <a:lnTo>
                    <a:pt x="1876647" y="502062"/>
                  </a:lnTo>
                  <a:lnTo>
                    <a:pt x="1901791" y="471931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187" y="0"/>
              <a:ext cx="2775585" cy="487680"/>
            </a:xfrm>
            <a:custGeom>
              <a:avLst/>
              <a:gdLst/>
              <a:ahLst/>
              <a:cxnLst/>
              <a:rect l="l" t="t" r="r" b="b"/>
              <a:pathLst>
                <a:path w="2775585" h="487680">
                  <a:moveTo>
                    <a:pt x="2775337" y="0"/>
                  </a:moveTo>
                  <a:lnTo>
                    <a:pt x="58792" y="0"/>
                  </a:lnTo>
                  <a:lnTo>
                    <a:pt x="60697" y="36833"/>
                  </a:lnTo>
                  <a:lnTo>
                    <a:pt x="62081" y="87184"/>
                  </a:lnTo>
                  <a:lnTo>
                    <a:pt x="62003" y="137509"/>
                  </a:lnTo>
                  <a:lnTo>
                    <a:pt x="60218" y="187790"/>
                  </a:lnTo>
                  <a:lnTo>
                    <a:pt x="56481" y="238013"/>
                  </a:lnTo>
                  <a:lnTo>
                    <a:pt x="50550" y="288161"/>
                  </a:lnTo>
                  <a:lnTo>
                    <a:pt x="42180" y="338217"/>
                  </a:lnTo>
                  <a:lnTo>
                    <a:pt x="31128" y="388167"/>
                  </a:lnTo>
                  <a:lnTo>
                    <a:pt x="17115" y="438091"/>
                  </a:lnTo>
                  <a:lnTo>
                    <a:pt x="0" y="487679"/>
                  </a:lnTo>
                  <a:lnTo>
                    <a:pt x="80210" y="484457"/>
                  </a:lnTo>
                  <a:lnTo>
                    <a:pt x="152002" y="479731"/>
                  </a:lnTo>
                  <a:lnTo>
                    <a:pt x="215966" y="473633"/>
                  </a:lnTo>
                  <a:lnTo>
                    <a:pt x="272692" y="466291"/>
                  </a:lnTo>
                  <a:lnTo>
                    <a:pt x="322770" y="457834"/>
                  </a:lnTo>
                  <a:lnTo>
                    <a:pt x="366791" y="448391"/>
                  </a:lnTo>
                  <a:lnTo>
                    <a:pt x="405345" y="438091"/>
                  </a:lnTo>
                  <a:lnTo>
                    <a:pt x="468413" y="415436"/>
                  </a:lnTo>
                  <a:lnTo>
                    <a:pt x="516697" y="390902"/>
                  </a:lnTo>
                  <a:lnTo>
                    <a:pt x="554919" y="365521"/>
                  </a:lnTo>
                  <a:lnTo>
                    <a:pt x="587802" y="340326"/>
                  </a:lnTo>
                  <a:lnTo>
                    <a:pt x="603717" y="328120"/>
                  </a:lnTo>
                  <a:lnTo>
                    <a:pt x="637446" y="305139"/>
                  </a:lnTo>
                  <a:lnTo>
                    <a:pt x="677642" y="284923"/>
                  </a:lnTo>
                  <a:lnTo>
                    <a:pt x="729028" y="268507"/>
                  </a:lnTo>
                  <a:lnTo>
                    <a:pt x="796326" y="256921"/>
                  </a:lnTo>
                  <a:lnTo>
                    <a:pt x="852522" y="252190"/>
                  </a:lnTo>
                  <a:lnTo>
                    <a:pt x="908442" y="250698"/>
                  </a:lnTo>
                  <a:lnTo>
                    <a:pt x="2240431" y="250698"/>
                  </a:lnTo>
                  <a:lnTo>
                    <a:pt x="2251467" y="247809"/>
                  </a:lnTo>
                  <a:lnTo>
                    <a:pt x="2311357" y="230260"/>
                  </a:lnTo>
                  <a:lnTo>
                    <a:pt x="2368757" y="211650"/>
                  </a:lnTo>
                  <a:lnTo>
                    <a:pt x="2423461" y="192196"/>
                  </a:lnTo>
                  <a:lnTo>
                    <a:pt x="2475258" y="172116"/>
                  </a:lnTo>
                  <a:lnTo>
                    <a:pt x="2523943" y="151626"/>
                  </a:lnTo>
                  <a:lnTo>
                    <a:pt x="2569305" y="130944"/>
                  </a:lnTo>
                  <a:lnTo>
                    <a:pt x="2611136" y="110287"/>
                  </a:lnTo>
                  <a:lnTo>
                    <a:pt x="2649229" y="89872"/>
                  </a:lnTo>
                  <a:lnTo>
                    <a:pt x="2683375" y="69917"/>
                  </a:lnTo>
                  <a:lnTo>
                    <a:pt x="2738993" y="32253"/>
                  </a:lnTo>
                  <a:lnTo>
                    <a:pt x="2760048" y="14979"/>
                  </a:lnTo>
                  <a:lnTo>
                    <a:pt x="2775337" y="0"/>
                  </a:lnTo>
                  <a:close/>
                </a:path>
                <a:path w="2775585" h="487680">
                  <a:moveTo>
                    <a:pt x="2240431" y="250698"/>
                  </a:moveTo>
                  <a:lnTo>
                    <a:pt x="908442" y="250698"/>
                  </a:lnTo>
                  <a:lnTo>
                    <a:pt x="952414" y="251530"/>
                  </a:lnTo>
                  <a:lnTo>
                    <a:pt x="996489" y="253884"/>
                  </a:lnTo>
                  <a:lnTo>
                    <a:pt x="1040792" y="257542"/>
                  </a:lnTo>
                  <a:lnTo>
                    <a:pt x="1085451" y="262286"/>
                  </a:lnTo>
                  <a:lnTo>
                    <a:pt x="1130590" y="267900"/>
                  </a:lnTo>
                  <a:lnTo>
                    <a:pt x="1367911" y="301398"/>
                  </a:lnTo>
                  <a:lnTo>
                    <a:pt x="1418582" y="307663"/>
                  </a:lnTo>
                  <a:lnTo>
                    <a:pt x="1470616" y="313277"/>
                  </a:lnTo>
                  <a:lnTo>
                    <a:pt x="1524139" y="318021"/>
                  </a:lnTo>
                  <a:lnTo>
                    <a:pt x="1579277" y="321679"/>
                  </a:lnTo>
                  <a:lnTo>
                    <a:pt x="1636156" y="324033"/>
                  </a:lnTo>
                  <a:lnTo>
                    <a:pt x="1694902" y="324865"/>
                  </a:lnTo>
                  <a:lnTo>
                    <a:pt x="1749046" y="324147"/>
                  </a:lnTo>
                  <a:lnTo>
                    <a:pt x="1804868" y="321881"/>
                  </a:lnTo>
                  <a:lnTo>
                    <a:pt x="1862477" y="317900"/>
                  </a:lnTo>
                  <a:lnTo>
                    <a:pt x="1921978" y="312038"/>
                  </a:lnTo>
                  <a:lnTo>
                    <a:pt x="1991187" y="303052"/>
                  </a:lnTo>
                  <a:lnTo>
                    <a:pt x="2058949" y="291919"/>
                  </a:lnTo>
                  <a:lnTo>
                    <a:pt x="2125055" y="278856"/>
                  </a:lnTo>
                  <a:lnTo>
                    <a:pt x="2189297" y="264080"/>
                  </a:lnTo>
                  <a:lnTo>
                    <a:pt x="2240431" y="250698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6716" y="429768"/>
              <a:ext cx="163068" cy="16306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0"/>
              <a:ext cx="1562100" cy="972819"/>
            </a:xfrm>
            <a:custGeom>
              <a:avLst/>
              <a:gdLst/>
              <a:ahLst/>
              <a:cxnLst/>
              <a:rect l="l" t="t" r="r" b="b"/>
              <a:pathLst>
                <a:path w="1562100" h="972819">
                  <a:moveTo>
                    <a:pt x="1562006" y="0"/>
                  </a:moveTo>
                  <a:lnTo>
                    <a:pt x="0" y="0"/>
                  </a:lnTo>
                  <a:lnTo>
                    <a:pt x="0" y="972643"/>
                  </a:lnTo>
                  <a:lnTo>
                    <a:pt x="60299" y="953591"/>
                  </a:lnTo>
                  <a:lnTo>
                    <a:pt x="104346" y="935316"/>
                  </a:lnTo>
                  <a:lnTo>
                    <a:pt x="146875" y="914653"/>
                  </a:lnTo>
                  <a:lnTo>
                    <a:pt x="188892" y="890944"/>
                  </a:lnTo>
                  <a:lnTo>
                    <a:pt x="229466" y="864711"/>
                  </a:lnTo>
                  <a:lnTo>
                    <a:pt x="267569" y="835286"/>
                  </a:lnTo>
                  <a:lnTo>
                    <a:pt x="302171" y="802004"/>
                  </a:lnTo>
                  <a:lnTo>
                    <a:pt x="332959" y="763568"/>
                  </a:lnTo>
                  <a:lnTo>
                    <a:pt x="359090" y="722054"/>
                  </a:lnTo>
                  <a:lnTo>
                    <a:pt x="381417" y="678104"/>
                  </a:lnTo>
                  <a:lnTo>
                    <a:pt x="400795" y="632356"/>
                  </a:lnTo>
                  <a:lnTo>
                    <a:pt x="418079" y="585451"/>
                  </a:lnTo>
                  <a:lnTo>
                    <a:pt x="434123" y="538028"/>
                  </a:lnTo>
                  <a:lnTo>
                    <a:pt x="449783" y="490727"/>
                  </a:lnTo>
                  <a:lnTo>
                    <a:pt x="466325" y="443527"/>
                  </a:lnTo>
                  <a:lnTo>
                    <a:pt x="484840" y="396698"/>
                  </a:lnTo>
                  <a:lnTo>
                    <a:pt x="505962" y="351155"/>
                  </a:lnTo>
                  <a:lnTo>
                    <a:pt x="530326" y="307813"/>
                  </a:lnTo>
                  <a:lnTo>
                    <a:pt x="558567" y="267589"/>
                  </a:lnTo>
                  <a:lnTo>
                    <a:pt x="591321" y="231396"/>
                  </a:lnTo>
                  <a:lnTo>
                    <a:pt x="629221" y="200151"/>
                  </a:lnTo>
                  <a:lnTo>
                    <a:pt x="670485" y="175960"/>
                  </a:lnTo>
                  <a:lnTo>
                    <a:pt x="714389" y="157745"/>
                  </a:lnTo>
                  <a:lnTo>
                    <a:pt x="760347" y="144421"/>
                  </a:lnTo>
                  <a:lnTo>
                    <a:pt x="807774" y="134905"/>
                  </a:lnTo>
                  <a:lnTo>
                    <a:pt x="856083" y="128113"/>
                  </a:lnTo>
                  <a:lnTo>
                    <a:pt x="904689" y="122961"/>
                  </a:lnTo>
                  <a:lnTo>
                    <a:pt x="1003321" y="113237"/>
                  </a:lnTo>
                  <a:lnTo>
                    <a:pt x="1053512" y="107307"/>
                  </a:lnTo>
                  <a:lnTo>
                    <a:pt x="1103572" y="100576"/>
                  </a:lnTo>
                  <a:lnTo>
                    <a:pt x="1153495" y="93049"/>
                  </a:lnTo>
                  <a:lnTo>
                    <a:pt x="1203275" y="84727"/>
                  </a:lnTo>
                  <a:lnTo>
                    <a:pt x="1252903" y="75614"/>
                  </a:lnTo>
                  <a:lnTo>
                    <a:pt x="1302374" y="65713"/>
                  </a:lnTo>
                  <a:lnTo>
                    <a:pt x="1351680" y="55026"/>
                  </a:lnTo>
                  <a:lnTo>
                    <a:pt x="1400815" y="43556"/>
                  </a:lnTo>
                  <a:lnTo>
                    <a:pt x="1449771" y="31307"/>
                  </a:lnTo>
                  <a:lnTo>
                    <a:pt x="1498543" y="18282"/>
                  </a:lnTo>
                  <a:lnTo>
                    <a:pt x="1547122" y="4482"/>
                  </a:lnTo>
                  <a:lnTo>
                    <a:pt x="1562006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0119" y="891539"/>
              <a:ext cx="97536" cy="990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02635" y="231647"/>
              <a:ext cx="99059" cy="99060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2916" y="3444240"/>
            <a:ext cx="163067" cy="16459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2212" y="1469136"/>
            <a:ext cx="164592" cy="163067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943442" y="429768"/>
            <a:ext cx="37503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System</a:t>
            </a:r>
            <a:r>
              <a:rPr spc="-40" dirty="0"/>
              <a:t> </a:t>
            </a:r>
            <a:r>
              <a:rPr lang="en-US" dirty="0"/>
              <a:t>Model</a:t>
            </a:r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367962" y="1129111"/>
            <a:ext cx="289560" cy="289560"/>
          </a:xfrm>
          <a:custGeom>
            <a:avLst/>
            <a:gdLst/>
            <a:ahLst/>
            <a:cxnLst/>
            <a:rect l="l" t="t" r="r" b="b"/>
            <a:pathLst>
              <a:path w="289559" h="289559">
                <a:moveTo>
                  <a:pt x="289560" y="0"/>
                </a:moveTo>
                <a:lnTo>
                  <a:pt x="0" y="0"/>
                </a:lnTo>
                <a:lnTo>
                  <a:pt x="0" y="289560"/>
                </a:lnTo>
                <a:lnTo>
                  <a:pt x="289560" y="289560"/>
                </a:lnTo>
                <a:lnTo>
                  <a:pt x="289560" y="0"/>
                </a:lnTo>
                <a:close/>
              </a:path>
            </a:pathLst>
          </a:custGeom>
          <a:solidFill>
            <a:srgbClr val="CCE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6923" y="1822165"/>
            <a:ext cx="289560" cy="289560"/>
          </a:xfrm>
          <a:custGeom>
            <a:avLst/>
            <a:gdLst/>
            <a:ahLst/>
            <a:cxnLst/>
            <a:rect l="l" t="t" r="r" b="b"/>
            <a:pathLst>
              <a:path w="289559" h="289560">
                <a:moveTo>
                  <a:pt x="289560" y="0"/>
                </a:moveTo>
                <a:lnTo>
                  <a:pt x="0" y="0"/>
                </a:lnTo>
                <a:lnTo>
                  <a:pt x="0" y="289560"/>
                </a:lnTo>
                <a:lnTo>
                  <a:pt x="289560" y="289560"/>
                </a:lnTo>
                <a:lnTo>
                  <a:pt x="289560" y="0"/>
                </a:lnTo>
                <a:close/>
              </a:path>
            </a:pathLst>
          </a:custGeom>
          <a:solidFill>
            <a:srgbClr val="B3DF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4683" y="2596564"/>
            <a:ext cx="289560" cy="288290"/>
          </a:xfrm>
          <a:custGeom>
            <a:avLst/>
            <a:gdLst/>
            <a:ahLst/>
            <a:cxnLst/>
            <a:rect l="l" t="t" r="r" b="b"/>
            <a:pathLst>
              <a:path w="289559" h="288289">
                <a:moveTo>
                  <a:pt x="289560" y="0"/>
                </a:moveTo>
                <a:lnTo>
                  <a:pt x="0" y="0"/>
                </a:lnTo>
                <a:lnTo>
                  <a:pt x="0" y="288036"/>
                </a:lnTo>
                <a:lnTo>
                  <a:pt x="289560" y="288036"/>
                </a:lnTo>
                <a:lnTo>
                  <a:pt x="289560" y="0"/>
                </a:lnTo>
                <a:close/>
              </a:path>
            </a:pathLst>
          </a:custGeom>
          <a:solidFill>
            <a:srgbClr val="3AACC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66520" y="3444240"/>
            <a:ext cx="289560" cy="289560"/>
          </a:xfrm>
          <a:custGeom>
            <a:avLst/>
            <a:gdLst/>
            <a:ahLst/>
            <a:cxnLst/>
            <a:rect l="l" t="t" r="r" b="b"/>
            <a:pathLst>
              <a:path w="289559" h="289560">
                <a:moveTo>
                  <a:pt x="289560" y="0"/>
                </a:moveTo>
                <a:lnTo>
                  <a:pt x="0" y="0"/>
                </a:lnTo>
                <a:lnTo>
                  <a:pt x="0" y="289559"/>
                </a:lnTo>
                <a:lnTo>
                  <a:pt x="289560" y="289559"/>
                </a:lnTo>
                <a:lnTo>
                  <a:pt x="289560" y="0"/>
                </a:lnTo>
                <a:close/>
              </a:path>
            </a:pathLst>
          </a:custGeom>
          <a:solidFill>
            <a:srgbClr val="24748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712419" y="1071117"/>
            <a:ext cx="7319060" cy="34701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1A4568"/>
                </a:solidFill>
                <a:latin typeface="Times New Roman"/>
                <a:cs typeface="Times New Roman"/>
              </a:rPr>
              <a:t>Camera</a:t>
            </a:r>
            <a:r>
              <a:rPr sz="1400" b="1" spc="3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1A4568"/>
                </a:solidFill>
                <a:latin typeface="Times New Roman"/>
                <a:cs typeface="Times New Roman"/>
              </a:rPr>
              <a:t>setup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: A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USB-connected</a:t>
            </a:r>
            <a:r>
              <a:rPr sz="1400" spc="4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webcam</a:t>
            </a:r>
            <a:r>
              <a:rPr sz="1400" spc="4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is attached</a:t>
            </a:r>
            <a:r>
              <a:rPr sz="1400" spc="5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to</a:t>
            </a:r>
            <a:r>
              <a:rPr sz="1400" spc="1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a</a:t>
            </a:r>
            <a:r>
              <a:rPr sz="1400" spc="1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Raspberry </a:t>
            </a:r>
            <a:r>
              <a:rPr sz="1400" spc="-28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Pi</a:t>
            </a:r>
            <a:r>
              <a:rPr sz="1400" spc="-1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to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capture</a:t>
            </a:r>
            <a:r>
              <a:rPr sz="1400" spc="2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images</a:t>
            </a:r>
            <a:r>
              <a:rPr sz="1400" spc="3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of the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hand</a:t>
            </a:r>
            <a:r>
              <a:rPr sz="1400" spc="1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or the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overall</a:t>
            </a:r>
            <a:r>
              <a:rPr sz="1400" spc="2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frame</a:t>
            </a:r>
            <a:r>
              <a:rPr lang="en-US"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imes New Roman"/>
              <a:cs typeface="Times New Roman"/>
            </a:endParaRPr>
          </a:p>
          <a:p>
            <a:pPr marL="12700" marR="400685">
              <a:lnSpc>
                <a:spcPct val="100000"/>
              </a:lnSpc>
            </a:pPr>
            <a:r>
              <a:rPr sz="1400" b="1" dirty="0">
                <a:solidFill>
                  <a:srgbClr val="1A4568"/>
                </a:solidFill>
                <a:latin typeface="Times New Roman"/>
                <a:cs typeface="Times New Roman"/>
              </a:rPr>
              <a:t>Hand</a:t>
            </a:r>
            <a:r>
              <a:rPr sz="1400" b="1" spc="-5" dirty="0">
                <a:solidFill>
                  <a:srgbClr val="1A4568"/>
                </a:solidFill>
                <a:latin typeface="Times New Roman"/>
                <a:cs typeface="Times New Roman"/>
              </a:rPr>
              <a:t> detection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:</a:t>
            </a:r>
            <a:r>
              <a:rPr sz="1400" spc="1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Deep</a:t>
            </a:r>
            <a:r>
              <a:rPr sz="1400" spc="2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learning</a:t>
            </a:r>
            <a:r>
              <a:rPr sz="1400" spc="2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algorithms</a:t>
            </a:r>
            <a:r>
              <a:rPr sz="1400" spc="3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equipped</a:t>
            </a:r>
            <a:r>
              <a:rPr sz="1400" spc="2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with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hand </a:t>
            </a:r>
            <a:r>
              <a:rPr sz="1400" spc="-28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detection</a:t>
            </a:r>
            <a:r>
              <a:rPr sz="1400" spc="3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capabilities</a:t>
            </a:r>
            <a:r>
              <a:rPr sz="1400" spc="3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1A4568"/>
                </a:solidFill>
                <a:latin typeface="Times New Roman"/>
                <a:cs typeface="Times New Roman"/>
              </a:rPr>
              <a:t>analyze</a:t>
            </a:r>
            <a:r>
              <a:rPr sz="1400" spc="5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the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captured</a:t>
            </a:r>
            <a:r>
              <a:rPr sz="1400" spc="3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image</a:t>
            </a:r>
            <a:r>
              <a:rPr sz="1400" spc="3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to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detect</a:t>
            </a:r>
            <a:r>
              <a:rPr sz="1400" spc="4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the 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presence</a:t>
            </a:r>
            <a:r>
              <a:rPr sz="1400" spc="2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of</a:t>
            </a:r>
            <a:r>
              <a:rPr sz="1400" spc="-1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a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hand.</a:t>
            </a:r>
            <a:endParaRPr lang="en-US" sz="1400" spc="-5" dirty="0">
              <a:solidFill>
                <a:srgbClr val="1A4568"/>
              </a:solidFill>
              <a:latin typeface="Times New Roman"/>
              <a:cs typeface="Times New Roman"/>
            </a:endParaRPr>
          </a:p>
          <a:p>
            <a:pPr marL="12700" marR="400685"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 marL="12700" marR="131445">
              <a:lnSpc>
                <a:spcPct val="100000"/>
              </a:lnSpc>
              <a:spcBef>
                <a:spcPts val="780"/>
              </a:spcBef>
            </a:pPr>
            <a:r>
              <a:rPr sz="1400" b="1" spc="-5" dirty="0">
                <a:solidFill>
                  <a:srgbClr val="1A4568"/>
                </a:solidFill>
                <a:latin typeface="Calibri"/>
                <a:cs typeface="Calibri"/>
              </a:rPr>
              <a:t>Data analysis</a:t>
            </a:r>
            <a:r>
              <a:rPr sz="1400" spc="-5" dirty="0">
                <a:solidFill>
                  <a:srgbClr val="1A4568"/>
                </a:solidFill>
                <a:latin typeface="Calibri"/>
                <a:cs typeface="Calibri"/>
              </a:rPr>
              <a:t>: </a:t>
            </a:r>
            <a:r>
              <a:rPr sz="1400" dirty="0">
                <a:solidFill>
                  <a:srgbClr val="1A4568"/>
                </a:solidFill>
                <a:latin typeface="Calibri"/>
                <a:cs typeface="Calibri"/>
              </a:rPr>
              <a:t>If a hand is detected, </a:t>
            </a:r>
            <a:r>
              <a:rPr sz="1400" spc="-5" dirty="0">
                <a:solidFill>
                  <a:srgbClr val="1A4568"/>
                </a:solidFill>
                <a:latin typeface="Calibri"/>
                <a:cs typeface="Calibri"/>
              </a:rPr>
              <a:t>comprehensive </a:t>
            </a:r>
            <a:r>
              <a:rPr sz="1400" dirty="0">
                <a:solidFill>
                  <a:srgbClr val="1A4568"/>
                </a:solidFill>
                <a:latin typeface="Calibri"/>
                <a:cs typeface="Calibri"/>
              </a:rPr>
              <a:t>data about the </a:t>
            </a:r>
            <a:r>
              <a:rPr sz="1400" spc="-260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4568"/>
                </a:solidFill>
                <a:latin typeface="Calibri"/>
                <a:cs typeface="Calibri"/>
              </a:rPr>
              <a:t>hand, including each finger and its orientation, is gathered </a:t>
            </a:r>
            <a:r>
              <a:rPr sz="1400" spc="-5" dirty="0">
                <a:solidFill>
                  <a:srgbClr val="1A4568"/>
                </a:solidFill>
                <a:latin typeface="Calibri"/>
                <a:cs typeface="Calibri"/>
              </a:rPr>
              <a:t>for </a:t>
            </a:r>
            <a:r>
              <a:rPr sz="1400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Calibri"/>
                <a:cs typeface="Calibri"/>
              </a:rPr>
              <a:t>further</a:t>
            </a:r>
            <a:r>
              <a:rPr sz="1400" spc="-45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4568"/>
                </a:solidFill>
                <a:latin typeface="Calibri"/>
                <a:cs typeface="Calibri"/>
              </a:rPr>
              <a:t>analysis</a:t>
            </a:r>
            <a:endParaRPr lang="en-US" sz="1400" dirty="0">
              <a:solidFill>
                <a:srgbClr val="1A4568"/>
              </a:solidFill>
              <a:latin typeface="Calibri"/>
              <a:cs typeface="Calibri"/>
            </a:endParaRPr>
          </a:p>
          <a:p>
            <a:pPr marL="12700" marR="131445">
              <a:lnSpc>
                <a:spcPct val="100000"/>
              </a:lnSpc>
              <a:spcBef>
                <a:spcPts val="780"/>
              </a:spcBef>
            </a:pP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1A4568"/>
                </a:solidFill>
                <a:latin typeface="Times New Roman"/>
                <a:cs typeface="Times New Roman"/>
              </a:rPr>
              <a:t>Command</a:t>
            </a:r>
            <a:r>
              <a:rPr sz="1400" b="1" spc="1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1A4568"/>
                </a:solidFill>
                <a:latin typeface="Times New Roman"/>
                <a:cs typeface="Times New Roman"/>
              </a:rPr>
              <a:t>execution:</a:t>
            </a:r>
            <a:r>
              <a:rPr sz="1400" b="1" spc="2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Based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on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finger</a:t>
            </a:r>
            <a:r>
              <a:rPr sz="1400" spc="2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signal</a:t>
            </a:r>
            <a:r>
              <a:rPr sz="1400" spc="2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1A4568"/>
                </a:solidFill>
                <a:latin typeface="Times New Roman"/>
                <a:cs typeface="Times New Roman"/>
              </a:rPr>
              <a:t>analysis,</a:t>
            </a:r>
            <a:r>
              <a:rPr sz="1400" spc="3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there</a:t>
            </a:r>
            <a:r>
              <a:rPr sz="1400" spc="2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are</a:t>
            </a:r>
            <a:r>
              <a:rPr sz="1400" spc="1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two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options:</a:t>
            </a:r>
            <a:endParaRPr lang="en-US" sz="1400" dirty="0">
              <a:solidFill>
                <a:srgbClr val="1A4568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469900" indent="-304800">
              <a:lnSpc>
                <a:spcPct val="100000"/>
              </a:lnSpc>
              <a:buFont typeface="Calibri"/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Execute</a:t>
            </a:r>
            <a:r>
              <a:rPr sz="1400" spc="2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a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command</a:t>
            </a:r>
            <a:r>
              <a:rPr sz="1400" spc="2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present</a:t>
            </a:r>
            <a:r>
              <a:rPr sz="1400" spc="1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within the</a:t>
            </a:r>
            <a:r>
              <a:rPr sz="1400" spc="1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Raspberry</a:t>
            </a:r>
            <a:r>
              <a:rPr sz="1400" spc="2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Pi.</a:t>
            </a:r>
            <a:endParaRPr sz="1400" dirty="0">
              <a:latin typeface="Times New Roman"/>
              <a:cs typeface="Times New Roman"/>
            </a:endParaRPr>
          </a:p>
          <a:p>
            <a:pPr marL="469900" marR="160655" indent="-304800">
              <a:lnSpc>
                <a:spcPct val="100000"/>
              </a:lnSpc>
              <a:buFont typeface="Calibri"/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Send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 a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command</a:t>
            </a:r>
            <a:r>
              <a:rPr sz="1400" spc="2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via</a:t>
            </a:r>
            <a:r>
              <a:rPr sz="1400" spc="1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the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MQTT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protocol</a:t>
            </a:r>
            <a:r>
              <a:rPr sz="1400" spc="1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to the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NodeMCU, </a:t>
            </a:r>
            <a:r>
              <a:rPr sz="1400" spc="-28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which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controls</a:t>
            </a:r>
            <a:r>
              <a:rPr sz="1400" spc="1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the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1A4568"/>
                </a:solidFill>
                <a:latin typeface="Times New Roman"/>
                <a:cs typeface="Times New Roman"/>
              </a:rPr>
              <a:t>IoT</a:t>
            </a:r>
            <a:r>
              <a:rPr sz="1400" spc="2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devices.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82320" y="122169"/>
            <a:ext cx="1590952" cy="76769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39255" y="3846214"/>
            <a:ext cx="2905125" cy="1297305"/>
            <a:chOff x="6239255" y="3846214"/>
            <a:chExt cx="2905125" cy="1297305"/>
          </a:xfrm>
        </p:grpSpPr>
        <p:sp>
          <p:nvSpPr>
            <p:cNvPr id="3" name="object 3"/>
            <p:cNvSpPr/>
            <p:nvPr/>
          </p:nvSpPr>
          <p:spPr>
            <a:xfrm>
              <a:off x="6636638" y="3846214"/>
              <a:ext cx="2507615" cy="1149985"/>
            </a:xfrm>
            <a:custGeom>
              <a:avLst/>
              <a:gdLst/>
              <a:ahLst/>
              <a:cxnLst/>
              <a:rect l="l" t="t" r="r" b="b"/>
              <a:pathLst>
                <a:path w="2507615" h="1149985">
                  <a:moveTo>
                    <a:pt x="1128649" y="412120"/>
                  </a:moveTo>
                  <a:lnTo>
                    <a:pt x="1089126" y="413814"/>
                  </a:lnTo>
                  <a:lnTo>
                    <a:pt x="1017314" y="425081"/>
                  </a:lnTo>
                  <a:lnTo>
                    <a:pt x="962919" y="440325"/>
                  </a:lnTo>
                  <a:lnTo>
                    <a:pt x="912369" y="460301"/>
                  </a:lnTo>
                  <a:lnTo>
                    <a:pt x="865405" y="484435"/>
                  </a:lnTo>
                  <a:lnTo>
                    <a:pt x="821766" y="512153"/>
                  </a:lnTo>
                  <a:lnTo>
                    <a:pt x="781191" y="542881"/>
                  </a:lnTo>
                  <a:lnTo>
                    <a:pt x="743419" y="576044"/>
                  </a:lnTo>
                  <a:lnTo>
                    <a:pt x="708190" y="611068"/>
                  </a:lnTo>
                  <a:lnTo>
                    <a:pt x="675243" y="647380"/>
                  </a:lnTo>
                  <a:lnTo>
                    <a:pt x="644317" y="684405"/>
                  </a:lnTo>
                  <a:lnTo>
                    <a:pt x="615152" y="721568"/>
                  </a:lnTo>
                  <a:lnTo>
                    <a:pt x="587487" y="758296"/>
                  </a:lnTo>
                  <a:lnTo>
                    <a:pt x="561062" y="794015"/>
                  </a:lnTo>
                  <a:lnTo>
                    <a:pt x="535615" y="828149"/>
                  </a:lnTo>
                  <a:lnTo>
                    <a:pt x="510887" y="860126"/>
                  </a:lnTo>
                  <a:lnTo>
                    <a:pt x="462542" y="915309"/>
                  </a:lnTo>
                  <a:lnTo>
                    <a:pt x="399713" y="967537"/>
                  </a:lnTo>
                  <a:lnTo>
                    <a:pt x="358152" y="995452"/>
                  </a:lnTo>
                  <a:lnTo>
                    <a:pt x="313926" y="1020969"/>
                  </a:lnTo>
                  <a:lnTo>
                    <a:pt x="267244" y="1043946"/>
                  </a:lnTo>
                  <a:lnTo>
                    <a:pt x="218312" y="1064240"/>
                  </a:lnTo>
                  <a:lnTo>
                    <a:pt x="70408" y="1095990"/>
                  </a:lnTo>
                  <a:lnTo>
                    <a:pt x="22875" y="1108308"/>
                  </a:lnTo>
                  <a:lnTo>
                    <a:pt x="0" y="1120730"/>
                  </a:lnTo>
                  <a:lnTo>
                    <a:pt x="7695" y="1132403"/>
                  </a:lnTo>
                  <a:lnTo>
                    <a:pt x="39646" y="1140613"/>
                  </a:lnTo>
                  <a:lnTo>
                    <a:pt x="90635" y="1145859"/>
                  </a:lnTo>
                  <a:lnTo>
                    <a:pt x="155443" y="1148641"/>
                  </a:lnTo>
                  <a:lnTo>
                    <a:pt x="228853" y="1149457"/>
                  </a:lnTo>
                  <a:lnTo>
                    <a:pt x="297655" y="1148929"/>
                  </a:lnTo>
                  <a:lnTo>
                    <a:pt x="428370" y="1145787"/>
                  </a:lnTo>
                  <a:lnTo>
                    <a:pt x="550926" y="1141278"/>
                  </a:lnTo>
                  <a:lnTo>
                    <a:pt x="2156612" y="1099572"/>
                  </a:lnTo>
                  <a:lnTo>
                    <a:pt x="2355875" y="1090708"/>
                  </a:lnTo>
                  <a:lnTo>
                    <a:pt x="2455324" y="1084660"/>
                  </a:lnTo>
                  <a:lnTo>
                    <a:pt x="2507360" y="1080943"/>
                  </a:lnTo>
                  <a:lnTo>
                    <a:pt x="2507360" y="677487"/>
                  </a:lnTo>
                  <a:lnTo>
                    <a:pt x="1820926" y="677487"/>
                  </a:lnTo>
                  <a:lnTo>
                    <a:pt x="1783990" y="675525"/>
                  </a:lnTo>
                  <a:lnTo>
                    <a:pt x="1712501" y="659870"/>
                  </a:lnTo>
                  <a:lnTo>
                    <a:pt x="1654111" y="632247"/>
                  </a:lnTo>
                  <a:lnTo>
                    <a:pt x="1551069" y="565728"/>
                  </a:lnTo>
                  <a:lnTo>
                    <a:pt x="1508447" y="539214"/>
                  </a:lnTo>
                  <a:lnTo>
                    <a:pt x="1462246" y="512466"/>
                  </a:lnTo>
                  <a:lnTo>
                    <a:pt x="1412801" y="486646"/>
                  </a:lnTo>
                  <a:lnTo>
                    <a:pt x="1360447" y="462915"/>
                  </a:lnTo>
                  <a:lnTo>
                    <a:pt x="1305520" y="442435"/>
                  </a:lnTo>
                  <a:lnTo>
                    <a:pt x="1248354" y="426368"/>
                  </a:lnTo>
                  <a:lnTo>
                    <a:pt x="1189285" y="415876"/>
                  </a:lnTo>
                  <a:lnTo>
                    <a:pt x="1128649" y="412120"/>
                  </a:lnTo>
                  <a:close/>
                </a:path>
                <a:path w="2507615" h="1149985">
                  <a:moveTo>
                    <a:pt x="2507360" y="0"/>
                  </a:moveTo>
                  <a:lnTo>
                    <a:pt x="2463919" y="17840"/>
                  </a:lnTo>
                  <a:lnTo>
                    <a:pt x="2419224" y="39936"/>
                  </a:lnTo>
                  <a:lnTo>
                    <a:pt x="2377089" y="64685"/>
                  </a:lnTo>
                  <a:lnTo>
                    <a:pt x="2337733" y="91962"/>
                  </a:lnTo>
                  <a:lnTo>
                    <a:pt x="2301378" y="121641"/>
                  </a:lnTo>
                  <a:lnTo>
                    <a:pt x="2268243" y="153594"/>
                  </a:lnTo>
                  <a:lnTo>
                    <a:pt x="2238549" y="187696"/>
                  </a:lnTo>
                  <a:lnTo>
                    <a:pt x="2212518" y="223821"/>
                  </a:lnTo>
                  <a:lnTo>
                    <a:pt x="2190368" y="261841"/>
                  </a:lnTo>
                  <a:lnTo>
                    <a:pt x="2171737" y="303823"/>
                  </a:lnTo>
                  <a:lnTo>
                    <a:pt x="2155693" y="347338"/>
                  </a:lnTo>
                  <a:lnTo>
                    <a:pt x="2140863" y="391546"/>
                  </a:lnTo>
                  <a:lnTo>
                    <a:pt x="2125871" y="435608"/>
                  </a:lnTo>
                  <a:lnTo>
                    <a:pt x="2109343" y="478683"/>
                  </a:lnTo>
                  <a:lnTo>
                    <a:pt x="2089903" y="519931"/>
                  </a:lnTo>
                  <a:lnTo>
                    <a:pt x="2066179" y="558512"/>
                  </a:lnTo>
                  <a:lnTo>
                    <a:pt x="2036794" y="593586"/>
                  </a:lnTo>
                  <a:lnTo>
                    <a:pt x="2000374" y="624312"/>
                  </a:lnTo>
                  <a:lnTo>
                    <a:pt x="1955545" y="649852"/>
                  </a:lnTo>
                  <a:lnTo>
                    <a:pt x="1889998" y="670585"/>
                  </a:lnTo>
                  <a:lnTo>
                    <a:pt x="1820926" y="677487"/>
                  </a:lnTo>
                  <a:lnTo>
                    <a:pt x="2507360" y="677487"/>
                  </a:lnTo>
                  <a:lnTo>
                    <a:pt x="2507360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38908" y="4590410"/>
              <a:ext cx="2805430" cy="553085"/>
            </a:xfrm>
            <a:custGeom>
              <a:avLst/>
              <a:gdLst/>
              <a:ahLst/>
              <a:cxnLst/>
              <a:rect l="l" t="t" r="r" b="b"/>
              <a:pathLst>
                <a:path w="2805429" h="553085">
                  <a:moveTo>
                    <a:pt x="1113197" y="162742"/>
                  </a:moveTo>
                  <a:lnTo>
                    <a:pt x="1059053" y="163460"/>
                  </a:lnTo>
                  <a:lnTo>
                    <a:pt x="1003231" y="165718"/>
                  </a:lnTo>
                  <a:lnTo>
                    <a:pt x="945622" y="169670"/>
                  </a:lnTo>
                  <a:lnTo>
                    <a:pt x="886121" y="175467"/>
                  </a:lnTo>
                  <a:lnTo>
                    <a:pt x="816912" y="184465"/>
                  </a:lnTo>
                  <a:lnTo>
                    <a:pt x="749150" y="195609"/>
                  </a:lnTo>
                  <a:lnTo>
                    <a:pt x="683044" y="208682"/>
                  </a:lnTo>
                  <a:lnTo>
                    <a:pt x="618802" y="223467"/>
                  </a:lnTo>
                  <a:lnTo>
                    <a:pt x="556632" y="239746"/>
                  </a:lnTo>
                  <a:lnTo>
                    <a:pt x="496742" y="257303"/>
                  </a:lnTo>
                  <a:lnTo>
                    <a:pt x="439342" y="275920"/>
                  </a:lnTo>
                  <a:lnTo>
                    <a:pt x="384638" y="295380"/>
                  </a:lnTo>
                  <a:lnTo>
                    <a:pt x="332840" y="315465"/>
                  </a:lnTo>
                  <a:lnTo>
                    <a:pt x="284156" y="335960"/>
                  </a:lnTo>
                  <a:lnTo>
                    <a:pt x="238794" y="356646"/>
                  </a:lnTo>
                  <a:lnTo>
                    <a:pt x="196963" y="377306"/>
                  </a:lnTo>
                  <a:lnTo>
                    <a:pt x="158870" y="397723"/>
                  </a:lnTo>
                  <a:lnTo>
                    <a:pt x="124724" y="417680"/>
                  </a:lnTo>
                  <a:lnTo>
                    <a:pt x="69106" y="455345"/>
                  </a:lnTo>
                  <a:lnTo>
                    <a:pt x="31775" y="488564"/>
                  </a:lnTo>
                  <a:lnTo>
                    <a:pt x="3759" y="540674"/>
                  </a:lnTo>
                  <a:lnTo>
                    <a:pt x="0" y="553089"/>
                  </a:lnTo>
                  <a:lnTo>
                    <a:pt x="2753727" y="553089"/>
                  </a:lnTo>
                  <a:lnTo>
                    <a:pt x="2753584" y="551423"/>
                  </a:lnTo>
                  <a:lnTo>
                    <a:pt x="2750000" y="501074"/>
                  </a:lnTo>
                  <a:lnTo>
                    <a:pt x="2747393" y="450719"/>
                  </a:lnTo>
                  <a:lnTo>
                    <a:pt x="2746006" y="400372"/>
                  </a:lnTo>
                  <a:lnTo>
                    <a:pt x="2746083" y="350051"/>
                  </a:lnTo>
                  <a:lnTo>
                    <a:pt x="2747870" y="299772"/>
                  </a:lnTo>
                  <a:lnTo>
                    <a:pt x="2751609" y="249550"/>
                  </a:lnTo>
                  <a:lnTo>
                    <a:pt x="2753113" y="236846"/>
                  </a:lnTo>
                  <a:lnTo>
                    <a:pt x="1899708" y="236846"/>
                  </a:lnTo>
                  <a:lnTo>
                    <a:pt x="1855718" y="236014"/>
                  </a:lnTo>
                  <a:lnTo>
                    <a:pt x="1811630" y="233662"/>
                  </a:lnTo>
                  <a:lnTo>
                    <a:pt x="1767315" y="230008"/>
                  </a:lnTo>
                  <a:lnTo>
                    <a:pt x="1722648" y="225268"/>
                  </a:lnTo>
                  <a:lnTo>
                    <a:pt x="1677503" y="219659"/>
                  </a:lnTo>
                  <a:lnTo>
                    <a:pt x="1440177" y="186189"/>
                  </a:lnTo>
                  <a:lnTo>
                    <a:pt x="1389508" y="179929"/>
                  </a:lnTo>
                  <a:lnTo>
                    <a:pt x="1337477" y="174321"/>
                  </a:lnTo>
                  <a:lnTo>
                    <a:pt x="1283956" y="169581"/>
                  </a:lnTo>
                  <a:lnTo>
                    <a:pt x="1228820" y="165926"/>
                  </a:lnTo>
                  <a:lnTo>
                    <a:pt x="1171942" y="163574"/>
                  </a:lnTo>
                  <a:lnTo>
                    <a:pt x="1113197" y="162742"/>
                  </a:lnTo>
                  <a:close/>
                </a:path>
                <a:path w="2805429" h="553085">
                  <a:moveTo>
                    <a:pt x="2805091" y="0"/>
                  </a:moveTo>
                  <a:lnTo>
                    <a:pt x="2727916" y="3100"/>
                  </a:lnTo>
                  <a:lnTo>
                    <a:pt x="2656113" y="7824"/>
                  </a:lnTo>
                  <a:lnTo>
                    <a:pt x="2592140" y="13922"/>
                  </a:lnTo>
                  <a:lnTo>
                    <a:pt x="2535406" y="21263"/>
                  </a:lnTo>
                  <a:lnTo>
                    <a:pt x="2485320" y="29719"/>
                  </a:lnTo>
                  <a:lnTo>
                    <a:pt x="2441293" y="39161"/>
                  </a:lnTo>
                  <a:lnTo>
                    <a:pt x="2402734" y="49459"/>
                  </a:lnTo>
                  <a:lnTo>
                    <a:pt x="2339658" y="72111"/>
                  </a:lnTo>
                  <a:lnTo>
                    <a:pt x="2291369" y="96643"/>
                  </a:lnTo>
                  <a:lnTo>
                    <a:pt x="2253144" y="122022"/>
                  </a:lnTo>
                  <a:lnTo>
                    <a:pt x="2220259" y="147217"/>
                  </a:lnTo>
                  <a:lnTo>
                    <a:pt x="2204343" y="159423"/>
                  </a:lnTo>
                  <a:lnTo>
                    <a:pt x="2170613" y="182407"/>
                  </a:lnTo>
                  <a:lnTo>
                    <a:pt x="2130414" y="202627"/>
                  </a:lnTo>
                  <a:lnTo>
                    <a:pt x="2079025" y="219052"/>
                  </a:lnTo>
                  <a:lnTo>
                    <a:pt x="2011722" y="230649"/>
                  </a:lnTo>
                  <a:lnTo>
                    <a:pt x="1955572" y="235367"/>
                  </a:lnTo>
                  <a:lnTo>
                    <a:pt x="1899708" y="236846"/>
                  </a:lnTo>
                  <a:lnTo>
                    <a:pt x="2753113" y="236846"/>
                  </a:lnTo>
                  <a:lnTo>
                    <a:pt x="2765922" y="149345"/>
                  </a:lnTo>
                  <a:lnTo>
                    <a:pt x="2776983" y="99394"/>
                  </a:lnTo>
                  <a:lnTo>
                    <a:pt x="2791012" y="49459"/>
                  </a:lnTo>
                  <a:lnTo>
                    <a:pt x="2805091" y="8701"/>
                  </a:lnTo>
                  <a:lnTo>
                    <a:pt x="2805091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39255" y="4742688"/>
              <a:ext cx="99060" cy="975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8411" y="4483608"/>
              <a:ext cx="163068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496555" y="4118910"/>
              <a:ext cx="1647825" cy="1021715"/>
            </a:xfrm>
            <a:custGeom>
              <a:avLst/>
              <a:gdLst/>
              <a:ahLst/>
              <a:cxnLst/>
              <a:rect l="l" t="t" r="r" b="b"/>
              <a:pathLst>
                <a:path w="1647825" h="1021714">
                  <a:moveTo>
                    <a:pt x="1647444" y="0"/>
                  </a:moveTo>
                  <a:lnTo>
                    <a:pt x="1587257" y="23670"/>
                  </a:lnTo>
                  <a:lnTo>
                    <a:pt x="1544701" y="44301"/>
                  </a:lnTo>
                  <a:lnTo>
                    <a:pt x="1502699" y="67967"/>
                  </a:lnTo>
                  <a:lnTo>
                    <a:pt x="1462151" y="94147"/>
                  </a:lnTo>
                  <a:lnTo>
                    <a:pt x="1424078" y="123517"/>
                  </a:lnTo>
                  <a:lnTo>
                    <a:pt x="1389507" y="156747"/>
                  </a:lnTo>
                  <a:lnTo>
                    <a:pt x="1358705" y="195143"/>
                  </a:lnTo>
                  <a:lnTo>
                    <a:pt x="1332566" y="236605"/>
                  </a:lnTo>
                  <a:lnTo>
                    <a:pt x="1310233" y="280496"/>
                  </a:lnTo>
                  <a:lnTo>
                    <a:pt x="1290848" y="326183"/>
                  </a:lnTo>
                  <a:lnTo>
                    <a:pt x="1273553" y="373030"/>
                  </a:lnTo>
                  <a:lnTo>
                    <a:pt x="1257492" y="420404"/>
                  </a:lnTo>
                  <a:lnTo>
                    <a:pt x="1241805" y="467669"/>
                  </a:lnTo>
                  <a:lnTo>
                    <a:pt x="1225294" y="514790"/>
                  </a:lnTo>
                  <a:lnTo>
                    <a:pt x="1206796" y="561536"/>
                  </a:lnTo>
                  <a:lnTo>
                    <a:pt x="1185679" y="606998"/>
                  </a:lnTo>
                  <a:lnTo>
                    <a:pt x="1161309" y="650263"/>
                  </a:lnTo>
                  <a:lnTo>
                    <a:pt x="1133054" y="690422"/>
                  </a:lnTo>
                  <a:lnTo>
                    <a:pt x="1100280" y="726562"/>
                  </a:lnTo>
                  <a:lnTo>
                    <a:pt x="1062354" y="757775"/>
                  </a:lnTo>
                  <a:lnTo>
                    <a:pt x="1021102" y="781923"/>
                  </a:lnTo>
                  <a:lnTo>
                    <a:pt x="977205" y="800108"/>
                  </a:lnTo>
                  <a:lnTo>
                    <a:pt x="931249" y="813412"/>
                  </a:lnTo>
                  <a:lnTo>
                    <a:pt x="883826" y="822920"/>
                  </a:lnTo>
                  <a:lnTo>
                    <a:pt x="835523" y="829714"/>
                  </a:lnTo>
                  <a:lnTo>
                    <a:pt x="688322" y="844613"/>
                  </a:lnTo>
                  <a:lnTo>
                    <a:pt x="638135" y="850528"/>
                  </a:lnTo>
                  <a:lnTo>
                    <a:pt x="588077" y="857243"/>
                  </a:lnTo>
                  <a:lnTo>
                    <a:pt x="538155" y="864753"/>
                  </a:lnTo>
                  <a:lnTo>
                    <a:pt x="488376" y="873056"/>
                  </a:lnTo>
                  <a:lnTo>
                    <a:pt x="438747" y="882150"/>
                  </a:lnTo>
                  <a:lnTo>
                    <a:pt x="389275" y="892030"/>
                  </a:lnTo>
                  <a:lnTo>
                    <a:pt x="339968" y="902695"/>
                  </a:lnTo>
                  <a:lnTo>
                    <a:pt x="290832" y="914141"/>
                  </a:lnTo>
                  <a:lnTo>
                    <a:pt x="241873" y="926365"/>
                  </a:lnTo>
                  <a:lnTo>
                    <a:pt x="193100" y="939365"/>
                  </a:lnTo>
                  <a:lnTo>
                    <a:pt x="144519" y="953137"/>
                  </a:lnTo>
                  <a:lnTo>
                    <a:pt x="96138" y="967678"/>
                  </a:lnTo>
                  <a:lnTo>
                    <a:pt x="47962" y="982986"/>
                  </a:lnTo>
                  <a:lnTo>
                    <a:pt x="0" y="999058"/>
                  </a:lnTo>
                  <a:lnTo>
                    <a:pt x="200753" y="1007595"/>
                  </a:lnTo>
                  <a:lnTo>
                    <a:pt x="552237" y="1017374"/>
                  </a:lnTo>
                  <a:lnTo>
                    <a:pt x="1004316" y="1021540"/>
                  </a:lnTo>
                  <a:lnTo>
                    <a:pt x="1647444" y="1014652"/>
                  </a:lnTo>
                  <a:lnTo>
                    <a:pt x="1647444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30539" y="4087368"/>
              <a:ext cx="97535" cy="99059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0" y="0"/>
            <a:ext cx="2901950" cy="1247775"/>
            <a:chOff x="0" y="0"/>
            <a:chExt cx="2901950" cy="1247775"/>
          </a:xfrm>
        </p:grpSpPr>
        <p:sp>
          <p:nvSpPr>
            <p:cNvPr id="10" name="object 10"/>
            <p:cNvSpPr/>
            <p:nvPr/>
          </p:nvSpPr>
          <p:spPr>
            <a:xfrm>
              <a:off x="0" y="82296"/>
              <a:ext cx="2552065" cy="1165225"/>
            </a:xfrm>
            <a:custGeom>
              <a:avLst/>
              <a:gdLst/>
              <a:ahLst/>
              <a:cxnLst/>
              <a:rect l="l" t="t" r="r" b="b"/>
              <a:pathLst>
                <a:path w="2552065" h="1165225">
                  <a:moveTo>
                    <a:pt x="2322829" y="0"/>
                  </a:moveTo>
                  <a:lnTo>
                    <a:pt x="2254091" y="531"/>
                  </a:lnTo>
                  <a:lnTo>
                    <a:pt x="2186389" y="1881"/>
                  </a:lnTo>
                  <a:lnTo>
                    <a:pt x="2026972" y="7173"/>
                  </a:lnTo>
                  <a:lnTo>
                    <a:pt x="246700" y="56194"/>
                  </a:lnTo>
                  <a:lnTo>
                    <a:pt x="97565" y="64835"/>
                  </a:lnTo>
                  <a:lnTo>
                    <a:pt x="0" y="72146"/>
                  </a:lnTo>
                  <a:lnTo>
                    <a:pt x="0" y="1164952"/>
                  </a:lnTo>
                  <a:lnTo>
                    <a:pt x="41988" y="1150924"/>
                  </a:lnTo>
                  <a:lnTo>
                    <a:pt x="88993" y="1131605"/>
                  </a:lnTo>
                  <a:lnTo>
                    <a:pt x="133659" y="1109507"/>
                  </a:lnTo>
                  <a:lnTo>
                    <a:pt x="175768" y="1084754"/>
                  </a:lnTo>
                  <a:lnTo>
                    <a:pt x="215098" y="1057475"/>
                  </a:lnTo>
                  <a:lnTo>
                    <a:pt x="251431" y="1027795"/>
                  </a:lnTo>
                  <a:lnTo>
                    <a:pt x="284545" y="995841"/>
                  </a:lnTo>
                  <a:lnTo>
                    <a:pt x="314222" y="961740"/>
                  </a:lnTo>
                  <a:lnTo>
                    <a:pt x="340240" y="925618"/>
                  </a:lnTo>
                  <a:lnTo>
                    <a:pt x="362381" y="887602"/>
                  </a:lnTo>
                  <a:lnTo>
                    <a:pt x="380999" y="845634"/>
                  </a:lnTo>
                  <a:lnTo>
                    <a:pt x="397030" y="802129"/>
                  </a:lnTo>
                  <a:lnTo>
                    <a:pt x="411850" y="757928"/>
                  </a:lnTo>
                  <a:lnTo>
                    <a:pt x="426831" y="713871"/>
                  </a:lnTo>
                  <a:lnTo>
                    <a:pt x="443347" y="670798"/>
                  </a:lnTo>
                  <a:lnTo>
                    <a:pt x="462771" y="629550"/>
                  </a:lnTo>
                  <a:lnTo>
                    <a:pt x="486478" y="590967"/>
                  </a:lnTo>
                  <a:lnTo>
                    <a:pt x="515840" y="555891"/>
                  </a:lnTo>
                  <a:lnTo>
                    <a:pt x="552232" y="525161"/>
                  </a:lnTo>
                  <a:lnTo>
                    <a:pt x="597026" y="499617"/>
                  </a:lnTo>
                  <a:lnTo>
                    <a:pt x="662568" y="478869"/>
                  </a:lnTo>
                  <a:lnTo>
                    <a:pt x="731557" y="471931"/>
                  </a:lnTo>
                  <a:lnTo>
                    <a:pt x="1901791" y="471931"/>
                  </a:lnTo>
                  <a:lnTo>
                    <a:pt x="1907546" y="465035"/>
                  </a:lnTo>
                  <a:lnTo>
                    <a:pt x="1936686" y="427870"/>
                  </a:lnTo>
                  <a:lnTo>
                    <a:pt x="1964327" y="391141"/>
                  </a:lnTo>
                  <a:lnTo>
                    <a:pt x="1990729" y="355422"/>
                  </a:lnTo>
                  <a:lnTo>
                    <a:pt x="2016153" y="321288"/>
                  </a:lnTo>
                  <a:lnTo>
                    <a:pt x="2040860" y="289314"/>
                  </a:lnTo>
                  <a:lnTo>
                    <a:pt x="2089162" y="234140"/>
                  </a:lnTo>
                  <a:lnTo>
                    <a:pt x="2152018" y="181923"/>
                  </a:lnTo>
                  <a:lnTo>
                    <a:pt x="2193586" y="154007"/>
                  </a:lnTo>
                  <a:lnTo>
                    <a:pt x="2237793" y="128486"/>
                  </a:lnTo>
                  <a:lnTo>
                    <a:pt x="2284451" y="105507"/>
                  </a:lnTo>
                  <a:lnTo>
                    <a:pt x="2333370" y="85216"/>
                  </a:lnTo>
                  <a:lnTo>
                    <a:pt x="2481192" y="53459"/>
                  </a:lnTo>
                  <a:lnTo>
                    <a:pt x="2528694" y="41138"/>
                  </a:lnTo>
                  <a:lnTo>
                    <a:pt x="2551556" y="28701"/>
                  </a:lnTo>
                  <a:lnTo>
                    <a:pt x="2543862" y="17036"/>
                  </a:lnTo>
                  <a:lnTo>
                    <a:pt x="2511918" y="8833"/>
                  </a:lnTo>
                  <a:lnTo>
                    <a:pt x="2460948" y="3592"/>
                  </a:lnTo>
                  <a:lnTo>
                    <a:pt x="2396177" y="814"/>
                  </a:lnTo>
                  <a:lnTo>
                    <a:pt x="2322829" y="0"/>
                  </a:lnTo>
                  <a:close/>
                </a:path>
                <a:path w="2552065" h="1165225">
                  <a:moveTo>
                    <a:pt x="1901791" y="471931"/>
                  </a:moveTo>
                  <a:lnTo>
                    <a:pt x="731557" y="471931"/>
                  </a:lnTo>
                  <a:lnTo>
                    <a:pt x="768525" y="473904"/>
                  </a:lnTo>
                  <a:lnTo>
                    <a:pt x="804844" y="479805"/>
                  </a:lnTo>
                  <a:lnTo>
                    <a:pt x="873340" y="503300"/>
                  </a:lnTo>
                  <a:lnTo>
                    <a:pt x="928172" y="536072"/>
                  </a:lnTo>
                  <a:lnTo>
                    <a:pt x="1001312" y="583739"/>
                  </a:lnTo>
                  <a:lnTo>
                    <a:pt x="1043914" y="610251"/>
                  </a:lnTo>
                  <a:lnTo>
                    <a:pt x="1090091" y="637000"/>
                  </a:lnTo>
                  <a:lnTo>
                    <a:pt x="1139510" y="662822"/>
                  </a:lnTo>
                  <a:lnTo>
                    <a:pt x="1191836" y="686557"/>
                  </a:lnTo>
                  <a:lnTo>
                    <a:pt x="1246737" y="707040"/>
                  </a:lnTo>
                  <a:lnTo>
                    <a:pt x="1303877" y="723110"/>
                  </a:lnTo>
                  <a:lnTo>
                    <a:pt x="1362924" y="733605"/>
                  </a:lnTo>
                  <a:lnTo>
                    <a:pt x="1423542" y="737362"/>
                  </a:lnTo>
                  <a:lnTo>
                    <a:pt x="1436637" y="737171"/>
                  </a:lnTo>
                  <a:lnTo>
                    <a:pt x="1476374" y="734313"/>
                  </a:lnTo>
                  <a:lnTo>
                    <a:pt x="1534835" y="724377"/>
                  </a:lnTo>
                  <a:lnTo>
                    <a:pt x="1589192" y="709134"/>
                  </a:lnTo>
                  <a:lnTo>
                    <a:pt x="1639705" y="689157"/>
                  </a:lnTo>
                  <a:lnTo>
                    <a:pt x="1686634" y="665021"/>
                  </a:lnTo>
                  <a:lnTo>
                    <a:pt x="1730240" y="637301"/>
                  </a:lnTo>
                  <a:lnTo>
                    <a:pt x="1770784" y="606570"/>
                  </a:lnTo>
                  <a:lnTo>
                    <a:pt x="1808526" y="573404"/>
                  </a:lnTo>
                  <a:lnTo>
                    <a:pt x="1843727" y="538377"/>
                  </a:lnTo>
                  <a:lnTo>
                    <a:pt x="1876647" y="502062"/>
                  </a:lnTo>
                  <a:lnTo>
                    <a:pt x="1901791" y="471931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187" y="0"/>
              <a:ext cx="2775585" cy="487680"/>
            </a:xfrm>
            <a:custGeom>
              <a:avLst/>
              <a:gdLst/>
              <a:ahLst/>
              <a:cxnLst/>
              <a:rect l="l" t="t" r="r" b="b"/>
              <a:pathLst>
                <a:path w="2775585" h="487680">
                  <a:moveTo>
                    <a:pt x="2775337" y="0"/>
                  </a:moveTo>
                  <a:lnTo>
                    <a:pt x="58792" y="0"/>
                  </a:lnTo>
                  <a:lnTo>
                    <a:pt x="60697" y="36833"/>
                  </a:lnTo>
                  <a:lnTo>
                    <a:pt x="62081" y="87184"/>
                  </a:lnTo>
                  <a:lnTo>
                    <a:pt x="62003" y="137509"/>
                  </a:lnTo>
                  <a:lnTo>
                    <a:pt x="60218" y="187790"/>
                  </a:lnTo>
                  <a:lnTo>
                    <a:pt x="56481" y="238013"/>
                  </a:lnTo>
                  <a:lnTo>
                    <a:pt x="50550" y="288161"/>
                  </a:lnTo>
                  <a:lnTo>
                    <a:pt x="42180" y="338217"/>
                  </a:lnTo>
                  <a:lnTo>
                    <a:pt x="31128" y="388167"/>
                  </a:lnTo>
                  <a:lnTo>
                    <a:pt x="17115" y="438091"/>
                  </a:lnTo>
                  <a:lnTo>
                    <a:pt x="0" y="487679"/>
                  </a:lnTo>
                  <a:lnTo>
                    <a:pt x="80210" y="484457"/>
                  </a:lnTo>
                  <a:lnTo>
                    <a:pt x="152002" y="479731"/>
                  </a:lnTo>
                  <a:lnTo>
                    <a:pt x="215966" y="473633"/>
                  </a:lnTo>
                  <a:lnTo>
                    <a:pt x="272692" y="466291"/>
                  </a:lnTo>
                  <a:lnTo>
                    <a:pt x="322770" y="457834"/>
                  </a:lnTo>
                  <a:lnTo>
                    <a:pt x="366791" y="448391"/>
                  </a:lnTo>
                  <a:lnTo>
                    <a:pt x="405345" y="438091"/>
                  </a:lnTo>
                  <a:lnTo>
                    <a:pt x="468413" y="415436"/>
                  </a:lnTo>
                  <a:lnTo>
                    <a:pt x="516697" y="390902"/>
                  </a:lnTo>
                  <a:lnTo>
                    <a:pt x="554919" y="365521"/>
                  </a:lnTo>
                  <a:lnTo>
                    <a:pt x="587802" y="340326"/>
                  </a:lnTo>
                  <a:lnTo>
                    <a:pt x="603717" y="328120"/>
                  </a:lnTo>
                  <a:lnTo>
                    <a:pt x="637446" y="305139"/>
                  </a:lnTo>
                  <a:lnTo>
                    <a:pt x="677642" y="284923"/>
                  </a:lnTo>
                  <a:lnTo>
                    <a:pt x="729028" y="268507"/>
                  </a:lnTo>
                  <a:lnTo>
                    <a:pt x="796326" y="256921"/>
                  </a:lnTo>
                  <a:lnTo>
                    <a:pt x="852522" y="252190"/>
                  </a:lnTo>
                  <a:lnTo>
                    <a:pt x="908442" y="250698"/>
                  </a:lnTo>
                  <a:lnTo>
                    <a:pt x="2240431" y="250698"/>
                  </a:lnTo>
                  <a:lnTo>
                    <a:pt x="2251467" y="247809"/>
                  </a:lnTo>
                  <a:lnTo>
                    <a:pt x="2311357" y="230260"/>
                  </a:lnTo>
                  <a:lnTo>
                    <a:pt x="2368757" y="211650"/>
                  </a:lnTo>
                  <a:lnTo>
                    <a:pt x="2423461" y="192196"/>
                  </a:lnTo>
                  <a:lnTo>
                    <a:pt x="2475258" y="172116"/>
                  </a:lnTo>
                  <a:lnTo>
                    <a:pt x="2523943" y="151626"/>
                  </a:lnTo>
                  <a:lnTo>
                    <a:pt x="2569305" y="130944"/>
                  </a:lnTo>
                  <a:lnTo>
                    <a:pt x="2611136" y="110287"/>
                  </a:lnTo>
                  <a:lnTo>
                    <a:pt x="2649229" y="89872"/>
                  </a:lnTo>
                  <a:lnTo>
                    <a:pt x="2683375" y="69917"/>
                  </a:lnTo>
                  <a:lnTo>
                    <a:pt x="2738993" y="32253"/>
                  </a:lnTo>
                  <a:lnTo>
                    <a:pt x="2760048" y="14979"/>
                  </a:lnTo>
                  <a:lnTo>
                    <a:pt x="2775337" y="0"/>
                  </a:lnTo>
                  <a:close/>
                </a:path>
                <a:path w="2775585" h="487680">
                  <a:moveTo>
                    <a:pt x="2240431" y="250698"/>
                  </a:moveTo>
                  <a:lnTo>
                    <a:pt x="908442" y="250698"/>
                  </a:lnTo>
                  <a:lnTo>
                    <a:pt x="952414" y="251530"/>
                  </a:lnTo>
                  <a:lnTo>
                    <a:pt x="996489" y="253884"/>
                  </a:lnTo>
                  <a:lnTo>
                    <a:pt x="1040792" y="257542"/>
                  </a:lnTo>
                  <a:lnTo>
                    <a:pt x="1085451" y="262286"/>
                  </a:lnTo>
                  <a:lnTo>
                    <a:pt x="1130590" y="267900"/>
                  </a:lnTo>
                  <a:lnTo>
                    <a:pt x="1367911" y="301398"/>
                  </a:lnTo>
                  <a:lnTo>
                    <a:pt x="1418582" y="307663"/>
                  </a:lnTo>
                  <a:lnTo>
                    <a:pt x="1470616" y="313277"/>
                  </a:lnTo>
                  <a:lnTo>
                    <a:pt x="1524139" y="318021"/>
                  </a:lnTo>
                  <a:lnTo>
                    <a:pt x="1579277" y="321679"/>
                  </a:lnTo>
                  <a:lnTo>
                    <a:pt x="1636156" y="324033"/>
                  </a:lnTo>
                  <a:lnTo>
                    <a:pt x="1694902" y="324865"/>
                  </a:lnTo>
                  <a:lnTo>
                    <a:pt x="1749046" y="324147"/>
                  </a:lnTo>
                  <a:lnTo>
                    <a:pt x="1804868" y="321881"/>
                  </a:lnTo>
                  <a:lnTo>
                    <a:pt x="1862477" y="317900"/>
                  </a:lnTo>
                  <a:lnTo>
                    <a:pt x="1921978" y="312038"/>
                  </a:lnTo>
                  <a:lnTo>
                    <a:pt x="1991187" y="303052"/>
                  </a:lnTo>
                  <a:lnTo>
                    <a:pt x="2058949" y="291919"/>
                  </a:lnTo>
                  <a:lnTo>
                    <a:pt x="2125055" y="278856"/>
                  </a:lnTo>
                  <a:lnTo>
                    <a:pt x="2189297" y="264080"/>
                  </a:lnTo>
                  <a:lnTo>
                    <a:pt x="2240431" y="250698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6716" y="429768"/>
              <a:ext cx="163068" cy="16306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0"/>
              <a:ext cx="1562100" cy="972819"/>
            </a:xfrm>
            <a:custGeom>
              <a:avLst/>
              <a:gdLst/>
              <a:ahLst/>
              <a:cxnLst/>
              <a:rect l="l" t="t" r="r" b="b"/>
              <a:pathLst>
                <a:path w="1562100" h="972819">
                  <a:moveTo>
                    <a:pt x="1562006" y="0"/>
                  </a:moveTo>
                  <a:lnTo>
                    <a:pt x="0" y="0"/>
                  </a:lnTo>
                  <a:lnTo>
                    <a:pt x="0" y="972643"/>
                  </a:lnTo>
                  <a:lnTo>
                    <a:pt x="60299" y="953591"/>
                  </a:lnTo>
                  <a:lnTo>
                    <a:pt x="104346" y="935316"/>
                  </a:lnTo>
                  <a:lnTo>
                    <a:pt x="146875" y="914653"/>
                  </a:lnTo>
                  <a:lnTo>
                    <a:pt x="188892" y="890944"/>
                  </a:lnTo>
                  <a:lnTo>
                    <a:pt x="229466" y="864711"/>
                  </a:lnTo>
                  <a:lnTo>
                    <a:pt x="267569" y="835286"/>
                  </a:lnTo>
                  <a:lnTo>
                    <a:pt x="302171" y="802004"/>
                  </a:lnTo>
                  <a:lnTo>
                    <a:pt x="332959" y="763568"/>
                  </a:lnTo>
                  <a:lnTo>
                    <a:pt x="359090" y="722054"/>
                  </a:lnTo>
                  <a:lnTo>
                    <a:pt x="381417" y="678104"/>
                  </a:lnTo>
                  <a:lnTo>
                    <a:pt x="400795" y="632356"/>
                  </a:lnTo>
                  <a:lnTo>
                    <a:pt x="418079" y="585451"/>
                  </a:lnTo>
                  <a:lnTo>
                    <a:pt x="434123" y="538028"/>
                  </a:lnTo>
                  <a:lnTo>
                    <a:pt x="449783" y="490727"/>
                  </a:lnTo>
                  <a:lnTo>
                    <a:pt x="466325" y="443527"/>
                  </a:lnTo>
                  <a:lnTo>
                    <a:pt x="484840" y="396698"/>
                  </a:lnTo>
                  <a:lnTo>
                    <a:pt x="505962" y="351155"/>
                  </a:lnTo>
                  <a:lnTo>
                    <a:pt x="530326" y="307813"/>
                  </a:lnTo>
                  <a:lnTo>
                    <a:pt x="558567" y="267589"/>
                  </a:lnTo>
                  <a:lnTo>
                    <a:pt x="591321" y="231396"/>
                  </a:lnTo>
                  <a:lnTo>
                    <a:pt x="629221" y="200151"/>
                  </a:lnTo>
                  <a:lnTo>
                    <a:pt x="670485" y="175960"/>
                  </a:lnTo>
                  <a:lnTo>
                    <a:pt x="714389" y="157745"/>
                  </a:lnTo>
                  <a:lnTo>
                    <a:pt x="760347" y="144421"/>
                  </a:lnTo>
                  <a:lnTo>
                    <a:pt x="807774" y="134905"/>
                  </a:lnTo>
                  <a:lnTo>
                    <a:pt x="856083" y="128113"/>
                  </a:lnTo>
                  <a:lnTo>
                    <a:pt x="904689" y="122961"/>
                  </a:lnTo>
                  <a:lnTo>
                    <a:pt x="1003321" y="113237"/>
                  </a:lnTo>
                  <a:lnTo>
                    <a:pt x="1053512" y="107307"/>
                  </a:lnTo>
                  <a:lnTo>
                    <a:pt x="1103572" y="100576"/>
                  </a:lnTo>
                  <a:lnTo>
                    <a:pt x="1153495" y="93049"/>
                  </a:lnTo>
                  <a:lnTo>
                    <a:pt x="1203275" y="84727"/>
                  </a:lnTo>
                  <a:lnTo>
                    <a:pt x="1252903" y="75614"/>
                  </a:lnTo>
                  <a:lnTo>
                    <a:pt x="1302374" y="65713"/>
                  </a:lnTo>
                  <a:lnTo>
                    <a:pt x="1351680" y="55026"/>
                  </a:lnTo>
                  <a:lnTo>
                    <a:pt x="1400815" y="43556"/>
                  </a:lnTo>
                  <a:lnTo>
                    <a:pt x="1449771" y="31307"/>
                  </a:lnTo>
                  <a:lnTo>
                    <a:pt x="1498543" y="18282"/>
                  </a:lnTo>
                  <a:lnTo>
                    <a:pt x="1547122" y="4482"/>
                  </a:lnTo>
                  <a:lnTo>
                    <a:pt x="1562006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0119" y="891539"/>
              <a:ext cx="97536" cy="990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02635" y="231647"/>
              <a:ext cx="99059" cy="99060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2916" y="3444240"/>
            <a:ext cx="163067" cy="16459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3416" y="1236345"/>
            <a:ext cx="164592" cy="163067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163888" y="722213"/>
            <a:ext cx="4237482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System</a:t>
            </a:r>
            <a:r>
              <a:rPr spc="-40" dirty="0"/>
              <a:t> </a:t>
            </a:r>
            <a:r>
              <a:rPr lang="en-US" dirty="0"/>
              <a:t>Model</a:t>
            </a:r>
            <a:endParaRPr dirty="0"/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27486" y="1370995"/>
            <a:ext cx="3854514" cy="321654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82320" y="122169"/>
            <a:ext cx="1590952" cy="76769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CE82CA9-7C97-37F7-66EE-D8F8C8E3313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37" y="1368126"/>
            <a:ext cx="4239684" cy="30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00350" cy="1526540"/>
            <a:chOff x="0" y="0"/>
            <a:chExt cx="2800350" cy="152654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00350" cy="1526540"/>
            </a:xfrm>
            <a:custGeom>
              <a:avLst/>
              <a:gdLst/>
              <a:ahLst/>
              <a:cxnLst/>
              <a:rect l="l" t="t" r="r" b="b"/>
              <a:pathLst>
                <a:path w="2800350" h="1526540">
                  <a:moveTo>
                    <a:pt x="2799938" y="0"/>
                  </a:moveTo>
                  <a:lnTo>
                    <a:pt x="0" y="0"/>
                  </a:lnTo>
                  <a:lnTo>
                    <a:pt x="0" y="1526269"/>
                  </a:lnTo>
                  <a:lnTo>
                    <a:pt x="52922" y="1515295"/>
                  </a:lnTo>
                  <a:lnTo>
                    <a:pt x="100955" y="1501947"/>
                  </a:lnTo>
                  <a:lnTo>
                    <a:pt x="147653" y="1485774"/>
                  </a:lnTo>
                  <a:lnTo>
                    <a:pt x="192880" y="1466870"/>
                  </a:lnTo>
                  <a:lnTo>
                    <a:pt x="236503" y="1445327"/>
                  </a:lnTo>
                  <a:lnTo>
                    <a:pt x="278385" y="1421238"/>
                  </a:lnTo>
                  <a:lnTo>
                    <a:pt x="318394" y="1394698"/>
                  </a:lnTo>
                  <a:lnTo>
                    <a:pt x="356394" y="1365798"/>
                  </a:lnTo>
                  <a:lnTo>
                    <a:pt x="392250" y="1334633"/>
                  </a:lnTo>
                  <a:lnTo>
                    <a:pt x="425829" y="1301295"/>
                  </a:lnTo>
                  <a:lnTo>
                    <a:pt x="456996" y="1265878"/>
                  </a:lnTo>
                  <a:lnTo>
                    <a:pt x="485616" y="1228475"/>
                  </a:lnTo>
                  <a:lnTo>
                    <a:pt x="511555" y="1189179"/>
                  </a:lnTo>
                  <a:lnTo>
                    <a:pt x="534677" y="1148083"/>
                  </a:lnTo>
                  <a:lnTo>
                    <a:pt x="554850" y="1105280"/>
                  </a:lnTo>
                  <a:lnTo>
                    <a:pt x="571501" y="1060967"/>
                  </a:lnTo>
                  <a:lnTo>
                    <a:pt x="586194" y="1015246"/>
                  </a:lnTo>
                  <a:lnTo>
                    <a:pt x="599641" y="968645"/>
                  </a:lnTo>
                  <a:lnTo>
                    <a:pt x="612556" y="921690"/>
                  </a:lnTo>
                  <a:lnTo>
                    <a:pt x="625650" y="874908"/>
                  </a:lnTo>
                  <a:lnTo>
                    <a:pt x="639638" y="828825"/>
                  </a:lnTo>
                  <a:lnTo>
                    <a:pt x="655232" y="783970"/>
                  </a:lnTo>
                  <a:lnTo>
                    <a:pt x="673146" y="740868"/>
                  </a:lnTo>
                  <a:lnTo>
                    <a:pt x="694092" y="700047"/>
                  </a:lnTo>
                  <a:lnTo>
                    <a:pt x="718784" y="662033"/>
                  </a:lnTo>
                  <a:lnTo>
                    <a:pt x="747935" y="627353"/>
                  </a:lnTo>
                  <a:lnTo>
                    <a:pt x="782257" y="596534"/>
                  </a:lnTo>
                  <a:lnTo>
                    <a:pt x="822464" y="570102"/>
                  </a:lnTo>
                  <a:lnTo>
                    <a:pt x="859069" y="553434"/>
                  </a:lnTo>
                  <a:lnTo>
                    <a:pt x="897200" y="541527"/>
                  </a:lnTo>
                  <a:lnTo>
                    <a:pt x="936318" y="534384"/>
                  </a:lnTo>
                  <a:lnTo>
                    <a:pt x="975880" y="532002"/>
                  </a:lnTo>
                  <a:lnTo>
                    <a:pt x="2310437" y="532002"/>
                  </a:lnTo>
                  <a:lnTo>
                    <a:pt x="2322923" y="513545"/>
                  </a:lnTo>
                  <a:lnTo>
                    <a:pt x="2348839" y="473434"/>
                  </a:lnTo>
                  <a:lnTo>
                    <a:pt x="2373699" y="433670"/>
                  </a:lnTo>
                  <a:lnTo>
                    <a:pt x="2420824" y="356701"/>
                  </a:lnTo>
                  <a:lnTo>
                    <a:pt x="2443374" y="320256"/>
                  </a:lnTo>
                  <a:lnTo>
                    <a:pt x="2465437" y="285677"/>
                  </a:lnTo>
                  <a:lnTo>
                    <a:pt x="2487158" y="253343"/>
                  </a:lnTo>
                  <a:lnTo>
                    <a:pt x="2530138" y="196929"/>
                  </a:lnTo>
                  <a:lnTo>
                    <a:pt x="2588238" y="138755"/>
                  </a:lnTo>
                  <a:lnTo>
                    <a:pt x="2627079" y="106026"/>
                  </a:lnTo>
                  <a:lnTo>
                    <a:pt x="2668079" y="75533"/>
                  </a:lnTo>
                  <a:lnTo>
                    <a:pt x="2711111" y="47389"/>
                  </a:lnTo>
                  <a:lnTo>
                    <a:pt x="2756047" y="21708"/>
                  </a:lnTo>
                  <a:lnTo>
                    <a:pt x="2799938" y="0"/>
                  </a:lnTo>
                  <a:close/>
                </a:path>
                <a:path w="2800350" h="1526540">
                  <a:moveTo>
                    <a:pt x="2310437" y="532002"/>
                  </a:moveTo>
                  <a:lnTo>
                    <a:pt x="975880" y="532002"/>
                  </a:lnTo>
                  <a:lnTo>
                    <a:pt x="1018040" y="534713"/>
                  </a:lnTo>
                  <a:lnTo>
                    <a:pt x="1059462" y="542829"/>
                  </a:lnTo>
                  <a:lnTo>
                    <a:pt x="1099517" y="556327"/>
                  </a:lnTo>
                  <a:lnTo>
                    <a:pt x="1137576" y="575183"/>
                  </a:lnTo>
                  <a:lnTo>
                    <a:pt x="1185834" y="609338"/>
                  </a:lnTo>
                  <a:lnTo>
                    <a:pt x="1247840" y="658255"/>
                  </a:lnTo>
                  <a:lnTo>
                    <a:pt x="1283512" y="686199"/>
                  </a:lnTo>
                  <a:lnTo>
                    <a:pt x="1322038" y="715374"/>
                  </a:lnTo>
                  <a:lnTo>
                    <a:pt x="1363222" y="744960"/>
                  </a:lnTo>
                  <a:lnTo>
                    <a:pt x="1406870" y="774135"/>
                  </a:lnTo>
                  <a:lnTo>
                    <a:pt x="1452787" y="802082"/>
                  </a:lnTo>
                  <a:lnTo>
                    <a:pt x="1500779" y="827978"/>
                  </a:lnTo>
                  <a:lnTo>
                    <a:pt x="1550651" y="851005"/>
                  </a:lnTo>
                  <a:lnTo>
                    <a:pt x="1602209" y="870343"/>
                  </a:lnTo>
                  <a:lnTo>
                    <a:pt x="1655256" y="885170"/>
                  </a:lnTo>
                  <a:lnTo>
                    <a:pt x="1709600" y="894668"/>
                  </a:lnTo>
                  <a:lnTo>
                    <a:pt x="1765045" y="898016"/>
                  </a:lnTo>
                  <a:lnTo>
                    <a:pt x="1779970" y="897755"/>
                  </a:lnTo>
                  <a:lnTo>
                    <a:pt x="1825243" y="893826"/>
                  </a:lnTo>
                  <a:lnTo>
                    <a:pt x="1877828" y="883752"/>
                  </a:lnTo>
                  <a:lnTo>
                    <a:pt x="1927508" y="869089"/>
                  </a:lnTo>
                  <a:lnTo>
                    <a:pt x="1974424" y="850218"/>
                  </a:lnTo>
                  <a:lnTo>
                    <a:pt x="2018719" y="827518"/>
                  </a:lnTo>
                  <a:lnTo>
                    <a:pt x="2060536" y="801368"/>
                  </a:lnTo>
                  <a:lnTo>
                    <a:pt x="2100017" y="772148"/>
                  </a:lnTo>
                  <a:lnTo>
                    <a:pt x="2137303" y="740238"/>
                  </a:lnTo>
                  <a:lnTo>
                    <a:pt x="2172538" y="706018"/>
                  </a:lnTo>
                  <a:lnTo>
                    <a:pt x="2205864" y="669866"/>
                  </a:lnTo>
                  <a:lnTo>
                    <a:pt x="2237423" y="632164"/>
                  </a:lnTo>
                  <a:lnTo>
                    <a:pt x="2267358" y="593289"/>
                  </a:lnTo>
                  <a:lnTo>
                    <a:pt x="2295811" y="553623"/>
                  </a:lnTo>
                  <a:lnTo>
                    <a:pt x="2310437" y="532002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152650" cy="962025"/>
            </a:xfrm>
            <a:custGeom>
              <a:avLst/>
              <a:gdLst/>
              <a:ahLst/>
              <a:cxnLst/>
              <a:rect l="l" t="t" r="r" b="b"/>
              <a:pathLst>
                <a:path w="2152650" h="962025">
                  <a:moveTo>
                    <a:pt x="2152194" y="0"/>
                  </a:moveTo>
                  <a:lnTo>
                    <a:pt x="0" y="0"/>
                  </a:lnTo>
                  <a:lnTo>
                    <a:pt x="0" y="929870"/>
                  </a:lnTo>
                  <a:lnTo>
                    <a:pt x="25607" y="939061"/>
                  </a:lnTo>
                  <a:lnTo>
                    <a:pt x="194513" y="961644"/>
                  </a:lnTo>
                  <a:lnTo>
                    <a:pt x="243045" y="959610"/>
                  </a:lnTo>
                  <a:lnTo>
                    <a:pt x="292460" y="953167"/>
                  </a:lnTo>
                  <a:lnTo>
                    <a:pt x="342482" y="941800"/>
                  </a:lnTo>
                  <a:lnTo>
                    <a:pt x="392835" y="924992"/>
                  </a:lnTo>
                  <a:lnTo>
                    <a:pt x="443244" y="902230"/>
                  </a:lnTo>
                  <a:lnTo>
                    <a:pt x="493433" y="872998"/>
                  </a:lnTo>
                  <a:lnTo>
                    <a:pt x="542279" y="838538"/>
                  </a:lnTo>
                  <a:lnTo>
                    <a:pt x="585156" y="803380"/>
                  </a:lnTo>
                  <a:lnTo>
                    <a:pt x="622680" y="767725"/>
                  </a:lnTo>
                  <a:lnTo>
                    <a:pt x="655468" y="731775"/>
                  </a:lnTo>
                  <a:lnTo>
                    <a:pt x="684136" y="695731"/>
                  </a:lnTo>
                  <a:lnTo>
                    <a:pt x="709302" y="659797"/>
                  </a:lnTo>
                  <a:lnTo>
                    <a:pt x="731581" y="624174"/>
                  </a:lnTo>
                  <a:lnTo>
                    <a:pt x="751591" y="589064"/>
                  </a:lnTo>
                  <a:lnTo>
                    <a:pt x="769948" y="554669"/>
                  </a:lnTo>
                  <a:lnTo>
                    <a:pt x="787269" y="521192"/>
                  </a:lnTo>
                  <a:lnTo>
                    <a:pt x="804171" y="488833"/>
                  </a:lnTo>
                  <a:lnTo>
                    <a:pt x="839184" y="428282"/>
                  </a:lnTo>
                  <a:lnTo>
                    <a:pt x="879920" y="374632"/>
                  </a:lnTo>
                  <a:lnTo>
                    <a:pt x="931313" y="329499"/>
                  </a:lnTo>
                  <a:lnTo>
                    <a:pt x="998297" y="294499"/>
                  </a:lnTo>
                  <a:lnTo>
                    <a:pt x="1039177" y="281304"/>
                  </a:lnTo>
                  <a:lnTo>
                    <a:pt x="1087802" y="270254"/>
                  </a:lnTo>
                  <a:lnTo>
                    <a:pt x="1136637" y="262905"/>
                  </a:lnTo>
                  <a:lnTo>
                    <a:pt x="1185595" y="258820"/>
                  </a:lnTo>
                  <a:lnTo>
                    <a:pt x="1234592" y="257555"/>
                  </a:lnTo>
                  <a:lnTo>
                    <a:pt x="1938705" y="257555"/>
                  </a:lnTo>
                  <a:lnTo>
                    <a:pt x="1954068" y="250027"/>
                  </a:lnTo>
                  <a:lnTo>
                    <a:pt x="1987613" y="228631"/>
                  </a:lnTo>
                  <a:lnTo>
                    <a:pt x="2019766" y="202550"/>
                  </a:lnTo>
                  <a:lnTo>
                    <a:pt x="2050453" y="171413"/>
                  </a:lnTo>
                  <a:lnTo>
                    <a:pt x="2079601" y="134846"/>
                  </a:lnTo>
                  <a:lnTo>
                    <a:pt x="2107136" y="92478"/>
                  </a:lnTo>
                  <a:lnTo>
                    <a:pt x="2132983" y="43937"/>
                  </a:lnTo>
                  <a:lnTo>
                    <a:pt x="2152194" y="0"/>
                  </a:lnTo>
                  <a:close/>
                </a:path>
                <a:path w="2152650" h="962025">
                  <a:moveTo>
                    <a:pt x="1938705" y="257555"/>
                  </a:moveTo>
                  <a:lnTo>
                    <a:pt x="1234592" y="257555"/>
                  </a:lnTo>
                  <a:lnTo>
                    <a:pt x="1285893" y="258768"/>
                  </a:lnTo>
                  <a:lnTo>
                    <a:pt x="1337024" y="262059"/>
                  </a:lnTo>
                  <a:lnTo>
                    <a:pt x="1387884" y="266910"/>
                  </a:lnTo>
                  <a:lnTo>
                    <a:pt x="1586561" y="291508"/>
                  </a:lnTo>
                  <a:lnTo>
                    <a:pt x="1634529" y="296359"/>
                  </a:lnTo>
                  <a:lnTo>
                    <a:pt x="1681612" y="299650"/>
                  </a:lnTo>
                  <a:lnTo>
                    <a:pt x="1727708" y="300863"/>
                  </a:lnTo>
                  <a:lnTo>
                    <a:pt x="1768052" y="299761"/>
                  </a:lnTo>
                  <a:lnTo>
                    <a:pt x="1807448" y="296206"/>
                  </a:lnTo>
                  <a:lnTo>
                    <a:pt x="1845821" y="289828"/>
                  </a:lnTo>
                  <a:lnTo>
                    <a:pt x="1883098" y="280254"/>
                  </a:lnTo>
                  <a:lnTo>
                    <a:pt x="1919205" y="267111"/>
                  </a:lnTo>
                  <a:lnTo>
                    <a:pt x="1938705" y="257555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137920" cy="500380"/>
            </a:xfrm>
            <a:custGeom>
              <a:avLst/>
              <a:gdLst/>
              <a:ahLst/>
              <a:cxnLst/>
              <a:rect l="l" t="t" r="r" b="b"/>
              <a:pathLst>
                <a:path w="1137920" h="500380">
                  <a:moveTo>
                    <a:pt x="1133603" y="0"/>
                  </a:moveTo>
                  <a:lnTo>
                    <a:pt x="0" y="0"/>
                  </a:lnTo>
                  <a:lnTo>
                    <a:pt x="0" y="243681"/>
                  </a:lnTo>
                  <a:lnTo>
                    <a:pt x="23301" y="247135"/>
                  </a:lnTo>
                  <a:lnTo>
                    <a:pt x="66534" y="258147"/>
                  </a:lnTo>
                  <a:lnTo>
                    <a:pt x="108770" y="272903"/>
                  </a:lnTo>
                  <a:lnTo>
                    <a:pt x="150290" y="290732"/>
                  </a:lnTo>
                  <a:lnTo>
                    <a:pt x="191378" y="310961"/>
                  </a:lnTo>
                  <a:lnTo>
                    <a:pt x="232315" y="332920"/>
                  </a:lnTo>
                  <a:lnTo>
                    <a:pt x="314863" y="379341"/>
                  </a:lnTo>
                  <a:lnTo>
                    <a:pt x="357038" y="402459"/>
                  </a:lnTo>
                  <a:lnTo>
                    <a:pt x="400191" y="424622"/>
                  </a:lnTo>
                  <a:lnTo>
                    <a:pt x="444602" y="445156"/>
                  </a:lnTo>
                  <a:lnTo>
                    <a:pt x="490553" y="463391"/>
                  </a:lnTo>
                  <a:lnTo>
                    <a:pt x="538328" y="478655"/>
                  </a:lnTo>
                  <a:lnTo>
                    <a:pt x="588207" y="490277"/>
                  </a:lnTo>
                  <a:lnTo>
                    <a:pt x="640473" y="497586"/>
                  </a:lnTo>
                  <a:lnTo>
                    <a:pt x="703841" y="499808"/>
                  </a:lnTo>
                  <a:lnTo>
                    <a:pt x="736973" y="498121"/>
                  </a:lnTo>
                  <a:lnTo>
                    <a:pt x="813599" y="485683"/>
                  </a:lnTo>
                  <a:lnTo>
                    <a:pt x="855428" y="471476"/>
                  </a:lnTo>
                  <a:lnTo>
                    <a:pt x="896156" y="452225"/>
                  </a:lnTo>
                  <a:lnTo>
                    <a:pt x="935302" y="428366"/>
                  </a:lnTo>
                  <a:lnTo>
                    <a:pt x="972391" y="400335"/>
                  </a:lnTo>
                  <a:lnTo>
                    <a:pt x="1006944" y="368569"/>
                  </a:lnTo>
                  <a:lnTo>
                    <a:pt x="1038485" y="333504"/>
                  </a:lnTo>
                  <a:lnTo>
                    <a:pt x="1066534" y="295576"/>
                  </a:lnTo>
                  <a:lnTo>
                    <a:pt x="1090616" y="255220"/>
                  </a:lnTo>
                  <a:lnTo>
                    <a:pt x="1110251" y="212873"/>
                  </a:lnTo>
                  <a:lnTo>
                    <a:pt x="1124963" y="168972"/>
                  </a:lnTo>
                  <a:lnTo>
                    <a:pt x="1134275" y="123951"/>
                  </a:lnTo>
                  <a:lnTo>
                    <a:pt x="1137707" y="85012"/>
                  </a:lnTo>
                  <a:lnTo>
                    <a:pt x="1137526" y="42941"/>
                  </a:lnTo>
                  <a:lnTo>
                    <a:pt x="1133603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8695" y="458723"/>
              <a:ext cx="164592" cy="1630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680" y="696468"/>
              <a:ext cx="99059" cy="990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39" y="1261872"/>
              <a:ext cx="97536" cy="9906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728341" y="428625"/>
            <a:ext cx="36880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Hand</a:t>
            </a:r>
            <a:r>
              <a:rPr spc="-45" dirty="0"/>
              <a:t> </a:t>
            </a:r>
            <a:r>
              <a:rPr spc="-5" dirty="0"/>
              <a:t>Gesture</a:t>
            </a:r>
            <a:r>
              <a:rPr spc="-10" dirty="0"/>
              <a:t> </a:t>
            </a:r>
            <a:r>
              <a:rPr dirty="0"/>
              <a:t>Control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903976" y="1659635"/>
            <a:ext cx="544195" cy="544195"/>
            <a:chOff x="5903976" y="1659635"/>
            <a:chExt cx="544195" cy="544195"/>
          </a:xfrm>
        </p:grpSpPr>
        <p:sp>
          <p:nvSpPr>
            <p:cNvPr id="11" name="object 11"/>
            <p:cNvSpPr/>
            <p:nvPr/>
          </p:nvSpPr>
          <p:spPr>
            <a:xfrm>
              <a:off x="5903976" y="1659635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4">
                  <a:moveTo>
                    <a:pt x="544068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544068" y="544068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88380" y="1830323"/>
              <a:ext cx="163068" cy="18389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69508" y="1735835"/>
              <a:ext cx="396240" cy="396240"/>
            </a:xfrm>
            <a:custGeom>
              <a:avLst/>
              <a:gdLst/>
              <a:ahLst/>
              <a:cxnLst/>
              <a:rect l="l" t="t" r="r" b="b"/>
              <a:pathLst>
                <a:path w="396239" h="396239">
                  <a:moveTo>
                    <a:pt x="209676" y="0"/>
                  </a:moveTo>
                  <a:lnTo>
                    <a:pt x="186562" y="0"/>
                  </a:lnTo>
                  <a:lnTo>
                    <a:pt x="186562" y="24637"/>
                  </a:lnTo>
                  <a:lnTo>
                    <a:pt x="137121" y="35613"/>
                  </a:lnTo>
                  <a:lnTo>
                    <a:pt x="94031" y="59470"/>
                  </a:lnTo>
                  <a:lnTo>
                    <a:pt x="59470" y="94031"/>
                  </a:lnTo>
                  <a:lnTo>
                    <a:pt x="35613" y="137121"/>
                  </a:lnTo>
                  <a:lnTo>
                    <a:pt x="24637" y="186562"/>
                  </a:lnTo>
                  <a:lnTo>
                    <a:pt x="0" y="186562"/>
                  </a:lnTo>
                  <a:lnTo>
                    <a:pt x="0" y="209676"/>
                  </a:lnTo>
                  <a:lnTo>
                    <a:pt x="24637" y="209676"/>
                  </a:lnTo>
                  <a:lnTo>
                    <a:pt x="35613" y="258819"/>
                  </a:lnTo>
                  <a:lnTo>
                    <a:pt x="59470" y="301830"/>
                  </a:lnTo>
                  <a:lnTo>
                    <a:pt x="94031" y="336385"/>
                  </a:lnTo>
                  <a:lnTo>
                    <a:pt x="137121" y="360162"/>
                  </a:lnTo>
                  <a:lnTo>
                    <a:pt x="186562" y="370839"/>
                  </a:lnTo>
                  <a:lnTo>
                    <a:pt x="186562" y="396239"/>
                  </a:lnTo>
                  <a:lnTo>
                    <a:pt x="209676" y="396239"/>
                  </a:lnTo>
                  <a:lnTo>
                    <a:pt x="209676" y="370839"/>
                  </a:lnTo>
                  <a:lnTo>
                    <a:pt x="259118" y="360162"/>
                  </a:lnTo>
                  <a:lnTo>
                    <a:pt x="278664" y="349376"/>
                  </a:lnTo>
                  <a:lnTo>
                    <a:pt x="186562" y="349376"/>
                  </a:lnTo>
                  <a:lnTo>
                    <a:pt x="144096" y="339657"/>
                  </a:lnTo>
                  <a:lnTo>
                    <a:pt x="107280" y="319234"/>
                  </a:lnTo>
                  <a:lnTo>
                    <a:pt x="77804" y="289776"/>
                  </a:lnTo>
                  <a:lnTo>
                    <a:pt x="57356" y="252954"/>
                  </a:lnTo>
                  <a:lnTo>
                    <a:pt x="47625" y="210438"/>
                  </a:lnTo>
                  <a:lnTo>
                    <a:pt x="70738" y="210438"/>
                  </a:lnTo>
                  <a:lnTo>
                    <a:pt x="70738" y="187451"/>
                  </a:lnTo>
                  <a:lnTo>
                    <a:pt x="47625" y="187451"/>
                  </a:lnTo>
                  <a:lnTo>
                    <a:pt x="57356" y="144936"/>
                  </a:lnTo>
                  <a:lnTo>
                    <a:pt x="77804" y="108114"/>
                  </a:lnTo>
                  <a:lnTo>
                    <a:pt x="107280" y="78656"/>
                  </a:lnTo>
                  <a:lnTo>
                    <a:pt x="144096" y="58233"/>
                  </a:lnTo>
                  <a:lnTo>
                    <a:pt x="186562" y="48513"/>
                  </a:lnTo>
                  <a:lnTo>
                    <a:pt x="282883" y="48513"/>
                  </a:lnTo>
                  <a:lnTo>
                    <a:pt x="259484" y="35613"/>
                  </a:lnTo>
                  <a:lnTo>
                    <a:pt x="209676" y="24637"/>
                  </a:lnTo>
                  <a:lnTo>
                    <a:pt x="209676" y="0"/>
                  </a:lnTo>
                  <a:close/>
                </a:path>
                <a:path w="396239" h="396239">
                  <a:moveTo>
                    <a:pt x="209676" y="326389"/>
                  </a:moveTo>
                  <a:lnTo>
                    <a:pt x="186562" y="326389"/>
                  </a:lnTo>
                  <a:lnTo>
                    <a:pt x="186562" y="349376"/>
                  </a:lnTo>
                  <a:lnTo>
                    <a:pt x="209676" y="349376"/>
                  </a:lnTo>
                  <a:lnTo>
                    <a:pt x="209676" y="326389"/>
                  </a:lnTo>
                  <a:close/>
                </a:path>
                <a:path w="396239" h="396239">
                  <a:moveTo>
                    <a:pt x="282883" y="48513"/>
                  </a:moveTo>
                  <a:lnTo>
                    <a:pt x="209676" y="48513"/>
                  </a:lnTo>
                  <a:lnTo>
                    <a:pt x="252143" y="58233"/>
                  </a:lnTo>
                  <a:lnTo>
                    <a:pt x="288959" y="78656"/>
                  </a:lnTo>
                  <a:lnTo>
                    <a:pt x="318435" y="108114"/>
                  </a:lnTo>
                  <a:lnTo>
                    <a:pt x="338883" y="144936"/>
                  </a:lnTo>
                  <a:lnTo>
                    <a:pt x="348614" y="187451"/>
                  </a:lnTo>
                  <a:lnTo>
                    <a:pt x="325500" y="187451"/>
                  </a:lnTo>
                  <a:lnTo>
                    <a:pt x="325500" y="210438"/>
                  </a:lnTo>
                  <a:lnTo>
                    <a:pt x="348614" y="210438"/>
                  </a:lnTo>
                  <a:lnTo>
                    <a:pt x="338883" y="252320"/>
                  </a:lnTo>
                  <a:lnTo>
                    <a:pt x="318435" y="289063"/>
                  </a:lnTo>
                  <a:lnTo>
                    <a:pt x="288959" y="318758"/>
                  </a:lnTo>
                  <a:lnTo>
                    <a:pt x="252143" y="339499"/>
                  </a:lnTo>
                  <a:lnTo>
                    <a:pt x="209676" y="349376"/>
                  </a:lnTo>
                  <a:lnTo>
                    <a:pt x="278664" y="349376"/>
                  </a:lnTo>
                  <a:lnTo>
                    <a:pt x="302208" y="336385"/>
                  </a:lnTo>
                  <a:lnTo>
                    <a:pt x="336769" y="301830"/>
                  </a:lnTo>
                  <a:lnTo>
                    <a:pt x="360626" y="258819"/>
                  </a:lnTo>
                  <a:lnTo>
                    <a:pt x="371601" y="209676"/>
                  </a:lnTo>
                  <a:lnTo>
                    <a:pt x="396239" y="209676"/>
                  </a:lnTo>
                  <a:lnTo>
                    <a:pt x="396239" y="186562"/>
                  </a:lnTo>
                  <a:lnTo>
                    <a:pt x="371601" y="186562"/>
                  </a:lnTo>
                  <a:lnTo>
                    <a:pt x="360991" y="137121"/>
                  </a:lnTo>
                  <a:lnTo>
                    <a:pt x="337318" y="94031"/>
                  </a:lnTo>
                  <a:lnTo>
                    <a:pt x="302756" y="59470"/>
                  </a:lnTo>
                  <a:lnTo>
                    <a:pt x="282883" y="48513"/>
                  </a:lnTo>
                  <a:close/>
                </a:path>
                <a:path w="396239" h="396239">
                  <a:moveTo>
                    <a:pt x="209676" y="48513"/>
                  </a:moveTo>
                  <a:lnTo>
                    <a:pt x="186562" y="48513"/>
                  </a:lnTo>
                  <a:lnTo>
                    <a:pt x="186562" y="71500"/>
                  </a:lnTo>
                  <a:lnTo>
                    <a:pt x="209676" y="71500"/>
                  </a:lnTo>
                  <a:lnTo>
                    <a:pt x="209676" y="485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695955" y="1659635"/>
            <a:ext cx="544195" cy="544195"/>
            <a:chOff x="2695955" y="1659635"/>
            <a:chExt cx="544195" cy="544195"/>
          </a:xfrm>
        </p:grpSpPr>
        <p:sp>
          <p:nvSpPr>
            <p:cNvPr id="15" name="object 15"/>
            <p:cNvSpPr/>
            <p:nvPr/>
          </p:nvSpPr>
          <p:spPr>
            <a:xfrm>
              <a:off x="2695955" y="1659635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4" h="544194">
                  <a:moveTo>
                    <a:pt x="544068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544068" y="544068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81883" y="1737359"/>
              <a:ext cx="163068" cy="18541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880360" y="1948179"/>
              <a:ext cx="163195" cy="186690"/>
            </a:xfrm>
            <a:custGeom>
              <a:avLst/>
              <a:gdLst/>
              <a:ahLst/>
              <a:cxnLst/>
              <a:rect l="l" t="t" r="r" b="b"/>
              <a:pathLst>
                <a:path w="163194" h="186689">
                  <a:moveTo>
                    <a:pt x="163068" y="0"/>
                  </a:moveTo>
                  <a:lnTo>
                    <a:pt x="116078" y="0"/>
                  </a:lnTo>
                  <a:lnTo>
                    <a:pt x="116078" y="115570"/>
                  </a:lnTo>
                  <a:lnTo>
                    <a:pt x="116078" y="139700"/>
                  </a:lnTo>
                  <a:lnTo>
                    <a:pt x="46863" y="139700"/>
                  </a:lnTo>
                  <a:lnTo>
                    <a:pt x="46863" y="115570"/>
                  </a:lnTo>
                  <a:lnTo>
                    <a:pt x="69215" y="115570"/>
                  </a:lnTo>
                  <a:lnTo>
                    <a:pt x="69215" y="68580"/>
                  </a:lnTo>
                  <a:lnTo>
                    <a:pt x="46863" y="68580"/>
                  </a:lnTo>
                  <a:lnTo>
                    <a:pt x="46863" y="46990"/>
                  </a:lnTo>
                  <a:lnTo>
                    <a:pt x="93091" y="46990"/>
                  </a:lnTo>
                  <a:lnTo>
                    <a:pt x="93091" y="115570"/>
                  </a:lnTo>
                  <a:lnTo>
                    <a:pt x="116078" y="115570"/>
                  </a:lnTo>
                  <a:lnTo>
                    <a:pt x="116078" y="0"/>
                  </a:lnTo>
                  <a:lnTo>
                    <a:pt x="0" y="0"/>
                  </a:lnTo>
                  <a:lnTo>
                    <a:pt x="0" y="46990"/>
                  </a:lnTo>
                  <a:lnTo>
                    <a:pt x="0" y="68580"/>
                  </a:lnTo>
                  <a:lnTo>
                    <a:pt x="0" y="115570"/>
                  </a:lnTo>
                  <a:lnTo>
                    <a:pt x="0" y="139700"/>
                  </a:lnTo>
                  <a:lnTo>
                    <a:pt x="0" y="186690"/>
                  </a:lnTo>
                  <a:lnTo>
                    <a:pt x="163068" y="186690"/>
                  </a:lnTo>
                  <a:lnTo>
                    <a:pt x="163068" y="139700"/>
                  </a:lnTo>
                  <a:lnTo>
                    <a:pt x="163068" y="115570"/>
                  </a:lnTo>
                  <a:lnTo>
                    <a:pt x="163068" y="46990"/>
                  </a:lnTo>
                  <a:lnTo>
                    <a:pt x="163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8919" y="1854707"/>
              <a:ext cx="67056" cy="685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67811" y="1761743"/>
              <a:ext cx="68580" cy="6857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763012" y="1993429"/>
              <a:ext cx="398145" cy="142240"/>
            </a:xfrm>
            <a:custGeom>
              <a:avLst/>
              <a:gdLst/>
              <a:ahLst/>
              <a:cxnLst/>
              <a:rect l="l" t="t" r="r" b="b"/>
              <a:pathLst>
                <a:path w="398144" h="142239">
                  <a:moveTo>
                    <a:pt x="92925" y="0"/>
                  </a:moveTo>
                  <a:lnTo>
                    <a:pt x="0" y="0"/>
                  </a:lnTo>
                  <a:lnTo>
                    <a:pt x="0" y="141693"/>
                  </a:lnTo>
                  <a:lnTo>
                    <a:pt x="92925" y="141693"/>
                  </a:lnTo>
                  <a:lnTo>
                    <a:pt x="92925" y="0"/>
                  </a:lnTo>
                  <a:close/>
                </a:path>
                <a:path w="398144" h="142239">
                  <a:moveTo>
                    <a:pt x="397687" y="24422"/>
                  </a:moveTo>
                  <a:lnTo>
                    <a:pt x="303276" y="24422"/>
                  </a:lnTo>
                  <a:lnTo>
                    <a:pt x="303276" y="141693"/>
                  </a:lnTo>
                  <a:lnTo>
                    <a:pt x="397687" y="141693"/>
                  </a:lnTo>
                  <a:lnTo>
                    <a:pt x="397687" y="244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057647" y="2511679"/>
            <a:ext cx="223520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Raising fingers or forming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specific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gestures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can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trigger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actions like turning on/off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LEDs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activating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fan.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818894" y="2511679"/>
            <a:ext cx="230187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17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Users can control IoT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devices </a:t>
            </a:r>
            <a:r>
              <a:rPr sz="1400" dirty="0">
                <a:latin typeface="Arial MT"/>
                <a:cs typeface="Arial MT"/>
              </a:rPr>
              <a:t>through </a:t>
            </a:r>
            <a:r>
              <a:rPr sz="1400" spc="-5" dirty="0">
                <a:latin typeface="Arial MT"/>
                <a:cs typeface="Arial MT"/>
              </a:rPr>
              <a:t>intuitive </a:t>
            </a:r>
            <a:r>
              <a:rPr sz="1400" dirty="0">
                <a:latin typeface="Arial MT"/>
                <a:cs typeface="Arial MT"/>
              </a:rPr>
              <a:t> hand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gestures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recognized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hand-tracking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module.</a:t>
            </a: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82320" y="122169"/>
            <a:ext cx="1590952" cy="76769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741" y="4375403"/>
            <a:ext cx="2393315" cy="768350"/>
          </a:xfrm>
          <a:custGeom>
            <a:avLst/>
            <a:gdLst/>
            <a:ahLst/>
            <a:cxnLst/>
            <a:rect l="l" t="t" r="r" b="b"/>
            <a:pathLst>
              <a:path w="2393315" h="768350">
                <a:moveTo>
                  <a:pt x="599394" y="0"/>
                </a:moveTo>
                <a:lnTo>
                  <a:pt x="526419" y="3341"/>
                </a:lnTo>
                <a:lnTo>
                  <a:pt x="452563" y="13765"/>
                </a:lnTo>
                <a:lnTo>
                  <a:pt x="379359" y="31875"/>
                </a:lnTo>
                <a:lnTo>
                  <a:pt x="308340" y="58272"/>
                </a:lnTo>
                <a:lnTo>
                  <a:pt x="241037" y="93559"/>
                </a:lnTo>
                <a:lnTo>
                  <a:pt x="209258" y="114723"/>
                </a:lnTo>
                <a:lnTo>
                  <a:pt x="178983" y="138336"/>
                </a:lnTo>
                <a:lnTo>
                  <a:pt x="150403" y="164472"/>
                </a:lnTo>
                <a:lnTo>
                  <a:pt x="123711" y="193207"/>
                </a:lnTo>
                <a:lnTo>
                  <a:pt x="99097" y="224615"/>
                </a:lnTo>
                <a:lnTo>
                  <a:pt x="76753" y="258773"/>
                </a:lnTo>
                <a:lnTo>
                  <a:pt x="56870" y="295754"/>
                </a:lnTo>
                <a:lnTo>
                  <a:pt x="39641" y="335636"/>
                </a:lnTo>
                <a:lnTo>
                  <a:pt x="25257" y="378491"/>
                </a:lnTo>
                <a:lnTo>
                  <a:pt x="13909" y="424397"/>
                </a:lnTo>
                <a:lnTo>
                  <a:pt x="5789" y="473428"/>
                </a:lnTo>
                <a:lnTo>
                  <a:pt x="1089" y="525660"/>
                </a:lnTo>
                <a:lnTo>
                  <a:pt x="0" y="581167"/>
                </a:lnTo>
                <a:lnTo>
                  <a:pt x="2713" y="640025"/>
                </a:lnTo>
                <a:lnTo>
                  <a:pt x="9420" y="702309"/>
                </a:lnTo>
                <a:lnTo>
                  <a:pt x="20313" y="768095"/>
                </a:lnTo>
                <a:lnTo>
                  <a:pt x="2392850" y="768095"/>
                </a:lnTo>
                <a:lnTo>
                  <a:pt x="2384773" y="695046"/>
                </a:lnTo>
                <a:lnTo>
                  <a:pt x="2313379" y="549130"/>
                </a:lnTo>
                <a:lnTo>
                  <a:pt x="2107921" y="440192"/>
                </a:lnTo>
                <a:lnTo>
                  <a:pt x="1697652" y="478078"/>
                </a:lnTo>
                <a:lnTo>
                  <a:pt x="1648451" y="489706"/>
                </a:lnTo>
                <a:lnTo>
                  <a:pt x="1601472" y="497058"/>
                </a:lnTo>
                <a:lnTo>
                  <a:pt x="1556587" y="500389"/>
                </a:lnTo>
                <a:lnTo>
                  <a:pt x="1513670" y="499957"/>
                </a:lnTo>
                <a:lnTo>
                  <a:pt x="1472596" y="496016"/>
                </a:lnTo>
                <a:lnTo>
                  <a:pt x="1433238" y="488825"/>
                </a:lnTo>
                <a:lnTo>
                  <a:pt x="1395471" y="478637"/>
                </a:lnTo>
                <a:lnTo>
                  <a:pt x="1359167" y="465711"/>
                </a:lnTo>
                <a:lnTo>
                  <a:pt x="1324202" y="450302"/>
                </a:lnTo>
                <a:lnTo>
                  <a:pt x="1257783" y="413061"/>
                </a:lnTo>
                <a:lnTo>
                  <a:pt x="1226076" y="391741"/>
                </a:lnTo>
                <a:lnTo>
                  <a:pt x="1195203" y="368963"/>
                </a:lnTo>
                <a:lnTo>
                  <a:pt x="1165038" y="344984"/>
                </a:lnTo>
                <a:lnTo>
                  <a:pt x="1135455" y="320060"/>
                </a:lnTo>
                <a:lnTo>
                  <a:pt x="1106327" y="294446"/>
                </a:lnTo>
                <a:lnTo>
                  <a:pt x="1077529" y="268399"/>
                </a:lnTo>
                <a:lnTo>
                  <a:pt x="1020418" y="216032"/>
                </a:lnTo>
                <a:lnTo>
                  <a:pt x="991853" y="190225"/>
                </a:lnTo>
                <a:lnTo>
                  <a:pt x="963113" y="165009"/>
                </a:lnTo>
                <a:lnTo>
                  <a:pt x="904605" y="117379"/>
                </a:lnTo>
                <a:lnTo>
                  <a:pt x="843886" y="75192"/>
                </a:lnTo>
                <a:lnTo>
                  <a:pt x="779946" y="40498"/>
                </a:lnTo>
                <a:lnTo>
                  <a:pt x="711779" y="15348"/>
                </a:lnTo>
                <a:lnTo>
                  <a:pt x="638375" y="1790"/>
                </a:lnTo>
                <a:lnTo>
                  <a:pt x="599394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163690" y="0"/>
            <a:ext cx="2980690" cy="935990"/>
            <a:chOff x="6163690" y="0"/>
            <a:chExt cx="2980690" cy="935990"/>
          </a:xfrm>
        </p:grpSpPr>
        <p:sp>
          <p:nvSpPr>
            <p:cNvPr id="4" name="object 4"/>
            <p:cNvSpPr/>
            <p:nvPr/>
          </p:nvSpPr>
          <p:spPr>
            <a:xfrm>
              <a:off x="6163690" y="0"/>
              <a:ext cx="2477770" cy="684530"/>
            </a:xfrm>
            <a:custGeom>
              <a:avLst/>
              <a:gdLst/>
              <a:ahLst/>
              <a:cxnLst/>
              <a:rect l="l" t="t" r="r" b="b"/>
              <a:pathLst>
                <a:path w="2477770" h="684530">
                  <a:moveTo>
                    <a:pt x="2456307" y="0"/>
                  </a:moveTo>
                  <a:lnTo>
                    <a:pt x="0" y="0"/>
                  </a:lnTo>
                  <a:lnTo>
                    <a:pt x="8372" y="65079"/>
                  </a:lnTo>
                  <a:lnTo>
                    <a:pt x="82311" y="195072"/>
                  </a:lnTo>
                  <a:lnTo>
                    <a:pt x="295054" y="292107"/>
                  </a:lnTo>
                  <a:lnTo>
                    <a:pt x="719836" y="258317"/>
                  </a:lnTo>
                  <a:lnTo>
                    <a:pt x="772372" y="247694"/>
                  </a:lnTo>
                  <a:lnTo>
                    <a:pt x="822463" y="241122"/>
                  </a:lnTo>
                  <a:lnTo>
                    <a:pt x="870253" y="238350"/>
                  </a:lnTo>
                  <a:lnTo>
                    <a:pt x="915884" y="239128"/>
                  </a:lnTo>
                  <a:lnTo>
                    <a:pt x="959500" y="243203"/>
                  </a:lnTo>
                  <a:lnTo>
                    <a:pt x="1001246" y="250325"/>
                  </a:lnTo>
                  <a:lnTo>
                    <a:pt x="1041264" y="260244"/>
                  </a:lnTo>
                  <a:lnTo>
                    <a:pt x="1079698" y="272707"/>
                  </a:lnTo>
                  <a:lnTo>
                    <a:pt x="1116692" y="287464"/>
                  </a:lnTo>
                  <a:lnTo>
                    <a:pt x="1152389" y="304264"/>
                  </a:lnTo>
                  <a:lnTo>
                    <a:pt x="1186933" y="322856"/>
                  </a:lnTo>
                  <a:lnTo>
                    <a:pt x="1220468" y="342988"/>
                  </a:lnTo>
                  <a:lnTo>
                    <a:pt x="1253136" y="364409"/>
                  </a:lnTo>
                  <a:lnTo>
                    <a:pt x="1285082" y="386869"/>
                  </a:lnTo>
                  <a:lnTo>
                    <a:pt x="1316448" y="410117"/>
                  </a:lnTo>
                  <a:lnTo>
                    <a:pt x="1347380" y="433900"/>
                  </a:lnTo>
                  <a:lnTo>
                    <a:pt x="1438998" y="505958"/>
                  </a:lnTo>
                  <a:lnTo>
                    <a:pt x="1469624" y="529376"/>
                  </a:lnTo>
                  <a:lnTo>
                    <a:pt x="1500532" y="552075"/>
                  </a:lnTo>
                  <a:lnTo>
                    <a:pt x="1531867" y="573803"/>
                  </a:lnTo>
                  <a:lnTo>
                    <a:pt x="1596388" y="613346"/>
                  </a:lnTo>
                  <a:lnTo>
                    <a:pt x="1664337" y="645995"/>
                  </a:lnTo>
                  <a:lnTo>
                    <a:pt x="1736861" y="669741"/>
                  </a:lnTo>
                  <a:lnTo>
                    <a:pt x="1775198" y="677648"/>
                  </a:lnTo>
                  <a:lnTo>
                    <a:pt x="1815110" y="682577"/>
                  </a:lnTo>
                  <a:lnTo>
                    <a:pt x="1856739" y="684276"/>
                  </a:lnTo>
                  <a:lnTo>
                    <a:pt x="1895825" y="683482"/>
                  </a:lnTo>
                  <a:lnTo>
                    <a:pt x="1935362" y="681051"/>
                  </a:lnTo>
                  <a:lnTo>
                    <a:pt x="1975127" y="676908"/>
                  </a:lnTo>
                  <a:lnTo>
                    <a:pt x="2014898" y="670977"/>
                  </a:lnTo>
                  <a:lnTo>
                    <a:pt x="2054450" y="663183"/>
                  </a:lnTo>
                  <a:lnTo>
                    <a:pt x="2093562" y="653451"/>
                  </a:lnTo>
                  <a:lnTo>
                    <a:pt x="2132009" y="641704"/>
                  </a:lnTo>
                  <a:lnTo>
                    <a:pt x="2169570" y="627868"/>
                  </a:lnTo>
                  <a:lnTo>
                    <a:pt x="2206021" y="611868"/>
                  </a:lnTo>
                  <a:lnTo>
                    <a:pt x="2241139" y="593628"/>
                  </a:lnTo>
                  <a:lnTo>
                    <a:pt x="2274701" y="573073"/>
                  </a:lnTo>
                  <a:lnTo>
                    <a:pt x="2306484" y="550126"/>
                  </a:lnTo>
                  <a:lnTo>
                    <a:pt x="2336265" y="524714"/>
                  </a:lnTo>
                  <a:lnTo>
                    <a:pt x="2363821" y="496761"/>
                  </a:lnTo>
                  <a:lnTo>
                    <a:pt x="2388929" y="466191"/>
                  </a:lnTo>
                  <a:lnTo>
                    <a:pt x="2411367" y="432929"/>
                  </a:lnTo>
                  <a:lnTo>
                    <a:pt x="2430910" y="396900"/>
                  </a:lnTo>
                  <a:lnTo>
                    <a:pt x="2447336" y="358028"/>
                  </a:lnTo>
                  <a:lnTo>
                    <a:pt x="2460421" y="316238"/>
                  </a:lnTo>
                  <a:lnTo>
                    <a:pt x="2469944" y="271454"/>
                  </a:lnTo>
                  <a:lnTo>
                    <a:pt x="2475681" y="223602"/>
                  </a:lnTo>
                  <a:lnTo>
                    <a:pt x="2477409" y="172606"/>
                  </a:lnTo>
                  <a:lnTo>
                    <a:pt x="2474904" y="118390"/>
                  </a:lnTo>
                  <a:lnTo>
                    <a:pt x="2467944" y="60880"/>
                  </a:lnTo>
                  <a:lnTo>
                    <a:pt x="245630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82231" y="1771"/>
              <a:ext cx="2461895" cy="934085"/>
            </a:xfrm>
            <a:custGeom>
              <a:avLst/>
              <a:gdLst/>
              <a:ahLst/>
              <a:cxnLst/>
              <a:rect l="l" t="t" r="r" b="b"/>
              <a:pathLst>
                <a:path w="2461895" h="934085">
                  <a:moveTo>
                    <a:pt x="2461767" y="414263"/>
                  </a:moveTo>
                  <a:lnTo>
                    <a:pt x="981647" y="414263"/>
                  </a:lnTo>
                  <a:lnTo>
                    <a:pt x="1028242" y="415935"/>
                  </a:lnTo>
                  <a:lnTo>
                    <a:pt x="1072495" y="419298"/>
                  </a:lnTo>
                  <a:lnTo>
                    <a:pt x="1114530" y="424262"/>
                  </a:lnTo>
                  <a:lnTo>
                    <a:pt x="1154472" y="430740"/>
                  </a:lnTo>
                  <a:lnTo>
                    <a:pt x="1192446" y="438644"/>
                  </a:lnTo>
                  <a:lnTo>
                    <a:pt x="1262985" y="458382"/>
                  </a:lnTo>
                  <a:lnTo>
                    <a:pt x="1327141" y="482775"/>
                  </a:lnTo>
                  <a:lnTo>
                    <a:pt x="1385908" y="511120"/>
                  </a:lnTo>
                  <a:lnTo>
                    <a:pt x="1440282" y="542718"/>
                  </a:lnTo>
                  <a:lnTo>
                    <a:pt x="1491257" y="576867"/>
                  </a:lnTo>
                  <a:lnTo>
                    <a:pt x="1539827" y="612866"/>
                  </a:lnTo>
                  <a:lnTo>
                    <a:pt x="1657262" y="706357"/>
                  </a:lnTo>
                  <a:lnTo>
                    <a:pt x="1681059" y="724953"/>
                  </a:lnTo>
                  <a:lnTo>
                    <a:pt x="1729958" y="761341"/>
                  </a:lnTo>
                  <a:lnTo>
                    <a:pt x="1781426" y="796074"/>
                  </a:lnTo>
                  <a:lnTo>
                    <a:pt x="1836457" y="828451"/>
                  </a:lnTo>
                  <a:lnTo>
                    <a:pt x="1896047" y="857770"/>
                  </a:lnTo>
                  <a:lnTo>
                    <a:pt x="1961189" y="883330"/>
                  </a:lnTo>
                  <a:lnTo>
                    <a:pt x="2032878" y="904431"/>
                  </a:lnTo>
                  <a:lnTo>
                    <a:pt x="2071489" y="913090"/>
                  </a:lnTo>
                  <a:lnTo>
                    <a:pt x="2112109" y="920371"/>
                  </a:lnTo>
                  <a:lnTo>
                    <a:pt x="2154864" y="926187"/>
                  </a:lnTo>
                  <a:lnTo>
                    <a:pt x="2199877" y="930449"/>
                  </a:lnTo>
                  <a:lnTo>
                    <a:pt x="2247273" y="933071"/>
                  </a:lnTo>
                  <a:lnTo>
                    <a:pt x="2297176" y="933964"/>
                  </a:lnTo>
                  <a:lnTo>
                    <a:pt x="2347549" y="932637"/>
                  </a:lnTo>
                  <a:lnTo>
                    <a:pt x="2393835" y="928750"/>
                  </a:lnTo>
                  <a:lnTo>
                    <a:pt x="2436264" y="922449"/>
                  </a:lnTo>
                  <a:lnTo>
                    <a:pt x="2461767" y="916814"/>
                  </a:lnTo>
                  <a:lnTo>
                    <a:pt x="2461767" y="414263"/>
                  </a:lnTo>
                  <a:close/>
                </a:path>
                <a:path w="2461895" h="934085">
                  <a:moveTo>
                    <a:pt x="2461767" y="0"/>
                  </a:moveTo>
                  <a:lnTo>
                    <a:pt x="0" y="3816"/>
                  </a:lnTo>
                  <a:lnTo>
                    <a:pt x="5020" y="83676"/>
                  </a:lnTo>
                  <a:lnTo>
                    <a:pt x="77501" y="251974"/>
                  </a:lnTo>
                  <a:lnTo>
                    <a:pt x="303573" y="401795"/>
                  </a:lnTo>
                  <a:lnTo>
                    <a:pt x="769366" y="426218"/>
                  </a:lnTo>
                  <a:lnTo>
                    <a:pt x="826570" y="420257"/>
                  </a:lnTo>
                  <a:lnTo>
                    <a:pt x="880936" y="416336"/>
                  </a:lnTo>
                  <a:lnTo>
                    <a:pt x="932587" y="414367"/>
                  </a:lnTo>
                  <a:lnTo>
                    <a:pt x="2461767" y="414263"/>
                  </a:lnTo>
                  <a:lnTo>
                    <a:pt x="2461767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4335848"/>
            <a:ext cx="1998980" cy="807720"/>
            <a:chOff x="0" y="4335848"/>
            <a:chExt cx="1998980" cy="807720"/>
          </a:xfrm>
        </p:grpSpPr>
        <p:sp>
          <p:nvSpPr>
            <p:cNvPr id="7" name="object 7"/>
            <p:cNvSpPr/>
            <p:nvPr/>
          </p:nvSpPr>
          <p:spPr>
            <a:xfrm>
              <a:off x="0" y="4335848"/>
              <a:ext cx="1998980" cy="807720"/>
            </a:xfrm>
            <a:custGeom>
              <a:avLst/>
              <a:gdLst/>
              <a:ahLst/>
              <a:cxnLst/>
              <a:rect l="l" t="t" r="r" b="b"/>
              <a:pathLst>
                <a:path w="1998980" h="807720">
                  <a:moveTo>
                    <a:pt x="673390" y="0"/>
                  </a:moveTo>
                  <a:lnTo>
                    <a:pt x="629896" y="2763"/>
                  </a:lnTo>
                  <a:lnTo>
                    <a:pt x="587051" y="8662"/>
                  </a:lnTo>
                  <a:lnTo>
                    <a:pt x="545374" y="17672"/>
                  </a:lnTo>
                  <a:lnTo>
                    <a:pt x="505381" y="29768"/>
                  </a:lnTo>
                  <a:lnTo>
                    <a:pt x="467591" y="44925"/>
                  </a:lnTo>
                  <a:lnTo>
                    <a:pt x="432522" y="63118"/>
                  </a:lnTo>
                  <a:lnTo>
                    <a:pt x="400693" y="84323"/>
                  </a:lnTo>
                  <a:lnTo>
                    <a:pt x="348823" y="135666"/>
                  </a:lnTo>
                  <a:lnTo>
                    <a:pt x="329819" y="165754"/>
                  </a:lnTo>
                  <a:lnTo>
                    <a:pt x="227664" y="299749"/>
                  </a:lnTo>
                  <a:lnTo>
                    <a:pt x="119913" y="368557"/>
                  </a:lnTo>
                  <a:lnTo>
                    <a:pt x="34660" y="393908"/>
                  </a:lnTo>
                  <a:lnTo>
                    <a:pt x="0" y="397529"/>
                  </a:lnTo>
                  <a:lnTo>
                    <a:pt x="0" y="807650"/>
                  </a:lnTo>
                  <a:lnTo>
                    <a:pt x="1998599" y="807650"/>
                  </a:lnTo>
                  <a:lnTo>
                    <a:pt x="1996596" y="771501"/>
                  </a:lnTo>
                  <a:lnTo>
                    <a:pt x="1968198" y="691972"/>
                  </a:lnTo>
                  <a:lnTo>
                    <a:pt x="1879816" y="612444"/>
                  </a:lnTo>
                  <a:lnTo>
                    <a:pt x="1697863" y="576295"/>
                  </a:lnTo>
                  <a:lnTo>
                    <a:pt x="1645197" y="576161"/>
                  </a:lnTo>
                  <a:lnTo>
                    <a:pt x="1593953" y="575533"/>
                  </a:lnTo>
                  <a:lnTo>
                    <a:pt x="1544240" y="574070"/>
                  </a:lnTo>
                  <a:lnTo>
                    <a:pt x="1496170" y="571432"/>
                  </a:lnTo>
                  <a:lnTo>
                    <a:pt x="1449853" y="567278"/>
                  </a:lnTo>
                  <a:lnTo>
                    <a:pt x="1405398" y="561269"/>
                  </a:lnTo>
                  <a:lnTo>
                    <a:pt x="1362916" y="553064"/>
                  </a:lnTo>
                  <a:lnTo>
                    <a:pt x="1322517" y="542322"/>
                  </a:lnTo>
                  <a:lnTo>
                    <a:pt x="1284313" y="528703"/>
                  </a:lnTo>
                  <a:lnTo>
                    <a:pt x="1248412" y="511867"/>
                  </a:lnTo>
                  <a:lnTo>
                    <a:pt x="1214925" y="491473"/>
                  </a:lnTo>
                  <a:lnTo>
                    <a:pt x="1183962" y="467182"/>
                  </a:lnTo>
                  <a:lnTo>
                    <a:pt x="1155635" y="438652"/>
                  </a:lnTo>
                  <a:lnTo>
                    <a:pt x="1130052" y="405544"/>
                  </a:lnTo>
                  <a:lnTo>
                    <a:pt x="1107324" y="367516"/>
                  </a:lnTo>
                  <a:lnTo>
                    <a:pt x="1087563" y="324230"/>
                  </a:lnTo>
                  <a:lnTo>
                    <a:pt x="1070876" y="275343"/>
                  </a:lnTo>
                  <a:lnTo>
                    <a:pt x="1057376" y="220517"/>
                  </a:lnTo>
                  <a:lnTo>
                    <a:pt x="1046500" y="183704"/>
                  </a:lnTo>
                  <a:lnTo>
                    <a:pt x="1008565" y="120360"/>
                  </a:lnTo>
                  <a:lnTo>
                    <a:pt x="952504" y="70557"/>
                  </a:lnTo>
                  <a:lnTo>
                    <a:pt x="918972" y="50671"/>
                  </a:lnTo>
                  <a:lnTo>
                    <a:pt x="882463" y="34095"/>
                  </a:lnTo>
                  <a:lnTo>
                    <a:pt x="843495" y="20804"/>
                  </a:lnTo>
                  <a:lnTo>
                    <a:pt x="802585" y="10775"/>
                  </a:lnTo>
                  <a:lnTo>
                    <a:pt x="760252" y="3981"/>
                  </a:lnTo>
                  <a:lnTo>
                    <a:pt x="717015" y="397"/>
                  </a:lnTo>
                  <a:lnTo>
                    <a:pt x="673390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364758"/>
              <a:ext cx="1603375" cy="779145"/>
            </a:xfrm>
            <a:custGeom>
              <a:avLst/>
              <a:gdLst/>
              <a:ahLst/>
              <a:cxnLst/>
              <a:rect l="l" t="t" r="r" b="b"/>
              <a:pathLst>
                <a:path w="1603375" h="779145">
                  <a:moveTo>
                    <a:pt x="206368" y="0"/>
                  </a:moveTo>
                  <a:lnTo>
                    <a:pt x="61804" y="13625"/>
                  </a:lnTo>
                  <a:lnTo>
                    <a:pt x="0" y="28781"/>
                  </a:lnTo>
                  <a:lnTo>
                    <a:pt x="0" y="778737"/>
                  </a:lnTo>
                  <a:lnTo>
                    <a:pt x="1581277" y="778737"/>
                  </a:lnTo>
                  <a:lnTo>
                    <a:pt x="1596373" y="742993"/>
                  </a:lnTo>
                  <a:lnTo>
                    <a:pt x="1603242" y="712621"/>
                  </a:lnTo>
                  <a:lnTo>
                    <a:pt x="1602650" y="687083"/>
                  </a:lnTo>
                  <a:lnTo>
                    <a:pt x="1582161" y="648358"/>
                  </a:lnTo>
                  <a:lnTo>
                    <a:pt x="1541055" y="622512"/>
                  </a:lnTo>
                  <a:lnTo>
                    <a:pt x="1485481" y="605243"/>
                  </a:lnTo>
                  <a:lnTo>
                    <a:pt x="1388442" y="586004"/>
                  </a:lnTo>
                  <a:lnTo>
                    <a:pt x="1355523" y="579217"/>
                  </a:lnTo>
                  <a:lnTo>
                    <a:pt x="1293436" y="561853"/>
                  </a:lnTo>
                  <a:lnTo>
                    <a:pt x="1241476" y="535848"/>
                  </a:lnTo>
                  <a:lnTo>
                    <a:pt x="1205791" y="496901"/>
                  </a:lnTo>
                  <a:lnTo>
                    <a:pt x="1192530" y="440705"/>
                  </a:lnTo>
                  <a:lnTo>
                    <a:pt x="1190199" y="398927"/>
                  </a:lnTo>
                  <a:lnTo>
                    <a:pt x="1183419" y="363293"/>
                  </a:lnTo>
                  <a:lnTo>
                    <a:pt x="1157785" y="308679"/>
                  </a:lnTo>
                  <a:lnTo>
                    <a:pt x="1118172" y="273306"/>
                  </a:lnTo>
                  <a:lnTo>
                    <a:pt x="1067127" y="253615"/>
                  </a:lnTo>
                  <a:lnTo>
                    <a:pt x="1007195" y="246048"/>
                  </a:lnTo>
                  <a:lnTo>
                    <a:pt x="974692" y="245700"/>
                  </a:lnTo>
                  <a:lnTo>
                    <a:pt x="940922" y="247047"/>
                  </a:lnTo>
                  <a:lnTo>
                    <a:pt x="906203" y="249647"/>
                  </a:lnTo>
                  <a:lnTo>
                    <a:pt x="870853" y="253053"/>
                  </a:lnTo>
                  <a:lnTo>
                    <a:pt x="799534" y="260509"/>
                  </a:lnTo>
                  <a:lnTo>
                    <a:pt x="764201" y="263668"/>
                  </a:lnTo>
                  <a:lnTo>
                    <a:pt x="729510" y="265855"/>
                  </a:lnTo>
                  <a:lnTo>
                    <a:pt x="695780" y="266625"/>
                  </a:lnTo>
                  <a:lnTo>
                    <a:pt x="663328" y="265533"/>
                  </a:lnTo>
                  <a:lnTo>
                    <a:pt x="603532" y="255986"/>
                  </a:lnTo>
                  <a:lnTo>
                    <a:pt x="552669" y="233655"/>
                  </a:lnTo>
                  <a:lnTo>
                    <a:pt x="513283" y="194982"/>
                  </a:lnTo>
                  <a:lnTo>
                    <a:pt x="498690" y="168405"/>
                  </a:lnTo>
                  <a:lnTo>
                    <a:pt x="372421" y="35671"/>
                  </a:lnTo>
                  <a:lnTo>
                    <a:pt x="206368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7054677" y="0"/>
            <a:ext cx="2089785" cy="721360"/>
          </a:xfrm>
          <a:custGeom>
            <a:avLst/>
            <a:gdLst/>
            <a:ahLst/>
            <a:cxnLst/>
            <a:rect l="l" t="t" r="r" b="b"/>
            <a:pathLst>
              <a:path w="2089784" h="721360">
                <a:moveTo>
                  <a:pt x="2089322" y="279520"/>
                </a:moveTo>
                <a:lnTo>
                  <a:pt x="819264" y="279520"/>
                </a:lnTo>
                <a:lnTo>
                  <a:pt x="868433" y="281130"/>
                </a:lnTo>
                <a:lnTo>
                  <a:pt x="912730" y="285579"/>
                </a:lnTo>
                <a:lnTo>
                  <a:pt x="952574" y="292666"/>
                </a:lnTo>
                <a:lnTo>
                  <a:pt x="1020575" y="313951"/>
                </a:lnTo>
                <a:lnTo>
                  <a:pt x="1075779" y="343376"/>
                </a:lnTo>
                <a:lnTo>
                  <a:pt x="1121531" y="379332"/>
                </a:lnTo>
                <a:lnTo>
                  <a:pt x="1161174" y="420211"/>
                </a:lnTo>
                <a:lnTo>
                  <a:pt x="1198054" y="464404"/>
                </a:lnTo>
                <a:lnTo>
                  <a:pt x="1216503" y="487240"/>
                </a:lnTo>
                <a:lnTo>
                  <a:pt x="1235514" y="510302"/>
                </a:lnTo>
                <a:lnTo>
                  <a:pt x="1276899" y="556297"/>
                </a:lnTo>
                <a:lnTo>
                  <a:pt x="1325552" y="600780"/>
                </a:lnTo>
                <a:lnTo>
                  <a:pt x="1384818" y="642142"/>
                </a:lnTo>
                <a:lnTo>
                  <a:pt x="1419476" y="661151"/>
                </a:lnTo>
                <a:lnTo>
                  <a:pt x="1458041" y="678776"/>
                </a:lnTo>
                <a:lnTo>
                  <a:pt x="1500931" y="694816"/>
                </a:lnTo>
                <a:lnTo>
                  <a:pt x="1544606" y="707356"/>
                </a:lnTo>
                <a:lnTo>
                  <a:pt x="1587504" y="715678"/>
                </a:lnTo>
                <a:lnTo>
                  <a:pt x="1629670" y="720194"/>
                </a:lnTo>
                <a:lnTo>
                  <a:pt x="1671149" y="721317"/>
                </a:lnTo>
                <a:lnTo>
                  <a:pt x="1711988" y="719457"/>
                </a:lnTo>
                <a:lnTo>
                  <a:pt x="1752232" y="715027"/>
                </a:lnTo>
                <a:lnTo>
                  <a:pt x="1791927" y="708439"/>
                </a:lnTo>
                <a:lnTo>
                  <a:pt x="1831118" y="700105"/>
                </a:lnTo>
                <a:lnTo>
                  <a:pt x="1869850" y="690436"/>
                </a:lnTo>
                <a:lnTo>
                  <a:pt x="1908170" y="679844"/>
                </a:lnTo>
                <a:lnTo>
                  <a:pt x="2021107" y="646652"/>
                </a:lnTo>
                <a:lnTo>
                  <a:pt x="2058231" y="636488"/>
                </a:lnTo>
                <a:lnTo>
                  <a:pt x="2089322" y="628890"/>
                </a:lnTo>
                <a:lnTo>
                  <a:pt x="2089322" y="279520"/>
                </a:lnTo>
                <a:close/>
              </a:path>
              <a:path w="2089784" h="721360">
                <a:moveTo>
                  <a:pt x="2204" y="0"/>
                </a:moveTo>
                <a:lnTo>
                  <a:pt x="0" y="55862"/>
                </a:lnTo>
                <a:lnTo>
                  <a:pt x="54862" y="172767"/>
                </a:lnTo>
                <a:lnTo>
                  <a:pt x="259004" y="274695"/>
                </a:lnTo>
                <a:lnTo>
                  <a:pt x="704641" y="285623"/>
                </a:lnTo>
                <a:lnTo>
                  <a:pt x="764806" y="280950"/>
                </a:lnTo>
                <a:lnTo>
                  <a:pt x="819264" y="279520"/>
                </a:lnTo>
                <a:lnTo>
                  <a:pt x="2089322" y="279520"/>
                </a:lnTo>
                <a:lnTo>
                  <a:pt x="2089322" y="2332"/>
                </a:lnTo>
                <a:lnTo>
                  <a:pt x="2204" y="0"/>
                </a:lnTo>
                <a:close/>
              </a:path>
            </a:pathLst>
          </a:custGeom>
          <a:solidFill>
            <a:srgbClr val="285E8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7140588" y="3435391"/>
            <a:ext cx="2003425" cy="1708150"/>
            <a:chOff x="7140588" y="3435391"/>
            <a:chExt cx="2003425" cy="1708150"/>
          </a:xfrm>
        </p:grpSpPr>
        <p:sp>
          <p:nvSpPr>
            <p:cNvPr id="11" name="object 11"/>
            <p:cNvSpPr/>
            <p:nvPr/>
          </p:nvSpPr>
          <p:spPr>
            <a:xfrm>
              <a:off x="7140588" y="4356948"/>
              <a:ext cx="2003425" cy="786765"/>
            </a:xfrm>
            <a:custGeom>
              <a:avLst/>
              <a:gdLst/>
              <a:ahLst/>
              <a:cxnLst/>
              <a:rect l="l" t="t" r="r" b="b"/>
              <a:pathLst>
                <a:path w="2003425" h="786764">
                  <a:moveTo>
                    <a:pt x="347348" y="107585"/>
                  </a:moveTo>
                  <a:lnTo>
                    <a:pt x="306534" y="110349"/>
                  </a:lnTo>
                  <a:lnTo>
                    <a:pt x="266355" y="118929"/>
                  </a:lnTo>
                  <a:lnTo>
                    <a:pt x="226935" y="133949"/>
                  </a:lnTo>
                  <a:lnTo>
                    <a:pt x="188638" y="155862"/>
                  </a:lnTo>
                  <a:lnTo>
                    <a:pt x="151354" y="185357"/>
                  </a:lnTo>
                  <a:lnTo>
                    <a:pt x="115189" y="223040"/>
                  </a:lnTo>
                  <a:lnTo>
                    <a:pt x="80250" y="269521"/>
                  </a:lnTo>
                  <a:lnTo>
                    <a:pt x="0" y="545026"/>
                  </a:lnTo>
                  <a:lnTo>
                    <a:pt x="20340" y="786551"/>
                  </a:lnTo>
                  <a:lnTo>
                    <a:pt x="996382" y="786551"/>
                  </a:lnTo>
                  <a:lnTo>
                    <a:pt x="1922234" y="348651"/>
                  </a:lnTo>
                  <a:lnTo>
                    <a:pt x="1018491" y="348651"/>
                  </a:lnTo>
                  <a:lnTo>
                    <a:pt x="985801" y="347573"/>
                  </a:lnTo>
                  <a:lnTo>
                    <a:pt x="916144" y="331807"/>
                  </a:lnTo>
                  <a:lnTo>
                    <a:pt x="879425" y="318361"/>
                  </a:lnTo>
                  <a:lnTo>
                    <a:pt x="841610" y="302035"/>
                  </a:lnTo>
                  <a:lnTo>
                    <a:pt x="802823" y="283449"/>
                  </a:lnTo>
                  <a:lnTo>
                    <a:pt x="763187" y="263226"/>
                  </a:lnTo>
                  <a:lnTo>
                    <a:pt x="681864" y="220350"/>
                  </a:lnTo>
                  <a:lnTo>
                    <a:pt x="640425" y="198940"/>
                  </a:lnTo>
                  <a:lnTo>
                    <a:pt x="598630" y="178378"/>
                  </a:lnTo>
                  <a:lnTo>
                    <a:pt x="556606" y="159284"/>
                  </a:lnTo>
                  <a:lnTo>
                    <a:pt x="514474" y="142280"/>
                  </a:lnTo>
                  <a:lnTo>
                    <a:pt x="472358" y="127987"/>
                  </a:lnTo>
                  <a:lnTo>
                    <a:pt x="430383" y="117026"/>
                  </a:lnTo>
                  <a:lnTo>
                    <a:pt x="388672" y="110018"/>
                  </a:lnTo>
                  <a:lnTo>
                    <a:pt x="347348" y="107585"/>
                  </a:lnTo>
                  <a:close/>
                </a:path>
                <a:path w="2003425" h="786764">
                  <a:moveTo>
                    <a:pt x="1709146" y="0"/>
                  </a:moveTo>
                  <a:lnTo>
                    <a:pt x="1428736" y="49379"/>
                  </a:lnTo>
                  <a:lnTo>
                    <a:pt x="1393309" y="67543"/>
                  </a:lnTo>
                  <a:lnTo>
                    <a:pt x="1357443" y="88810"/>
                  </a:lnTo>
                  <a:lnTo>
                    <a:pt x="1321175" y="113327"/>
                  </a:lnTo>
                  <a:lnTo>
                    <a:pt x="1284543" y="141238"/>
                  </a:lnTo>
                  <a:lnTo>
                    <a:pt x="1247583" y="172688"/>
                  </a:lnTo>
                  <a:lnTo>
                    <a:pt x="1210333" y="207821"/>
                  </a:lnTo>
                  <a:lnTo>
                    <a:pt x="1172830" y="246781"/>
                  </a:lnTo>
                  <a:lnTo>
                    <a:pt x="1135112" y="289714"/>
                  </a:lnTo>
                  <a:lnTo>
                    <a:pt x="1121894" y="303913"/>
                  </a:lnTo>
                  <a:lnTo>
                    <a:pt x="1078978" y="334088"/>
                  </a:lnTo>
                  <a:lnTo>
                    <a:pt x="1018491" y="348651"/>
                  </a:lnTo>
                  <a:lnTo>
                    <a:pt x="1922234" y="348651"/>
                  </a:lnTo>
                  <a:lnTo>
                    <a:pt x="2003411" y="310257"/>
                  </a:lnTo>
                  <a:lnTo>
                    <a:pt x="2003411" y="126827"/>
                  </a:lnTo>
                  <a:lnTo>
                    <a:pt x="1935132" y="76222"/>
                  </a:lnTo>
                  <a:lnTo>
                    <a:pt x="1709146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02451" y="3888675"/>
              <a:ext cx="1741805" cy="1255395"/>
            </a:xfrm>
            <a:custGeom>
              <a:avLst/>
              <a:gdLst/>
              <a:ahLst/>
              <a:cxnLst/>
              <a:rect l="l" t="t" r="r" b="b"/>
              <a:pathLst>
                <a:path w="1741804" h="1255395">
                  <a:moveTo>
                    <a:pt x="461925" y="767013"/>
                  </a:moveTo>
                  <a:lnTo>
                    <a:pt x="410185" y="770942"/>
                  </a:lnTo>
                  <a:lnTo>
                    <a:pt x="358921" y="779559"/>
                  </a:lnTo>
                  <a:lnTo>
                    <a:pt x="308732" y="793353"/>
                  </a:lnTo>
                  <a:lnTo>
                    <a:pt x="260220" y="812813"/>
                  </a:lnTo>
                  <a:lnTo>
                    <a:pt x="224767" y="831750"/>
                  </a:lnTo>
                  <a:lnTo>
                    <a:pt x="190901" y="854478"/>
                  </a:lnTo>
                  <a:lnTo>
                    <a:pt x="158889" y="881213"/>
                  </a:lnTo>
                  <a:lnTo>
                    <a:pt x="129000" y="912171"/>
                  </a:lnTo>
                  <a:lnTo>
                    <a:pt x="101502" y="947569"/>
                  </a:lnTo>
                  <a:lnTo>
                    <a:pt x="76664" y="987624"/>
                  </a:lnTo>
                  <a:lnTo>
                    <a:pt x="54753" y="1032551"/>
                  </a:lnTo>
                  <a:lnTo>
                    <a:pt x="36038" y="1082569"/>
                  </a:lnTo>
                  <a:lnTo>
                    <a:pt x="20787" y="1137893"/>
                  </a:lnTo>
                  <a:lnTo>
                    <a:pt x="9268" y="1198739"/>
                  </a:lnTo>
                  <a:lnTo>
                    <a:pt x="1292" y="1248083"/>
                  </a:lnTo>
                  <a:lnTo>
                    <a:pt x="0" y="1254823"/>
                  </a:lnTo>
                  <a:lnTo>
                    <a:pt x="1741548" y="1254823"/>
                  </a:lnTo>
                  <a:lnTo>
                    <a:pt x="1741548" y="839824"/>
                  </a:lnTo>
                  <a:lnTo>
                    <a:pt x="857025" y="839824"/>
                  </a:lnTo>
                  <a:lnTo>
                    <a:pt x="807428" y="832306"/>
                  </a:lnTo>
                  <a:lnTo>
                    <a:pt x="748662" y="814476"/>
                  </a:lnTo>
                  <a:lnTo>
                    <a:pt x="706700" y="800555"/>
                  </a:lnTo>
                  <a:lnTo>
                    <a:pt x="661605" y="788385"/>
                  </a:lnTo>
                  <a:lnTo>
                    <a:pt x="613979" y="778457"/>
                  </a:lnTo>
                  <a:lnTo>
                    <a:pt x="564423" y="771259"/>
                  </a:lnTo>
                  <a:lnTo>
                    <a:pt x="513538" y="767281"/>
                  </a:lnTo>
                  <a:lnTo>
                    <a:pt x="461925" y="767013"/>
                  </a:lnTo>
                  <a:close/>
                </a:path>
                <a:path w="1741804" h="1255395">
                  <a:moveTo>
                    <a:pt x="1214848" y="230756"/>
                  </a:moveTo>
                  <a:lnTo>
                    <a:pt x="1149347" y="246393"/>
                  </a:lnTo>
                  <a:lnTo>
                    <a:pt x="1093838" y="293216"/>
                  </a:lnTo>
                  <a:lnTo>
                    <a:pt x="1060816" y="363033"/>
                  </a:lnTo>
                  <a:lnTo>
                    <a:pt x="1050490" y="404125"/>
                  </a:lnTo>
                  <a:lnTo>
                    <a:pt x="1043089" y="448037"/>
                  </a:lnTo>
                  <a:lnTo>
                    <a:pt x="1037711" y="493793"/>
                  </a:lnTo>
                  <a:lnTo>
                    <a:pt x="1033460" y="540418"/>
                  </a:lnTo>
                  <a:lnTo>
                    <a:pt x="1029434" y="586936"/>
                  </a:lnTo>
                  <a:lnTo>
                    <a:pt x="1024736" y="632369"/>
                  </a:lnTo>
                  <a:lnTo>
                    <a:pt x="1018465" y="675743"/>
                  </a:lnTo>
                  <a:lnTo>
                    <a:pt x="1009723" y="716082"/>
                  </a:lnTo>
                  <a:lnTo>
                    <a:pt x="997609" y="752408"/>
                  </a:lnTo>
                  <a:lnTo>
                    <a:pt x="959672" y="809122"/>
                  </a:lnTo>
                  <a:lnTo>
                    <a:pt x="898288" y="837938"/>
                  </a:lnTo>
                  <a:lnTo>
                    <a:pt x="857025" y="839824"/>
                  </a:lnTo>
                  <a:lnTo>
                    <a:pt x="1741548" y="839824"/>
                  </a:lnTo>
                  <a:lnTo>
                    <a:pt x="1741548" y="246087"/>
                  </a:lnTo>
                  <a:lnTo>
                    <a:pt x="1356318" y="246087"/>
                  </a:lnTo>
                  <a:lnTo>
                    <a:pt x="1303017" y="238836"/>
                  </a:lnTo>
                  <a:lnTo>
                    <a:pt x="1255861" y="231584"/>
                  </a:lnTo>
                  <a:lnTo>
                    <a:pt x="1214848" y="230756"/>
                  </a:lnTo>
                  <a:close/>
                </a:path>
                <a:path w="1741804" h="1255395">
                  <a:moveTo>
                    <a:pt x="1741548" y="0"/>
                  </a:moveTo>
                  <a:lnTo>
                    <a:pt x="1736536" y="2981"/>
                  </a:lnTo>
                  <a:lnTo>
                    <a:pt x="1701914" y="31228"/>
                  </a:lnTo>
                  <a:lnTo>
                    <a:pt x="1668731" y="63690"/>
                  </a:lnTo>
                  <a:lnTo>
                    <a:pt x="1635900" y="98431"/>
                  </a:lnTo>
                  <a:lnTo>
                    <a:pt x="1602337" y="133515"/>
                  </a:lnTo>
                  <a:lnTo>
                    <a:pt x="1566957" y="167006"/>
                  </a:lnTo>
                  <a:lnTo>
                    <a:pt x="1528675" y="196967"/>
                  </a:lnTo>
                  <a:lnTo>
                    <a:pt x="1486405" y="221462"/>
                  </a:lnTo>
                  <a:lnTo>
                    <a:pt x="1447393" y="236286"/>
                  </a:lnTo>
                  <a:lnTo>
                    <a:pt x="1404236" y="244865"/>
                  </a:lnTo>
                  <a:lnTo>
                    <a:pt x="1356318" y="246087"/>
                  </a:lnTo>
                  <a:lnTo>
                    <a:pt x="1741548" y="246087"/>
                  </a:lnTo>
                  <a:lnTo>
                    <a:pt x="174154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11279" y="3435391"/>
              <a:ext cx="1433195" cy="1708150"/>
            </a:xfrm>
            <a:custGeom>
              <a:avLst/>
              <a:gdLst/>
              <a:ahLst/>
              <a:cxnLst/>
              <a:rect l="l" t="t" r="r" b="b"/>
              <a:pathLst>
                <a:path w="1433195" h="1708150">
                  <a:moveTo>
                    <a:pt x="647402" y="1177213"/>
                  </a:moveTo>
                  <a:lnTo>
                    <a:pt x="593287" y="1179293"/>
                  </a:lnTo>
                  <a:lnTo>
                    <a:pt x="542355" y="1183920"/>
                  </a:lnTo>
                  <a:lnTo>
                    <a:pt x="494494" y="1190991"/>
                  </a:lnTo>
                  <a:lnTo>
                    <a:pt x="449591" y="1200399"/>
                  </a:lnTo>
                  <a:lnTo>
                    <a:pt x="407533" y="1212039"/>
                  </a:lnTo>
                  <a:lnTo>
                    <a:pt x="368208" y="1225808"/>
                  </a:lnTo>
                  <a:lnTo>
                    <a:pt x="331503" y="1241599"/>
                  </a:lnTo>
                  <a:lnTo>
                    <a:pt x="288651" y="1264286"/>
                  </a:lnTo>
                  <a:lnTo>
                    <a:pt x="249563" y="1289827"/>
                  </a:lnTo>
                  <a:lnTo>
                    <a:pt x="214011" y="1318009"/>
                  </a:lnTo>
                  <a:lnTo>
                    <a:pt x="181764" y="1348623"/>
                  </a:lnTo>
                  <a:lnTo>
                    <a:pt x="152596" y="1381457"/>
                  </a:lnTo>
                  <a:lnTo>
                    <a:pt x="126276" y="1416299"/>
                  </a:lnTo>
                  <a:lnTo>
                    <a:pt x="102575" y="1452937"/>
                  </a:lnTo>
                  <a:lnTo>
                    <a:pt x="81265" y="1491162"/>
                  </a:lnTo>
                  <a:lnTo>
                    <a:pt x="62117" y="1530761"/>
                  </a:lnTo>
                  <a:lnTo>
                    <a:pt x="44902" y="1571523"/>
                  </a:lnTo>
                  <a:lnTo>
                    <a:pt x="29391" y="1613237"/>
                  </a:lnTo>
                  <a:lnTo>
                    <a:pt x="15354" y="1655692"/>
                  </a:lnTo>
                  <a:lnTo>
                    <a:pt x="2564" y="1698676"/>
                  </a:lnTo>
                  <a:lnTo>
                    <a:pt x="0" y="1708108"/>
                  </a:lnTo>
                  <a:lnTo>
                    <a:pt x="1432720" y="1708108"/>
                  </a:lnTo>
                  <a:lnTo>
                    <a:pt x="1432720" y="1190314"/>
                  </a:lnTo>
                  <a:lnTo>
                    <a:pt x="876555" y="1190314"/>
                  </a:lnTo>
                  <a:lnTo>
                    <a:pt x="829978" y="1187307"/>
                  </a:lnTo>
                  <a:lnTo>
                    <a:pt x="765635" y="1181115"/>
                  </a:lnTo>
                  <a:lnTo>
                    <a:pt x="704814" y="1177785"/>
                  </a:lnTo>
                  <a:lnTo>
                    <a:pt x="647402" y="1177213"/>
                  </a:lnTo>
                  <a:close/>
                </a:path>
                <a:path w="1433195" h="1708150">
                  <a:moveTo>
                    <a:pt x="1229446" y="0"/>
                  </a:moveTo>
                  <a:lnTo>
                    <a:pt x="1182530" y="12023"/>
                  </a:lnTo>
                  <a:lnTo>
                    <a:pt x="1135041" y="47331"/>
                  </a:lnTo>
                  <a:lnTo>
                    <a:pt x="1097898" y="100038"/>
                  </a:lnTo>
                  <a:lnTo>
                    <a:pt x="1074079" y="164755"/>
                  </a:lnTo>
                  <a:lnTo>
                    <a:pt x="1061403" y="239440"/>
                  </a:lnTo>
                  <a:lnTo>
                    <a:pt x="1058563" y="279881"/>
                  </a:lnTo>
                  <a:lnTo>
                    <a:pt x="1057693" y="322049"/>
                  </a:lnTo>
                  <a:lnTo>
                    <a:pt x="1058518" y="365687"/>
                  </a:lnTo>
                  <a:lnTo>
                    <a:pt x="1060768" y="410541"/>
                  </a:lnTo>
                  <a:lnTo>
                    <a:pt x="1064170" y="456354"/>
                  </a:lnTo>
                  <a:lnTo>
                    <a:pt x="1068452" y="502872"/>
                  </a:lnTo>
                  <a:lnTo>
                    <a:pt x="1073340" y="549839"/>
                  </a:lnTo>
                  <a:lnTo>
                    <a:pt x="1078564" y="597000"/>
                  </a:lnTo>
                  <a:lnTo>
                    <a:pt x="1083849" y="644100"/>
                  </a:lnTo>
                  <a:lnTo>
                    <a:pt x="1088925" y="690883"/>
                  </a:lnTo>
                  <a:lnTo>
                    <a:pt x="1093519" y="737094"/>
                  </a:lnTo>
                  <a:lnTo>
                    <a:pt x="1097358" y="782477"/>
                  </a:lnTo>
                  <a:lnTo>
                    <a:pt x="1100170" y="826778"/>
                  </a:lnTo>
                  <a:lnTo>
                    <a:pt x="1101682" y="869741"/>
                  </a:lnTo>
                  <a:lnTo>
                    <a:pt x="1101623" y="911110"/>
                  </a:lnTo>
                  <a:lnTo>
                    <a:pt x="1099720" y="950631"/>
                  </a:lnTo>
                  <a:lnTo>
                    <a:pt x="1089292" y="1023105"/>
                  </a:lnTo>
                  <a:lnTo>
                    <a:pt x="1068220" y="1085120"/>
                  </a:lnTo>
                  <a:lnTo>
                    <a:pt x="1034324" y="1134633"/>
                  </a:lnTo>
                  <a:lnTo>
                    <a:pt x="985426" y="1169603"/>
                  </a:lnTo>
                  <a:lnTo>
                    <a:pt x="917798" y="1188185"/>
                  </a:lnTo>
                  <a:lnTo>
                    <a:pt x="876555" y="1190314"/>
                  </a:lnTo>
                  <a:lnTo>
                    <a:pt x="1432720" y="1190314"/>
                  </a:lnTo>
                  <a:lnTo>
                    <a:pt x="1432720" y="89391"/>
                  </a:lnTo>
                  <a:lnTo>
                    <a:pt x="1421341" y="80413"/>
                  </a:lnTo>
                  <a:lnTo>
                    <a:pt x="1362652" y="40725"/>
                  </a:lnTo>
                  <a:lnTo>
                    <a:pt x="1306870" y="13471"/>
                  </a:lnTo>
                  <a:lnTo>
                    <a:pt x="1254360" y="523"/>
                  </a:lnTo>
                  <a:lnTo>
                    <a:pt x="1229446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0" y="0"/>
            <a:ext cx="1835785" cy="963294"/>
            <a:chOff x="0" y="0"/>
            <a:chExt cx="1835785" cy="963294"/>
          </a:xfrm>
        </p:grpSpPr>
        <p:sp>
          <p:nvSpPr>
            <p:cNvPr id="15" name="object 15"/>
            <p:cNvSpPr/>
            <p:nvPr/>
          </p:nvSpPr>
          <p:spPr>
            <a:xfrm>
              <a:off x="0" y="64007"/>
              <a:ext cx="1565275" cy="899160"/>
            </a:xfrm>
            <a:custGeom>
              <a:avLst/>
              <a:gdLst/>
              <a:ahLst/>
              <a:cxnLst/>
              <a:rect l="l" t="t" r="r" b="b"/>
              <a:pathLst>
                <a:path w="1565275" h="899160">
                  <a:moveTo>
                    <a:pt x="1565275" y="0"/>
                  </a:moveTo>
                  <a:lnTo>
                    <a:pt x="0" y="0"/>
                  </a:lnTo>
                  <a:lnTo>
                    <a:pt x="0" y="529520"/>
                  </a:lnTo>
                  <a:lnTo>
                    <a:pt x="11682" y="527803"/>
                  </a:lnTo>
                  <a:lnTo>
                    <a:pt x="49882" y="524136"/>
                  </a:lnTo>
                  <a:lnTo>
                    <a:pt x="85810" y="522648"/>
                  </a:lnTo>
                  <a:lnTo>
                    <a:pt x="119604" y="523216"/>
                  </a:lnTo>
                  <a:lnTo>
                    <a:pt x="151401" y="525718"/>
                  </a:lnTo>
                  <a:lnTo>
                    <a:pt x="209553" y="536041"/>
                  </a:lnTo>
                  <a:lnTo>
                    <a:pt x="261364" y="552640"/>
                  </a:lnTo>
                  <a:lnTo>
                    <a:pt x="307933" y="574544"/>
                  </a:lnTo>
                  <a:lnTo>
                    <a:pt x="350358" y="600778"/>
                  </a:lnTo>
                  <a:lnTo>
                    <a:pt x="389738" y="630368"/>
                  </a:lnTo>
                  <a:lnTo>
                    <a:pt x="427170" y="662340"/>
                  </a:lnTo>
                  <a:lnTo>
                    <a:pt x="500586" y="729534"/>
                  </a:lnTo>
                  <a:lnTo>
                    <a:pt x="519439" y="746300"/>
                  </a:lnTo>
                  <a:lnTo>
                    <a:pt x="558706" y="778940"/>
                  </a:lnTo>
                  <a:lnTo>
                    <a:pt x="600968" y="809580"/>
                  </a:lnTo>
                  <a:lnTo>
                    <a:pt x="647324" y="837246"/>
                  </a:lnTo>
                  <a:lnTo>
                    <a:pt x="698872" y="860963"/>
                  </a:lnTo>
                  <a:lnTo>
                    <a:pt x="756711" y="879758"/>
                  </a:lnTo>
                  <a:lnTo>
                    <a:pt x="821938" y="892658"/>
                  </a:lnTo>
                  <a:lnTo>
                    <a:pt x="895653" y="898688"/>
                  </a:lnTo>
                  <a:lnTo>
                    <a:pt x="936037" y="898822"/>
                  </a:lnTo>
                  <a:lnTo>
                    <a:pt x="978954" y="896874"/>
                  </a:lnTo>
                  <a:lnTo>
                    <a:pt x="1319153" y="740181"/>
                  </a:lnTo>
                  <a:lnTo>
                    <a:pt x="1493080" y="433720"/>
                  </a:lnTo>
                  <a:lnTo>
                    <a:pt x="1556524" y="134618"/>
                  </a:lnTo>
                  <a:lnTo>
                    <a:pt x="156527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0"/>
              <a:ext cx="927100" cy="656590"/>
            </a:xfrm>
            <a:custGeom>
              <a:avLst/>
              <a:gdLst/>
              <a:ahLst/>
              <a:cxnLst/>
              <a:rect l="l" t="t" r="r" b="b"/>
              <a:pathLst>
                <a:path w="927100" h="656590">
                  <a:moveTo>
                    <a:pt x="926525" y="0"/>
                  </a:moveTo>
                  <a:lnTo>
                    <a:pt x="0" y="0"/>
                  </a:lnTo>
                  <a:lnTo>
                    <a:pt x="0" y="656115"/>
                  </a:lnTo>
                  <a:lnTo>
                    <a:pt x="14821" y="638301"/>
                  </a:lnTo>
                  <a:lnTo>
                    <a:pt x="41454" y="615899"/>
                  </a:lnTo>
                  <a:lnTo>
                    <a:pt x="73652" y="597915"/>
                  </a:lnTo>
                  <a:lnTo>
                    <a:pt x="106943" y="586273"/>
                  </a:lnTo>
                  <a:lnTo>
                    <a:pt x="145630" y="578721"/>
                  </a:lnTo>
                  <a:lnTo>
                    <a:pt x="190250" y="575632"/>
                  </a:lnTo>
                  <a:lnTo>
                    <a:pt x="526950" y="575632"/>
                  </a:lnTo>
                  <a:lnTo>
                    <a:pt x="536476" y="573161"/>
                  </a:lnTo>
                  <a:lnTo>
                    <a:pt x="573366" y="559180"/>
                  </a:lnTo>
                  <a:lnTo>
                    <a:pt x="613230" y="538386"/>
                  </a:lnTo>
                  <a:lnTo>
                    <a:pt x="649211" y="513387"/>
                  </a:lnTo>
                  <a:lnTo>
                    <a:pt x="681664" y="484620"/>
                  </a:lnTo>
                  <a:lnTo>
                    <a:pt x="710941" y="452521"/>
                  </a:lnTo>
                  <a:lnTo>
                    <a:pt x="737396" y="417525"/>
                  </a:lnTo>
                  <a:lnTo>
                    <a:pt x="761383" y="380069"/>
                  </a:lnTo>
                  <a:lnTo>
                    <a:pt x="783255" y="340588"/>
                  </a:lnTo>
                  <a:lnTo>
                    <a:pt x="803365" y="299518"/>
                  </a:lnTo>
                  <a:lnTo>
                    <a:pt x="822066" y="257295"/>
                  </a:lnTo>
                  <a:lnTo>
                    <a:pt x="839713" y="214354"/>
                  </a:lnTo>
                  <a:lnTo>
                    <a:pt x="856657" y="171132"/>
                  </a:lnTo>
                  <a:lnTo>
                    <a:pt x="873254" y="128064"/>
                  </a:lnTo>
                  <a:lnTo>
                    <a:pt x="889855" y="85587"/>
                  </a:lnTo>
                  <a:lnTo>
                    <a:pt x="906815" y="44135"/>
                  </a:lnTo>
                  <a:lnTo>
                    <a:pt x="924486" y="4145"/>
                  </a:lnTo>
                  <a:lnTo>
                    <a:pt x="926525" y="0"/>
                  </a:lnTo>
                  <a:close/>
                </a:path>
                <a:path w="927100" h="656590">
                  <a:moveTo>
                    <a:pt x="526950" y="575632"/>
                  </a:moveTo>
                  <a:lnTo>
                    <a:pt x="190250" y="575632"/>
                  </a:lnTo>
                  <a:lnTo>
                    <a:pt x="241341" y="577376"/>
                  </a:lnTo>
                  <a:lnTo>
                    <a:pt x="354566" y="590772"/>
                  </a:lnTo>
                  <a:lnTo>
                    <a:pt x="405620" y="592624"/>
                  </a:lnTo>
                  <a:lnTo>
                    <a:pt x="452815" y="590137"/>
                  </a:lnTo>
                  <a:lnTo>
                    <a:pt x="496363" y="583564"/>
                  </a:lnTo>
                  <a:lnTo>
                    <a:pt x="526950" y="575632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0"/>
              <a:ext cx="1835785" cy="584835"/>
            </a:xfrm>
            <a:custGeom>
              <a:avLst/>
              <a:gdLst/>
              <a:ahLst/>
              <a:cxnLst/>
              <a:rect l="l" t="t" r="r" b="b"/>
              <a:pathLst>
                <a:path w="1835785" h="584835">
                  <a:moveTo>
                    <a:pt x="1785429" y="120893"/>
                  </a:moveTo>
                  <a:lnTo>
                    <a:pt x="632197" y="120893"/>
                  </a:lnTo>
                  <a:lnTo>
                    <a:pt x="665609" y="121311"/>
                  </a:lnTo>
                  <a:lnTo>
                    <a:pt x="697974" y="127328"/>
                  </a:lnTo>
                  <a:lnTo>
                    <a:pt x="760221" y="153977"/>
                  </a:lnTo>
                  <a:lnTo>
                    <a:pt x="820260" y="196482"/>
                  </a:lnTo>
                  <a:lnTo>
                    <a:pt x="849864" y="222319"/>
                  </a:lnTo>
                  <a:lnTo>
                    <a:pt x="879410" y="250485"/>
                  </a:lnTo>
                  <a:lnTo>
                    <a:pt x="909065" y="280436"/>
                  </a:lnTo>
                  <a:lnTo>
                    <a:pt x="969357" y="343512"/>
                  </a:lnTo>
                  <a:lnTo>
                    <a:pt x="1000325" y="375549"/>
                  </a:lnTo>
                  <a:lnTo>
                    <a:pt x="1032061" y="407191"/>
                  </a:lnTo>
                  <a:lnTo>
                    <a:pt x="1064730" y="437894"/>
                  </a:lnTo>
                  <a:lnTo>
                    <a:pt x="1098497" y="467112"/>
                  </a:lnTo>
                  <a:lnTo>
                    <a:pt x="1133527" y="494302"/>
                  </a:lnTo>
                  <a:lnTo>
                    <a:pt x="1169985" y="518918"/>
                  </a:lnTo>
                  <a:lnTo>
                    <a:pt x="1208037" y="540416"/>
                  </a:lnTo>
                  <a:lnTo>
                    <a:pt x="1247846" y="558251"/>
                  </a:lnTo>
                  <a:lnTo>
                    <a:pt x="1289579" y="571877"/>
                  </a:lnTo>
                  <a:lnTo>
                    <a:pt x="1333400" y="580751"/>
                  </a:lnTo>
                  <a:lnTo>
                    <a:pt x="1379474" y="584326"/>
                  </a:lnTo>
                  <a:lnTo>
                    <a:pt x="1408914" y="583934"/>
                  </a:lnTo>
                  <a:lnTo>
                    <a:pt x="1462841" y="578147"/>
                  </a:lnTo>
                  <a:lnTo>
                    <a:pt x="1532288" y="557805"/>
                  </a:lnTo>
                  <a:lnTo>
                    <a:pt x="1571577" y="537273"/>
                  </a:lnTo>
                  <a:lnTo>
                    <a:pt x="1605813" y="511896"/>
                  </a:lnTo>
                  <a:lnTo>
                    <a:pt x="1635515" y="482269"/>
                  </a:lnTo>
                  <a:lnTo>
                    <a:pt x="1661206" y="448988"/>
                  </a:lnTo>
                  <a:lnTo>
                    <a:pt x="1683406" y="412650"/>
                  </a:lnTo>
                  <a:lnTo>
                    <a:pt x="1702636" y="373849"/>
                  </a:lnTo>
                  <a:lnTo>
                    <a:pt x="1719417" y="333182"/>
                  </a:lnTo>
                  <a:lnTo>
                    <a:pt x="1734271" y="291245"/>
                  </a:lnTo>
                  <a:lnTo>
                    <a:pt x="1747718" y="248632"/>
                  </a:lnTo>
                  <a:lnTo>
                    <a:pt x="1760279" y="205942"/>
                  </a:lnTo>
                  <a:lnTo>
                    <a:pt x="1772476" y="163767"/>
                  </a:lnTo>
                  <a:lnTo>
                    <a:pt x="1784829" y="122706"/>
                  </a:lnTo>
                  <a:lnTo>
                    <a:pt x="1785429" y="120893"/>
                  </a:lnTo>
                  <a:close/>
                </a:path>
                <a:path w="1835785" h="584835">
                  <a:moveTo>
                    <a:pt x="1835251" y="0"/>
                  </a:moveTo>
                  <a:lnTo>
                    <a:pt x="0" y="0"/>
                  </a:lnTo>
                  <a:lnTo>
                    <a:pt x="0" y="402628"/>
                  </a:lnTo>
                  <a:lnTo>
                    <a:pt x="64387" y="396450"/>
                  </a:lnTo>
                  <a:lnTo>
                    <a:pt x="118042" y="385317"/>
                  </a:lnTo>
                  <a:lnTo>
                    <a:pt x="158803" y="373552"/>
                  </a:lnTo>
                  <a:lnTo>
                    <a:pt x="200793" y="358511"/>
                  </a:lnTo>
                  <a:lnTo>
                    <a:pt x="244060" y="340002"/>
                  </a:lnTo>
                  <a:lnTo>
                    <a:pt x="288656" y="317833"/>
                  </a:lnTo>
                  <a:lnTo>
                    <a:pt x="334629" y="291813"/>
                  </a:lnTo>
                  <a:lnTo>
                    <a:pt x="382031" y="261748"/>
                  </a:lnTo>
                  <a:lnTo>
                    <a:pt x="430910" y="227449"/>
                  </a:lnTo>
                  <a:lnTo>
                    <a:pt x="481317" y="188722"/>
                  </a:lnTo>
                  <a:lnTo>
                    <a:pt x="511876" y="166373"/>
                  </a:lnTo>
                  <a:lnTo>
                    <a:pt x="541388" y="148716"/>
                  </a:lnTo>
                  <a:lnTo>
                    <a:pt x="569928" y="135536"/>
                  </a:lnTo>
                  <a:lnTo>
                    <a:pt x="597573" y="126619"/>
                  </a:lnTo>
                  <a:lnTo>
                    <a:pt x="632197" y="120893"/>
                  </a:lnTo>
                  <a:lnTo>
                    <a:pt x="1785429" y="120893"/>
                  </a:lnTo>
                  <a:lnTo>
                    <a:pt x="1797860" y="83353"/>
                  </a:lnTo>
                  <a:lnTo>
                    <a:pt x="1812089" y="46305"/>
                  </a:lnTo>
                  <a:lnTo>
                    <a:pt x="1828037" y="12157"/>
                  </a:lnTo>
                  <a:lnTo>
                    <a:pt x="1835251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2388" y="4809744"/>
            <a:ext cx="163068" cy="16306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9075" y="4710684"/>
            <a:ext cx="99060" cy="9753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4020" y="4657344"/>
            <a:ext cx="99060" cy="990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3756" y="4075176"/>
            <a:ext cx="163067" cy="16306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7072" y="600455"/>
            <a:ext cx="163068" cy="16306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64880" y="484631"/>
            <a:ext cx="99060" cy="9753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4695" y="1004316"/>
            <a:ext cx="99060" cy="9753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76755" y="140207"/>
            <a:ext cx="163068" cy="16459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32647" y="4337303"/>
            <a:ext cx="164592" cy="16459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0" y="4558284"/>
            <a:ext cx="97535" cy="9905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10828" y="3558540"/>
            <a:ext cx="99060" cy="9753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296911" y="521208"/>
            <a:ext cx="163068" cy="163067"/>
          </a:xfrm>
          <a:prstGeom prst="rect">
            <a:avLst/>
          </a:prstGeom>
        </p:spPr>
      </p:pic>
      <p:graphicFrame>
        <p:nvGraphicFramePr>
          <p:cNvPr id="30" name="object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322534"/>
              </p:ext>
            </p:extLst>
          </p:nvPr>
        </p:nvGraphicFramePr>
        <p:xfrm>
          <a:off x="1058837" y="662431"/>
          <a:ext cx="7167245" cy="42798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1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0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100" b="1" spc="-5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Numbers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100" b="1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Gesture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100" b="1" spc="-5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Left-hand</a:t>
                      </a:r>
                      <a:r>
                        <a:rPr sz="1100" b="1" spc="-3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finger</a:t>
                      </a:r>
                      <a:r>
                        <a:rPr sz="1100" b="1" spc="-2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states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  <a:p>
                      <a:pPr marL="74930" marR="70485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900" b="1" spc="-5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(thumb,</a:t>
                      </a:r>
                      <a:r>
                        <a:rPr sz="900" b="1" spc="3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index</a:t>
                      </a:r>
                      <a:r>
                        <a:rPr sz="900" b="1" spc="5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finger,</a:t>
                      </a:r>
                      <a:r>
                        <a:rPr sz="900" b="1" spc="1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middle</a:t>
                      </a:r>
                      <a:r>
                        <a:rPr sz="900" b="1" spc="25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finger,</a:t>
                      </a:r>
                      <a:r>
                        <a:rPr sz="900" b="1" spc="1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ring</a:t>
                      </a:r>
                      <a:r>
                        <a:rPr sz="900" b="1" spc="15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5" dirty="0" err="1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finger,</a:t>
                      </a:r>
                      <a:r>
                        <a:rPr lang="en-US" sz="900" b="1" spc="-5" dirty="0" err="1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Pinky</a:t>
                      </a:r>
                      <a:r>
                        <a:rPr sz="900" b="1" spc="-5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10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10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(0,0,0,0,0)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10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10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(0,1,0,0,0)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3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10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10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(0,1,1,0,0)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2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solidFill>
                            <a:srgbClr val="1A4568"/>
                          </a:solidFill>
                          <a:latin typeface="Calibri"/>
                          <a:cs typeface="Calibri"/>
                        </a:rPr>
                        <a:t>(1,1,1,1,1)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6350">
                      <a:solidFill>
                        <a:srgbClr val="434343"/>
                      </a:solidFill>
                      <a:prstDash val="solid"/>
                    </a:lnL>
                    <a:lnR w="6350">
                      <a:solidFill>
                        <a:srgbClr val="434343"/>
                      </a:solidFill>
                      <a:prstDash val="solid"/>
                    </a:lnR>
                    <a:lnT w="6350">
                      <a:solidFill>
                        <a:srgbClr val="434343"/>
                      </a:solidFill>
                      <a:prstDash val="solid"/>
                    </a:lnT>
                    <a:lnB w="6350">
                      <a:solidFill>
                        <a:srgbClr val="43434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578496" y="1362491"/>
            <a:ext cx="725225" cy="77110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665706" y="2319527"/>
            <a:ext cx="495723" cy="78028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668448" y="3241548"/>
            <a:ext cx="602315" cy="78181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717207" y="4107233"/>
            <a:ext cx="633564" cy="761928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543800" y="105507"/>
            <a:ext cx="1482297" cy="81162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61D173B-637B-DECE-3B47-1D6C738371C9}"/>
              </a:ext>
            </a:extLst>
          </p:cNvPr>
          <p:cNvSpPr txBox="1"/>
          <p:nvPr/>
        </p:nvSpPr>
        <p:spPr>
          <a:xfrm>
            <a:off x="2807753" y="127492"/>
            <a:ext cx="312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A45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Gesture Recognition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SA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45458" y="0"/>
            <a:ext cx="2799080" cy="1526540"/>
            <a:chOff x="6345458" y="0"/>
            <a:chExt cx="2799080" cy="1526540"/>
          </a:xfrm>
        </p:grpSpPr>
        <p:sp>
          <p:nvSpPr>
            <p:cNvPr id="3" name="object 3"/>
            <p:cNvSpPr/>
            <p:nvPr/>
          </p:nvSpPr>
          <p:spPr>
            <a:xfrm>
              <a:off x="6345458" y="0"/>
              <a:ext cx="2799080" cy="1526540"/>
            </a:xfrm>
            <a:custGeom>
              <a:avLst/>
              <a:gdLst/>
              <a:ahLst/>
              <a:cxnLst/>
              <a:rect l="l" t="t" r="r" b="b"/>
              <a:pathLst>
                <a:path w="2799079" h="1526540">
                  <a:moveTo>
                    <a:pt x="2798542" y="532002"/>
                  </a:moveTo>
                  <a:lnTo>
                    <a:pt x="1823182" y="532002"/>
                  </a:lnTo>
                  <a:lnTo>
                    <a:pt x="1862744" y="534384"/>
                  </a:lnTo>
                  <a:lnTo>
                    <a:pt x="1901842" y="541527"/>
                  </a:lnTo>
                  <a:lnTo>
                    <a:pt x="1939964" y="553434"/>
                  </a:lnTo>
                  <a:lnTo>
                    <a:pt x="1976598" y="570102"/>
                  </a:lnTo>
                  <a:lnTo>
                    <a:pt x="2016767" y="596534"/>
                  </a:lnTo>
                  <a:lnTo>
                    <a:pt x="2051056" y="627353"/>
                  </a:lnTo>
                  <a:lnTo>
                    <a:pt x="2080179" y="662033"/>
                  </a:lnTo>
                  <a:lnTo>
                    <a:pt x="2104849" y="700047"/>
                  </a:lnTo>
                  <a:lnTo>
                    <a:pt x="2125777" y="740868"/>
                  </a:lnTo>
                  <a:lnTo>
                    <a:pt x="2143677" y="783970"/>
                  </a:lnTo>
                  <a:lnTo>
                    <a:pt x="2159262" y="828825"/>
                  </a:lnTo>
                  <a:lnTo>
                    <a:pt x="2173244" y="874908"/>
                  </a:lnTo>
                  <a:lnTo>
                    <a:pt x="2186336" y="921690"/>
                  </a:lnTo>
                  <a:lnTo>
                    <a:pt x="2199251" y="968645"/>
                  </a:lnTo>
                  <a:lnTo>
                    <a:pt x="2212701" y="1015246"/>
                  </a:lnTo>
                  <a:lnTo>
                    <a:pt x="2227400" y="1060967"/>
                  </a:lnTo>
                  <a:lnTo>
                    <a:pt x="2244060" y="1105280"/>
                  </a:lnTo>
                  <a:lnTo>
                    <a:pt x="2264223" y="1148083"/>
                  </a:lnTo>
                  <a:lnTo>
                    <a:pt x="2287333" y="1189179"/>
                  </a:lnTo>
                  <a:lnTo>
                    <a:pt x="2313255" y="1228475"/>
                  </a:lnTo>
                  <a:lnTo>
                    <a:pt x="2341856" y="1265878"/>
                  </a:lnTo>
                  <a:lnTo>
                    <a:pt x="2373000" y="1301295"/>
                  </a:lnTo>
                  <a:lnTo>
                    <a:pt x="2406555" y="1334633"/>
                  </a:lnTo>
                  <a:lnTo>
                    <a:pt x="2442386" y="1365798"/>
                  </a:lnTo>
                  <a:lnTo>
                    <a:pt x="2480359" y="1394698"/>
                  </a:lnTo>
                  <a:lnTo>
                    <a:pt x="2520339" y="1421238"/>
                  </a:lnTo>
                  <a:lnTo>
                    <a:pt x="2562193" y="1445327"/>
                  </a:lnTo>
                  <a:lnTo>
                    <a:pt x="2605787" y="1466870"/>
                  </a:lnTo>
                  <a:lnTo>
                    <a:pt x="2650985" y="1485774"/>
                  </a:lnTo>
                  <a:lnTo>
                    <a:pt x="2697655" y="1501947"/>
                  </a:lnTo>
                  <a:lnTo>
                    <a:pt x="2745662" y="1515295"/>
                  </a:lnTo>
                  <a:lnTo>
                    <a:pt x="2794872" y="1525725"/>
                  </a:lnTo>
                  <a:lnTo>
                    <a:pt x="2798542" y="1526267"/>
                  </a:lnTo>
                  <a:lnTo>
                    <a:pt x="2798542" y="532002"/>
                  </a:lnTo>
                  <a:close/>
                </a:path>
                <a:path w="2799079" h="1526540">
                  <a:moveTo>
                    <a:pt x="2798542" y="0"/>
                  </a:moveTo>
                  <a:lnTo>
                    <a:pt x="0" y="0"/>
                  </a:lnTo>
                  <a:lnTo>
                    <a:pt x="43881" y="21708"/>
                  </a:lnTo>
                  <a:lnTo>
                    <a:pt x="88794" y="47389"/>
                  </a:lnTo>
                  <a:lnTo>
                    <a:pt x="131796" y="75533"/>
                  </a:lnTo>
                  <a:lnTo>
                    <a:pt x="172765" y="106026"/>
                  </a:lnTo>
                  <a:lnTo>
                    <a:pt x="211582" y="138755"/>
                  </a:lnTo>
                  <a:lnTo>
                    <a:pt x="248128" y="173609"/>
                  </a:lnTo>
                  <a:lnTo>
                    <a:pt x="291103" y="223633"/>
                  </a:lnTo>
                  <a:lnTo>
                    <a:pt x="334317" y="285677"/>
                  </a:lnTo>
                  <a:lnTo>
                    <a:pt x="356369" y="320256"/>
                  </a:lnTo>
                  <a:lnTo>
                    <a:pt x="378906" y="356701"/>
                  </a:lnTo>
                  <a:lnTo>
                    <a:pt x="426009" y="433670"/>
                  </a:lnTo>
                  <a:lnTo>
                    <a:pt x="450859" y="473434"/>
                  </a:lnTo>
                  <a:lnTo>
                    <a:pt x="476763" y="513545"/>
                  </a:lnTo>
                  <a:lnTo>
                    <a:pt x="503864" y="553623"/>
                  </a:lnTo>
                  <a:lnTo>
                    <a:pt x="532304" y="593289"/>
                  </a:lnTo>
                  <a:lnTo>
                    <a:pt x="562225" y="632164"/>
                  </a:lnTo>
                  <a:lnTo>
                    <a:pt x="593770" y="669866"/>
                  </a:lnTo>
                  <a:lnTo>
                    <a:pt x="627080" y="706018"/>
                  </a:lnTo>
                  <a:lnTo>
                    <a:pt x="662299" y="740238"/>
                  </a:lnTo>
                  <a:lnTo>
                    <a:pt x="699567" y="772148"/>
                  </a:lnTo>
                  <a:lnTo>
                    <a:pt x="739027" y="801368"/>
                  </a:lnTo>
                  <a:lnTo>
                    <a:pt x="780822" y="827518"/>
                  </a:lnTo>
                  <a:lnTo>
                    <a:pt x="825093" y="850218"/>
                  </a:lnTo>
                  <a:lnTo>
                    <a:pt x="871983" y="869089"/>
                  </a:lnTo>
                  <a:lnTo>
                    <a:pt x="921633" y="883752"/>
                  </a:lnTo>
                  <a:lnTo>
                    <a:pt x="974187" y="893826"/>
                  </a:lnTo>
                  <a:lnTo>
                    <a:pt x="1019460" y="897755"/>
                  </a:lnTo>
                  <a:lnTo>
                    <a:pt x="1034385" y="898016"/>
                  </a:lnTo>
                  <a:lnTo>
                    <a:pt x="1089804" y="894668"/>
                  </a:lnTo>
                  <a:lnTo>
                    <a:pt x="1144121" y="885170"/>
                  </a:lnTo>
                  <a:lnTo>
                    <a:pt x="1197142" y="870343"/>
                  </a:lnTo>
                  <a:lnTo>
                    <a:pt x="1248672" y="851005"/>
                  </a:lnTo>
                  <a:lnTo>
                    <a:pt x="1298516" y="827978"/>
                  </a:lnTo>
                  <a:lnTo>
                    <a:pt x="1346482" y="802082"/>
                  </a:lnTo>
                  <a:lnTo>
                    <a:pt x="1392373" y="774135"/>
                  </a:lnTo>
                  <a:lnTo>
                    <a:pt x="1435995" y="744960"/>
                  </a:lnTo>
                  <a:lnTo>
                    <a:pt x="1477155" y="715374"/>
                  </a:lnTo>
                  <a:lnTo>
                    <a:pt x="1515658" y="686199"/>
                  </a:lnTo>
                  <a:lnTo>
                    <a:pt x="1551309" y="658255"/>
                  </a:lnTo>
                  <a:lnTo>
                    <a:pt x="1583915" y="632361"/>
                  </a:lnTo>
                  <a:lnTo>
                    <a:pt x="1613280" y="609338"/>
                  </a:lnTo>
                  <a:lnTo>
                    <a:pt x="1661511" y="575183"/>
                  </a:lnTo>
                  <a:lnTo>
                    <a:pt x="1699577" y="556327"/>
                  </a:lnTo>
                  <a:lnTo>
                    <a:pt x="1739632" y="542829"/>
                  </a:lnTo>
                  <a:lnTo>
                    <a:pt x="1781043" y="534713"/>
                  </a:lnTo>
                  <a:lnTo>
                    <a:pt x="1823182" y="532002"/>
                  </a:lnTo>
                  <a:lnTo>
                    <a:pt x="2798542" y="532002"/>
                  </a:lnTo>
                  <a:lnTo>
                    <a:pt x="2798542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93329" y="0"/>
              <a:ext cx="2150745" cy="962025"/>
            </a:xfrm>
            <a:custGeom>
              <a:avLst/>
              <a:gdLst/>
              <a:ahLst/>
              <a:cxnLst/>
              <a:rect l="l" t="t" r="r" b="b"/>
              <a:pathLst>
                <a:path w="2150745" h="962025">
                  <a:moveTo>
                    <a:pt x="2150669" y="257555"/>
                  </a:moveTo>
                  <a:lnTo>
                    <a:pt x="917627" y="257555"/>
                  </a:lnTo>
                  <a:lnTo>
                    <a:pt x="966597" y="258820"/>
                  </a:lnTo>
                  <a:lnTo>
                    <a:pt x="1015544" y="262905"/>
                  </a:lnTo>
                  <a:lnTo>
                    <a:pt x="1064395" y="270254"/>
                  </a:lnTo>
                  <a:lnTo>
                    <a:pt x="1113080" y="281304"/>
                  </a:lnTo>
                  <a:lnTo>
                    <a:pt x="1153953" y="294499"/>
                  </a:lnTo>
                  <a:lnTo>
                    <a:pt x="1189695" y="310631"/>
                  </a:lnTo>
                  <a:lnTo>
                    <a:pt x="1248254" y="350899"/>
                  </a:lnTo>
                  <a:lnTo>
                    <a:pt x="1293691" y="400493"/>
                  </a:lnTo>
                  <a:lnTo>
                    <a:pt x="1330941" y="457796"/>
                  </a:lnTo>
                  <a:lnTo>
                    <a:pt x="1364937" y="521192"/>
                  </a:lnTo>
                  <a:lnTo>
                    <a:pt x="1382257" y="554669"/>
                  </a:lnTo>
                  <a:lnTo>
                    <a:pt x="1400613" y="589064"/>
                  </a:lnTo>
                  <a:lnTo>
                    <a:pt x="1420623" y="624174"/>
                  </a:lnTo>
                  <a:lnTo>
                    <a:pt x="1442904" y="659797"/>
                  </a:lnTo>
                  <a:lnTo>
                    <a:pt x="1468071" y="695731"/>
                  </a:lnTo>
                  <a:lnTo>
                    <a:pt x="1496742" y="731775"/>
                  </a:lnTo>
                  <a:lnTo>
                    <a:pt x="1529534" y="767725"/>
                  </a:lnTo>
                  <a:lnTo>
                    <a:pt x="1567063" y="803380"/>
                  </a:lnTo>
                  <a:lnTo>
                    <a:pt x="1609945" y="838538"/>
                  </a:lnTo>
                  <a:lnTo>
                    <a:pt x="1658799" y="872998"/>
                  </a:lnTo>
                  <a:lnTo>
                    <a:pt x="1708972" y="902230"/>
                  </a:lnTo>
                  <a:lnTo>
                    <a:pt x="1759360" y="924992"/>
                  </a:lnTo>
                  <a:lnTo>
                    <a:pt x="1809691" y="941800"/>
                  </a:lnTo>
                  <a:lnTo>
                    <a:pt x="1859694" y="953167"/>
                  </a:lnTo>
                  <a:lnTo>
                    <a:pt x="1909098" y="959610"/>
                  </a:lnTo>
                  <a:lnTo>
                    <a:pt x="1957630" y="961644"/>
                  </a:lnTo>
                  <a:lnTo>
                    <a:pt x="2126542" y="939061"/>
                  </a:lnTo>
                  <a:lnTo>
                    <a:pt x="2150669" y="930403"/>
                  </a:lnTo>
                  <a:lnTo>
                    <a:pt x="2150669" y="257555"/>
                  </a:lnTo>
                  <a:close/>
                </a:path>
                <a:path w="2150745" h="962025">
                  <a:moveTo>
                    <a:pt x="2150669" y="0"/>
                  </a:moveTo>
                  <a:lnTo>
                    <a:pt x="0" y="0"/>
                  </a:lnTo>
                  <a:lnTo>
                    <a:pt x="19211" y="43937"/>
                  </a:lnTo>
                  <a:lnTo>
                    <a:pt x="45058" y="92478"/>
                  </a:lnTo>
                  <a:lnTo>
                    <a:pt x="72592" y="134846"/>
                  </a:lnTo>
                  <a:lnTo>
                    <a:pt x="101740" y="171413"/>
                  </a:lnTo>
                  <a:lnTo>
                    <a:pt x="132428" y="202550"/>
                  </a:lnTo>
                  <a:lnTo>
                    <a:pt x="164581" y="228631"/>
                  </a:lnTo>
                  <a:lnTo>
                    <a:pt x="198125" y="250027"/>
                  </a:lnTo>
                  <a:lnTo>
                    <a:pt x="232988" y="267111"/>
                  </a:lnTo>
                  <a:lnTo>
                    <a:pt x="269095" y="280254"/>
                  </a:lnTo>
                  <a:lnTo>
                    <a:pt x="306372" y="289828"/>
                  </a:lnTo>
                  <a:lnTo>
                    <a:pt x="344746" y="296206"/>
                  </a:lnTo>
                  <a:lnTo>
                    <a:pt x="384142" y="299761"/>
                  </a:lnTo>
                  <a:lnTo>
                    <a:pt x="424486" y="300863"/>
                  </a:lnTo>
                  <a:lnTo>
                    <a:pt x="470581" y="299650"/>
                  </a:lnTo>
                  <a:lnTo>
                    <a:pt x="517664" y="296359"/>
                  </a:lnTo>
                  <a:lnTo>
                    <a:pt x="565633" y="291508"/>
                  </a:lnTo>
                  <a:lnTo>
                    <a:pt x="764319" y="266910"/>
                  </a:lnTo>
                  <a:lnTo>
                    <a:pt x="815183" y="262059"/>
                  </a:lnTo>
                  <a:lnTo>
                    <a:pt x="866320" y="258768"/>
                  </a:lnTo>
                  <a:lnTo>
                    <a:pt x="917627" y="257555"/>
                  </a:lnTo>
                  <a:lnTo>
                    <a:pt x="2150669" y="257555"/>
                  </a:lnTo>
                  <a:lnTo>
                    <a:pt x="2150669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07196" y="0"/>
              <a:ext cx="1137285" cy="500380"/>
            </a:xfrm>
            <a:custGeom>
              <a:avLst/>
              <a:gdLst/>
              <a:ahLst/>
              <a:cxnLst/>
              <a:rect l="l" t="t" r="r" b="b"/>
              <a:pathLst>
                <a:path w="1137284" h="500380">
                  <a:moveTo>
                    <a:pt x="1136803" y="0"/>
                  </a:moveTo>
                  <a:lnTo>
                    <a:pt x="4075" y="0"/>
                  </a:lnTo>
                  <a:lnTo>
                    <a:pt x="163" y="42941"/>
                  </a:lnTo>
                  <a:lnTo>
                    <a:pt x="0" y="85012"/>
                  </a:lnTo>
                  <a:lnTo>
                    <a:pt x="3455" y="123951"/>
                  </a:lnTo>
                  <a:lnTo>
                    <a:pt x="12760" y="168972"/>
                  </a:lnTo>
                  <a:lnTo>
                    <a:pt x="27467" y="212873"/>
                  </a:lnTo>
                  <a:lnTo>
                    <a:pt x="47098" y="255220"/>
                  </a:lnTo>
                  <a:lnTo>
                    <a:pt x="71174" y="295576"/>
                  </a:lnTo>
                  <a:lnTo>
                    <a:pt x="99220" y="333504"/>
                  </a:lnTo>
                  <a:lnTo>
                    <a:pt x="130757" y="368569"/>
                  </a:lnTo>
                  <a:lnTo>
                    <a:pt x="165307" y="400335"/>
                  </a:lnTo>
                  <a:lnTo>
                    <a:pt x="202394" y="428366"/>
                  </a:lnTo>
                  <a:lnTo>
                    <a:pt x="241538" y="452225"/>
                  </a:lnTo>
                  <a:lnTo>
                    <a:pt x="282264" y="471476"/>
                  </a:lnTo>
                  <a:lnTo>
                    <a:pt x="324093" y="485683"/>
                  </a:lnTo>
                  <a:lnTo>
                    <a:pt x="366548" y="494411"/>
                  </a:lnTo>
                  <a:lnTo>
                    <a:pt x="433842" y="499808"/>
                  </a:lnTo>
                  <a:lnTo>
                    <a:pt x="466007" y="499590"/>
                  </a:lnTo>
                  <a:lnTo>
                    <a:pt x="549489" y="490277"/>
                  </a:lnTo>
                  <a:lnTo>
                    <a:pt x="599362" y="478655"/>
                  </a:lnTo>
                  <a:lnTo>
                    <a:pt x="647134" y="463391"/>
                  </a:lnTo>
                  <a:lnTo>
                    <a:pt x="693085" y="445156"/>
                  </a:lnTo>
                  <a:lnTo>
                    <a:pt x="737496" y="424622"/>
                  </a:lnTo>
                  <a:lnTo>
                    <a:pt x="780650" y="402459"/>
                  </a:lnTo>
                  <a:lnTo>
                    <a:pt x="822829" y="379341"/>
                  </a:lnTo>
                  <a:lnTo>
                    <a:pt x="905383" y="332920"/>
                  </a:lnTo>
                  <a:lnTo>
                    <a:pt x="946322" y="310961"/>
                  </a:lnTo>
                  <a:lnTo>
                    <a:pt x="987411" y="290732"/>
                  </a:lnTo>
                  <a:lnTo>
                    <a:pt x="1028932" y="272903"/>
                  </a:lnTo>
                  <a:lnTo>
                    <a:pt x="1071167" y="258147"/>
                  </a:lnTo>
                  <a:lnTo>
                    <a:pt x="1114396" y="247135"/>
                  </a:lnTo>
                  <a:lnTo>
                    <a:pt x="1136803" y="243813"/>
                  </a:lnTo>
                  <a:lnTo>
                    <a:pt x="1136803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2236" y="458723"/>
              <a:ext cx="163068" cy="1630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7784" y="696468"/>
              <a:ext cx="97536" cy="9906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47404" y="1581911"/>
            <a:ext cx="99060" cy="9906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002662" y="299318"/>
            <a:ext cx="276733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Detector</a:t>
            </a:r>
            <a:r>
              <a:rPr spc="-20" dirty="0"/>
              <a:t> </a:t>
            </a:r>
            <a:r>
              <a:rPr spc="-5" dirty="0"/>
              <a:t>Module</a:t>
            </a:r>
            <a:br>
              <a:rPr lang="ar-SA" spc="-5" dirty="0"/>
            </a:br>
            <a:endParaRPr spc="-5" dirty="0">
              <a:highlight>
                <a:srgbClr val="FFFF00"/>
              </a:highlight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93470" y="972159"/>
            <a:ext cx="7338695" cy="2016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150" marR="88900" indent="-299085">
              <a:lnSpc>
                <a:spcPct val="107300"/>
              </a:lnSpc>
              <a:spcBef>
                <a:spcPts val="95"/>
              </a:spcBef>
              <a:tabLst>
                <a:tab pos="311150" algn="l"/>
              </a:tabLst>
            </a:pPr>
            <a:r>
              <a:rPr sz="1100" dirty="0">
                <a:latin typeface="Calibri"/>
                <a:cs typeface="Calibri"/>
              </a:rPr>
              <a:t>1.	Detector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Overview: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Integrates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TensorFlow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Lite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object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detection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recognizing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objects,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providing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real-time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feedback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capable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drawing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bounding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boxes.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311150" algn="l"/>
              </a:tabLst>
            </a:pPr>
            <a:r>
              <a:rPr sz="1100" dirty="0">
                <a:latin typeface="Calibri"/>
                <a:cs typeface="Calibri"/>
              </a:rPr>
              <a:t>1.	Utilized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Model: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CenterNet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MobileNetV2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FPN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512x512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pre-trained </a:t>
            </a:r>
            <a:r>
              <a:rPr sz="1100" dirty="0">
                <a:latin typeface="Calibri"/>
                <a:cs typeface="Calibri"/>
              </a:rPr>
              <a:t>model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trained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across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91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classes,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optimized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for</a:t>
            </a:r>
            <a:endParaRPr sz="1100" dirty="0">
              <a:latin typeface="Calibri"/>
              <a:cs typeface="Calibri"/>
            </a:endParaRPr>
          </a:p>
          <a:p>
            <a:pPr marL="311150">
              <a:lnSpc>
                <a:spcPct val="100000"/>
              </a:lnSpc>
              <a:spcBef>
                <a:spcPts val="110"/>
              </a:spcBef>
            </a:pPr>
            <a:r>
              <a:rPr sz="1100" dirty="0">
                <a:latin typeface="Calibri"/>
                <a:cs typeface="Calibri"/>
              </a:rPr>
              <a:t>deployment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resource-constrained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devices.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 dirty="0">
              <a:latin typeface="Calibri"/>
              <a:cs typeface="Calibri"/>
            </a:endParaRPr>
          </a:p>
          <a:p>
            <a:pPr marL="311150" marR="711200" indent="-299085">
              <a:lnSpc>
                <a:spcPct val="108200"/>
              </a:lnSpc>
              <a:tabLst>
                <a:tab pos="311150" algn="l"/>
              </a:tabLst>
            </a:pPr>
            <a:r>
              <a:rPr sz="1100" dirty="0">
                <a:latin typeface="Calibri"/>
                <a:cs typeface="Calibri"/>
              </a:rPr>
              <a:t>1.	Model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Optimization: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Conversion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TensorFlow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Lite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 </a:t>
            </a:r>
            <a:r>
              <a:rPr sz="1100" spc="-5" dirty="0">
                <a:latin typeface="Calibri"/>
                <a:cs typeface="Calibri"/>
              </a:rPr>
              <a:t>quantization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for</a:t>
            </a:r>
            <a:r>
              <a:rPr sz="1100" dirty="0">
                <a:latin typeface="Calibri"/>
                <a:cs typeface="Calibri"/>
              </a:rPr>
              <a:t> reduced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memory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footprint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 </a:t>
            </a:r>
            <a:r>
              <a:rPr sz="1100" spc="-229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computational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complexity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while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maintaining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high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speed.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 dirty="0">
              <a:latin typeface="Calibri"/>
              <a:cs typeface="Calibri"/>
            </a:endParaRPr>
          </a:p>
          <a:p>
            <a:pPr marL="311150" marR="5080" indent="-299085">
              <a:lnSpc>
                <a:spcPct val="108300"/>
              </a:lnSpc>
              <a:tabLst>
                <a:tab pos="311150" algn="l"/>
              </a:tabLst>
            </a:pPr>
            <a:r>
              <a:rPr sz="1100" dirty="0">
                <a:latin typeface="Calibri"/>
                <a:cs typeface="Calibri"/>
              </a:rPr>
              <a:t>1.	</a:t>
            </a:r>
            <a:r>
              <a:rPr sz="1100" spc="-5" dirty="0">
                <a:latin typeface="Calibri"/>
                <a:cs typeface="Calibri"/>
              </a:rPr>
              <a:t>CenterNet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Architecture: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Utilizes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center pooling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cascade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corner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pooling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for </a:t>
            </a:r>
            <a:r>
              <a:rPr sz="1100" dirty="0">
                <a:latin typeface="Calibri"/>
                <a:cs typeface="Calibri"/>
              </a:rPr>
              <a:t>improved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bounding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box </a:t>
            </a:r>
            <a:r>
              <a:rPr sz="1100" spc="-5" dirty="0">
                <a:latin typeface="Calibri"/>
                <a:cs typeface="Calibri"/>
              </a:rPr>
              <a:t>identification,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convolutional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backbone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network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for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feature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extraction.</a:t>
            </a: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7824" y="3051048"/>
            <a:ext cx="7388352" cy="19309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81934" y="3810690"/>
            <a:ext cx="2662555" cy="1332865"/>
            <a:chOff x="6481934" y="3810690"/>
            <a:chExt cx="2662555" cy="1332865"/>
          </a:xfrm>
        </p:grpSpPr>
        <p:sp>
          <p:nvSpPr>
            <p:cNvPr id="3" name="object 3"/>
            <p:cNvSpPr/>
            <p:nvPr/>
          </p:nvSpPr>
          <p:spPr>
            <a:xfrm>
              <a:off x="6745097" y="4191291"/>
              <a:ext cx="2399030" cy="899160"/>
            </a:xfrm>
            <a:custGeom>
              <a:avLst/>
              <a:gdLst/>
              <a:ahLst/>
              <a:cxnLst/>
              <a:rect l="l" t="t" r="r" b="b"/>
              <a:pathLst>
                <a:path w="2399029" h="899160">
                  <a:moveTo>
                    <a:pt x="629277" y="0"/>
                  </a:moveTo>
                  <a:lnTo>
                    <a:pt x="586358" y="1944"/>
                  </a:lnTo>
                  <a:lnTo>
                    <a:pt x="246137" y="158660"/>
                  </a:lnTo>
                  <a:lnTo>
                    <a:pt x="72199" y="465136"/>
                  </a:lnTo>
                  <a:lnTo>
                    <a:pt x="8751" y="764248"/>
                  </a:lnTo>
                  <a:lnTo>
                    <a:pt x="0" y="898868"/>
                  </a:lnTo>
                  <a:lnTo>
                    <a:pt x="2398902" y="898868"/>
                  </a:lnTo>
                  <a:lnTo>
                    <a:pt x="2398902" y="705501"/>
                  </a:lnTo>
                  <a:lnTo>
                    <a:pt x="2340768" y="523137"/>
                  </a:lnTo>
                  <a:lnTo>
                    <a:pt x="2159087" y="306771"/>
                  </a:lnTo>
                  <a:lnTo>
                    <a:pt x="1838198" y="296558"/>
                  </a:lnTo>
                  <a:lnTo>
                    <a:pt x="1783483" y="315846"/>
                  </a:lnTo>
                  <a:lnTo>
                    <a:pt x="1731864" y="332225"/>
                  </a:lnTo>
                  <a:lnTo>
                    <a:pt x="1683204" y="345818"/>
                  </a:lnTo>
                  <a:lnTo>
                    <a:pt x="1637364" y="356746"/>
                  </a:lnTo>
                  <a:lnTo>
                    <a:pt x="1594209" y="365130"/>
                  </a:lnTo>
                  <a:lnTo>
                    <a:pt x="1553599" y="371094"/>
                  </a:lnTo>
                  <a:lnTo>
                    <a:pt x="1515400" y="374757"/>
                  </a:lnTo>
                  <a:lnTo>
                    <a:pt x="1479472" y="376243"/>
                  </a:lnTo>
                  <a:lnTo>
                    <a:pt x="1445678" y="375673"/>
                  </a:lnTo>
                  <a:lnTo>
                    <a:pt x="1383945" y="368850"/>
                  </a:lnTo>
                  <a:lnTo>
                    <a:pt x="1329103" y="355264"/>
                  </a:lnTo>
                  <a:lnTo>
                    <a:pt x="1280053" y="335887"/>
                  </a:lnTo>
                  <a:lnTo>
                    <a:pt x="1235697" y="311693"/>
                  </a:lnTo>
                  <a:lnTo>
                    <a:pt x="1194935" y="283657"/>
                  </a:lnTo>
                  <a:lnTo>
                    <a:pt x="1156670" y="252752"/>
                  </a:lnTo>
                  <a:lnTo>
                    <a:pt x="1064721" y="169327"/>
                  </a:lnTo>
                  <a:lnTo>
                    <a:pt x="1045869" y="152560"/>
                  </a:lnTo>
                  <a:lnTo>
                    <a:pt x="1006605" y="119917"/>
                  </a:lnTo>
                  <a:lnTo>
                    <a:pt x="964346" y="89273"/>
                  </a:lnTo>
                  <a:lnTo>
                    <a:pt x="917992" y="61604"/>
                  </a:lnTo>
                  <a:lnTo>
                    <a:pt x="866445" y="37881"/>
                  </a:lnTo>
                  <a:lnTo>
                    <a:pt x="808606" y="19080"/>
                  </a:lnTo>
                  <a:lnTo>
                    <a:pt x="743378" y="6175"/>
                  </a:lnTo>
                  <a:lnTo>
                    <a:pt x="669662" y="138"/>
                  </a:lnTo>
                  <a:lnTo>
                    <a:pt x="62927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389274" y="3974124"/>
              <a:ext cx="1755139" cy="1169670"/>
            </a:xfrm>
            <a:custGeom>
              <a:avLst/>
              <a:gdLst/>
              <a:ahLst/>
              <a:cxnLst/>
              <a:rect l="l" t="t" r="r" b="b"/>
              <a:pathLst>
                <a:path w="1755140" h="1169670">
                  <a:moveTo>
                    <a:pt x="516108" y="587149"/>
                  </a:moveTo>
                  <a:lnTo>
                    <a:pt x="468914" y="589635"/>
                  </a:lnTo>
                  <a:lnTo>
                    <a:pt x="425360" y="596205"/>
                  </a:lnTo>
                  <a:lnTo>
                    <a:pt x="385235" y="606596"/>
                  </a:lnTo>
                  <a:lnTo>
                    <a:pt x="348327" y="620544"/>
                  </a:lnTo>
                  <a:lnTo>
                    <a:pt x="308475" y="641341"/>
                  </a:lnTo>
                  <a:lnTo>
                    <a:pt x="272503" y="666341"/>
                  </a:lnTo>
                  <a:lnTo>
                    <a:pt x="240058" y="695109"/>
                  </a:lnTo>
                  <a:lnTo>
                    <a:pt x="210787" y="727208"/>
                  </a:lnTo>
                  <a:lnTo>
                    <a:pt x="184337" y="762204"/>
                  </a:lnTo>
                  <a:lnTo>
                    <a:pt x="160354" y="799661"/>
                  </a:lnTo>
                  <a:lnTo>
                    <a:pt x="138485" y="839142"/>
                  </a:lnTo>
                  <a:lnTo>
                    <a:pt x="118377" y="880212"/>
                  </a:lnTo>
                  <a:lnTo>
                    <a:pt x="99676" y="922435"/>
                  </a:lnTo>
                  <a:lnTo>
                    <a:pt x="82030" y="965376"/>
                  </a:lnTo>
                  <a:lnTo>
                    <a:pt x="65038" y="1008721"/>
                  </a:lnTo>
                  <a:lnTo>
                    <a:pt x="48489" y="1051666"/>
                  </a:lnTo>
                  <a:lnTo>
                    <a:pt x="31886" y="1094144"/>
                  </a:lnTo>
                  <a:lnTo>
                    <a:pt x="14925" y="1135597"/>
                  </a:lnTo>
                  <a:lnTo>
                    <a:pt x="0" y="1169372"/>
                  </a:lnTo>
                  <a:lnTo>
                    <a:pt x="1391664" y="1169372"/>
                  </a:lnTo>
                  <a:lnTo>
                    <a:pt x="1754725" y="1008721"/>
                  </a:lnTo>
                  <a:lnTo>
                    <a:pt x="1754725" y="604134"/>
                  </a:lnTo>
                  <a:lnTo>
                    <a:pt x="731468" y="604134"/>
                  </a:lnTo>
                  <a:lnTo>
                    <a:pt x="680375" y="602393"/>
                  </a:lnTo>
                  <a:lnTo>
                    <a:pt x="567155" y="589008"/>
                  </a:lnTo>
                  <a:lnTo>
                    <a:pt x="516108" y="587149"/>
                  </a:lnTo>
                  <a:close/>
                </a:path>
                <a:path w="1755140" h="1169670">
                  <a:moveTo>
                    <a:pt x="1304356" y="0"/>
                  </a:moveTo>
                  <a:lnTo>
                    <a:pt x="1258657" y="6984"/>
                  </a:lnTo>
                  <a:lnTo>
                    <a:pt x="1210657" y="23466"/>
                  </a:lnTo>
                  <a:lnTo>
                    <a:pt x="1147833" y="59884"/>
                  </a:lnTo>
                  <a:lnTo>
                    <a:pt x="1114294" y="88657"/>
                  </a:lnTo>
                  <a:lnTo>
                    <a:pt x="1086498" y="120408"/>
                  </a:lnTo>
                  <a:lnTo>
                    <a:pt x="1063637" y="154609"/>
                  </a:lnTo>
                  <a:lnTo>
                    <a:pt x="1044905" y="190732"/>
                  </a:lnTo>
                  <a:lnTo>
                    <a:pt x="1029492" y="228248"/>
                  </a:lnTo>
                  <a:lnTo>
                    <a:pt x="1016592" y="266630"/>
                  </a:lnTo>
                  <a:lnTo>
                    <a:pt x="1005397" y="305348"/>
                  </a:lnTo>
                  <a:lnTo>
                    <a:pt x="995099" y="343876"/>
                  </a:lnTo>
                  <a:lnTo>
                    <a:pt x="984890" y="381684"/>
                  </a:lnTo>
                  <a:lnTo>
                    <a:pt x="973962" y="418244"/>
                  </a:lnTo>
                  <a:lnTo>
                    <a:pt x="946720" y="485508"/>
                  </a:lnTo>
                  <a:lnTo>
                    <a:pt x="906911" y="541443"/>
                  </a:lnTo>
                  <a:lnTo>
                    <a:pt x="848072" y="581822"/>
                  </a:lnTo>
                  <a:lnTo>
                    <a:pt x="776087" y="601051"/>
                  </a:lnTo>
                  <a:lnTo>
                    <a:pt x="731468" y="604134"/>
                  </a:lnTo>
                  <a:lnTo>
                    <a:pt x="1754725" y="604134"/>
                  </a:lnTo>
                  <a:lnTo>
                    <a:pt x="1754725" y="91125"/>
                  </a:lnTo>
                  <a:lnTo>
                    <a:pt x="1655102" y="91125"/>
                  </a:lnTo>
                  <a:lnTo>
                    <a:pt x="1618387" y="87200"/>
                  </a:lnTo>
                  <a:lnTo>
                    <a:pt x="1581715" y="77858"/>
                  </a:lnTo>
                  <a:lnTo>
                    <a:pt x="1544826" y="64757"/>
                  </a:lnTo>
                  <a:lnTo>
                    <a:pt x="1469357" y="33903"/>
                  </a:lnTo>
                  <a:lnTo>
                    <a:pt x="1430255" y="19466"/>
                  </a:lnTo>
                  <a:lnTo>
                    <a:pt x="1389895" y="7898"/>
                  </a:lnTo>
                  <a:lnTo>
                    <a:pt x="1348015" y="857"/>
                  </a:lnTo>
                  <a:lnTo>
                    <a:pt x="1304356" y="0"/>
                  </a:lnTo>
                  <a:close/>
                </a:path>
                <a:path w="1755140" h="1169670">
                  <a:moveTo>
                    <a:pt x="1754725" y="62558"/>
                  </a:moveTo>
                  <a:lnTo>
                    <a:pt x="1746738" y="67551"/>
                  </a:lnTo>
                  <a:lnTo>
                    <a:pt x="1729706" y="76095"/>
                  </a:lnTo>
                  <a:lnTo>
                    <a:pt x="1692122" y="87976"/>
                  </a:lnTo>
                  <a:lnTo>
                    <a:pt x="1655102" y="91125"/>
                  </a:lnTo>
                  <a:lnTo>
                    <a:pt x="1754725" y="91125"/>
                  </a:lnTo>
                  <a:lnTo>
                    <a:pt x="1754725" y="62558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81934" y="4569587"/>
              <a:ext cx="2662555" cy="574040"/>
            </a:xfrm>
            <a:custGeom>
              <a:avLst/>
              <a:gdLst/>
              <a:ahLst/>
              <a:cxnLst/>
              <a:rect l="l" t="t" r="r" b="b"/>
              <a:pathLst>
                <a:path w="2662554" h="574039">
                  <a:moveTo>
                    <a:pt x="449598" y="0"/>
                  </a:moveTo>
                  <a:lnTo>
                    <a:pt x="392384" y="2457"/>
                  </a:lnTo>
                  <a:lnTo>
                    <a:pt x="341648" y="11468"/>
                  </a:lnTo>
                  <a:lnTo>
                    <a:pt x="296784" y="26544"/>
                  </a:lnTo>
                  <a:lnTo>
                    <a:pt x="257494" y="47065"/>
                  </a:lnTo>
                  <a:lnTo>
                    <a:pt x="223259" y="72434"/>
                  </a:lnTo>
                  <a:lnTo>
                    <a:pt x="193556" y="102054"/>
                  </a:lnTo>
                  <a:lnTo>
                    <a:pt x="167865" y="135331"/>
                  </a:lnTo>
                  <a:lnTo>
                    <a:pt x="145666" y="171667"/>
                  </a:lnTo>
                  <a:lnTo>
                    <a:pt x="126435" y="210466"/>
                  </a:lnTo>
                  <a:lnTo>
                    <a:pt x="109654" y="251133"/>
                  </a:lnTo>
                  <a:lnTo>
                    <a:pt x="94800" y="293072"/>
                  </a:lnTo>
                  <a:lnTo>
                    <a:pt x="81354" y="335686"/>
                  </a:lnTo>
                  <a:lnTo>
                    <a:pt x="68792" y="378378"/>
                  </a:lnTo>
                  <a:lnTo>
                    <a:pt x="56596" y="420555"/>
                  </a:lnTo>
                  <a:lnTo>
                    <a:pt x="44242" y="461618"/>
                  </a:lnTo>
                  <a:lnTo>
                    <a:pt x="31212" y="500972"/>
                  </a:lnTo>
                  <a:lnTo>
                    <a:pt x="16983" y="538020"/>
                  </a:lnTo>
                  <a:lnTo>
                    <a:pt x="1034" y="572168"/>
                  </a:lnTo>
                  <a:lnTo>
                    <a:pt x="0" y="573911"/>
                  </a:lnTo>
                  <a:lnTo>
                    <a:pt x="2662065" y="573911"/>
                  </a:lnTo>
                  <a:lnTo>
                    <a:pt x="2662065" y="463439"/>
                  </a:lnTo>
                  <a:lnTo>
                    <a:pt x="1196914" y="463439"/>
                  </a:lnTo>
                  <a:lnTo>
                    <a:pt x="1163503" y="463014"/>
                  </a:lnTo>
                  <a:lnTo>
                    <a:pt x="1099658" y="445916"/>
                  </a:lnTo>
                  <a:lnTo>
                    <a:pt x="1038680" y="410786"/>
                  </a:lnTo>
                  <a:lnTo>
                    <a:pt x="979250" y="361983"/>
                  </a:lnTo>
                  <a:lnTo>
                    <a:pt x="949703" y="333815"/>
                  </a:lnTo>
                  <a:lnTo>
                    <a:pt x="920047" y="303864"/>
                  </a:lnTo>
                  <a:lnTo>
                    <a:pt x="859752" y="240787"/>
                  </a:lnTo>
                  <a:lnTo>
                    <a:pt x="828782" y="208751"/>
                  </a:lnTo>
                  <a:lnTo>
                    <a:pt x="797044" y="177111"/>
                  </a:lnTo>
                  <a:lnTo>
                    <a:pt x="764372" y="146410"/>
                  </a:lnTo>
                  <a:lnTo>
                    <a:pt x="730602" y="117193"/>
                  </a:lnTo>
                  <a:lnTo>
                    <a:pt x="695569" y="90006"/>
                  </a:lnTo>
                  <a:lnTo>
                    <a:pt x="659107" y="65392"/>
                  </a:lnTo>
                  <a:lnTo>
                    <a:pt x="621052" y="43897"/>
                  </a:lnTo>
                  <a:lnTo>
                    <a:pt x="581239" y="26066"/>
                  </a:lnTo>
                  <a:lnTo>
                    <a:pt x="539502" y="12442"/>
                  </a:lnTo>
                  <a:lnTo>
                    <a:pt x="495677" y="3572"/>
                  </a:lnTo>
                  <a:lnTo>
                    <a:pt x="449598" y="0"/>
                  </a:lnTo>
                  <a:close/>
                </a:path>
                <a:path w="2662554" h="574039">
                  <a:moveTo>
                    <a:pt x="1865885" y="180783"/>
                  </a:moveTo>
                  <a:lnTo>
                    <a:pt x="1816220" y="181906"/>
                  </a:lnTo>
                  <a:lnTo>
                    <a:pt x="1764621" y="187791"/>
                  </a:lnTo>
                  <a:lnTo>
                    <a:pt x="1710962" y="198920"/>
                  </a:lnTo>
                  <a:lnTo>
                    <a:pt x="1670216" y="210705"/>
                  </a:lnTo>
                  <a:lnTo>
                    <a:pt x="1628241" y="225766"/>
                  </a:lnTo>
                  <a:lnTo>
                    <a:pt x="1584986" y="244293"/>
                  </a:lnTo>
                  <a:lnTo>
                    <a:pt x="1540401" y="266476"/>
                  </a:lnTo>
                  <a:lnTo>
                    <a:pt x="1494434" y="292503"/>
                  </a:lnTo>
                  <a:lnTo>
                    <a:pt x="1447036" y="322565"/>
                  </a:lnTo>
                  <a:lnTo>
                    <a:pt x="1398156" y="356852"/>
                  </a:lnTo>
                  <a:lnTo>
                    <a:pt x="1347742" y="395554"/>
                  </a:lnTo>
                  <a:lnTo>
                    <a:pt x="1317155" y="417932"/>
                  </a:lnTo>
                  <a:lnTo>
                    <a:pt x="1287639" y="435589"/>
                  </a:lnTo>
                  <a:lnTo>
                    <a:pt x="1259124" y="448769"/>
                  </a:lnTo>
                  <a:lnTo>
                    <a:pt x="1231537" y="457721"/>
                  </a:lnTo>
                  <a:lnTo>
                    <a:pt x="1196914" y="463439"/>
                  </a:lnTo>
                  <a:lnTo>
                    <a:pt x="2662065" y="463439"/>
                  </a:lnTo>
                  <a:lnTo>
                    <a:pt x="2662065" y="425794"/>
                  </a:lnTo>
                  <a:lnTo>
                    <a:pt x="2573250" y="425794"/>
                  </a:lnTo>
                  <a:lnTo>
                    <a:pt x="2536782" y="423566"/>
                  </a:lnTo>
                  <a:lnTo>
                    <a:pt x="2464743" y="407866"/>
                  </a:lnTo>
                  <a:lnTo>
                    <a:pt x="2393058" y="380387"/>
                  </a:lnTo>
                  <a:lnTo>
                    <a:pt x="2357032" y="363435"/>
                  </a:lnTo>
                  <a:lnTo>
                    <a:pt x="2320715" y="344982"/>
                  </a:lnTo>
                  <a:lnTo>
                    <a:pt x="2208755" y="285443"/>
                  </a:lnTo>
                  <a:lnTo>
                    <a:pt x="2170010" y="265808"/>
                  </a:lnTo>
                  <a:lnTo>
                    <a:pt x="2130343" y="247082"/>
                  </a:lnTo>
                  <a:lnTo>
                    <a:pt x="2089627" y="229746"/>
                  </a:lnTo>
                  <a:lnTo>
                    <a:pt x="2047735" y="214283"/>
                  </a:lnTo>
                  <a:lnTo>
                    <a:pt x="2004542" y="201173"/>
                  </a:lnTo>
                  <a:lnTo>
                    <a:pt x="1959920" y="190899"/>
                  </a:lnTo>
                  <a:lnTo>
                    <a:pt x="1913743" y="183941"/>
                  </a:lnTo>
                  <a:lnTo>
                    <a:pt x="1865885" y="180783"/>
                  </a:lnTo>
                  <a:close/>
                </a:path>
                <a:path w="2662554" h="574039">
                  <a:moveTo>
                    <a:pt x="2662065" y="412536"/>
                  </a:moveTo>
                  <a:lnTo>
                    <a:pt x="2658313" y="413706"/>
                  </a:lnTo>
                  <a:lnTo>
                    <a:pt x="2647714" y="416598"/>
                  </a:lnTo>
                  <a:lnTo>
                    <a:pt x="2610185" y="423632"/>
                  </a:lnTo>
                  <a:lnTo>
                    <a:pt x="2573250" y="425794"/>
                  </a:lnTo>
                  <a:lnTo>
                    <a:pt x="2662065" y="425794"/>
                  </a:lnTo>
                  <a:lnTo>
                    <a:pt x="2662065" y="41253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49286" y="3810690"/>
              <a:ext cx="162450" cy="16250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9272" y="4405632"/>
              <a:ext cx="98036" cy="978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89682" y="4019249"/>
              <a:ext cx="98016" cy="979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38294" y="4153570"/>
              <a:ext cx="162450" cy="16247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903976" y="966216"/>
            <a:ext cx="544195" cy="544195"/>
            <a:chOff x="5903976" y="966216"/>
            <a:chExt cx="544195" cy="544195"/>
          </a:xfrm>
        </p:grpSpPr>
        <p:sp>
          <p:nvSpPr>
            <p:cNvPr id="11" name="object 11"/>
            <p:cNvSpPr/>
            <p:nvPr/>
          </p:nvSpPr>
          <p:spPr>
            <a:xfrm>
              <a:off x="5903976" y="966216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4">
                  <a:moveTo>
                    <a:pt x="544068" y="0"/>
                  </a:moveTo>
                  <a:lnTo>
                    <a:pt x="0" y="0"/>
                  </a:lnTo>
                  <a:lnTo>
                    <a:pt x="0" y="544067"/>
                  </a:lnTo>
                  <a:lnTo>
                    <a:pt x="544068" y="544067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88380" y="1136904"/>
              <a:ext cx="163068" cy="18389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69508" y="1042416"/>
              <a:ext cx="396240" cy="398145"/>
            </a:xfrm>
            <a:custGeom>
              <a:avLst/>
              <a:gdLst/>
              <a:ahLst/>
              <a:cxnLst/>
              <a:rect l="l" t="t" r="r" b="b"/>
              <a:pathLst>
                <a:path w="396239" h="398144">
                  <a:moveTo>
                    <a:pt x="209676" y="0"/>
                  </a:moveTo>
                  <a:lnTo>
                    <a:pt x="186562" y="0"/>
                  </a:lnTo>
                  <a:lnTo>
                    <a:pt x="186562" y="24764"/>
                  </a:lnTo>
                  <a:lnTo>
                    <a:pt x="137121" y="35770"/>
                  </a:lnTo>
                  <a:lnTo>
                    <a:pt x="94031" y="59711"/>
                  </a:lnTo>
                  <a:lnTo>
                    <a:pt x="59470" y="94405"/>
                  </a:lnTo>
                  <a:lnTo>
                    <a:pt x="35613" y="137671"/>
                  </a:lnTo>
                  <a:lnTo>
                    <a:pt x="24637" y="187325"/>
                  </a:lnTo>
                  <a:lnTo>
                    <a:pt x="0" y="187325"/>
                  </a:lnTo>
                  <a:lnTo>
                    <a:pt x="0" y="210438"/>
                  </a:lnTo>
                  <a:lnTo>
                    <a:pt x="24637" y="210438"/>
                  </a:lnTo>
                  <a:lnTo>
                    <a:pt x="35613" y="259794"/>
                  </a:lnTo>
                  <a:lnTo>
                    <a:pt x="59470" y="302980"/>
                  </a:lnTo>
                  <a:lnTo>
                    <a:pt x="94031" y="337668"/>
                  </a:lnTo>
                  <a:lnTo>
                    <a:pt x="137121" y="361530"/>
                  </a:lnTo>
                  <a:lnTo>
                    <a:pt x="186562" y="372237"/>
                  </a:lnTo>
                  <a:lnTo>
                    <a:pt x="186562" y="397763"/>
                  </a:lnTo>
                  <a:lnTo>
                    <a:pt x="209676" y="397763"/>
                  </a:lnTo>
                  <a:lnTo>
                    <a:pt x="209676" y="372237"/>
                  </a:lnTo>
                  <a:lnTo>
                    <a:pt x="259118" y="361530"/>
                  </a:lnTo>
                  <a:lnTo>
                    <a:pt x="278771" y="350647"/>
                  </a:lnTo>
                  <a:lnTo>
                    <a:pt x="186562" y="350647"/>
                  </a:lnTo>
                  <a:lnTo>
                    <a:pt x="144096" y="340899"/>
                  </a:lnTo>
                  <a:lnTo>
                    <a:pt x="107280" y="320398"/>
                  </a:lnTo>
                  <a:lnTo>
                    <a:pt x="77804" y="290826"/>
                  </a:lnTo>
                  <a:lnTo>
                    <a:pt x="57356" y="253866"/>
                  </a:lnTo>
                  <a:lnTo>
                    <a:pt x="47625" y="211200"/>
                  </a:lnTo>
                  <a:lnTo>
                    <a:pt x="70738" y="211200"/>
                  </a:lnTo>
                  <a:lnTo>
                    <a:pt x="70738" y="188087"/>
                  </a:lnTo>
                  <a:lnTo>
                    <a:pt x="47625" y="188087"/>
                  </a:lnTo>
                  <a:lnTo>
                    <a:pt x="57356" y="145469"/>
                  </a:lnTo>
                  <a:lnTo>
                    <a:pt x="77804" y="108515"/>
                  </a:lnTo>
                  <a:lnTo>
                    <a:pt x="107280" y="78925"/>
                  </a:lnTo>
                  <a:lnTo>
                    <a:pt x="144096" y="58400"/>
                  </a:lnTo>
                  <a:lnTo>
                    <a:pt x="186562" y="48641"/>
                  </a:lnTo>
                  <a:lnTo>
                    <a:pt x="282747" y="48641"/>
                  </a:lnTo>
                  <a:lnTo>
                    <a:pt x="259484" y="35770"/>
                  </a:lnTo>
                  <a:lnTo>
                    <a:pt x="209676" y="24764"/>
                  </a:lnTo>
                  <a:lnTo>
                    <a:pt x="209676" y="0"/>
                  </a:lnTo>
                  <a:close/>
                </a:path>
                <a:path w="396239" h="398144">
                  <a:moveTo>
                    <a:pt x="209676" y="327660"/>
                  </a:moveTo>
                  <a:lnTo>
                    <a:pt x="186562" y="327660"/>
                  </a:lnTo>
                  <a:lnTo>
                    <a:pt x="186562" y="350647"/>
                  </a:lnTo>
                  <a:lnTo>
                    <a:pt x="209676" y="350647"/>
                  </a:lnTo>
                  <a:lnTo>
                    <a:pt x="209676" y="327660"/>
                  </a:lnTo>
                  <a:close/>
                </a:path>
                <a:path w="396239" h="398144">
                  <a:moveTo>
                    <a:pt x="282747" y="48641"/>
                  </a:moveTo>
                  <a:lnTo>
                    <a:pt x="209676" y="48641"/>
                  </a:lnTo>
                  <a:lnTo>
                    <a:pt x="252143" y="58400"/>
                  </a:lnTo>
                  <a:lnTo>
                    <a:pt x="288959" y="78925"/>
                  </a:lnTo>
                  <a:lnTo>
                    <a:pt x="318435" y="108515"/>
                  </a:lnTo>
                  <a:lnTo>
                    <a:pt x="338883" y="145469"/>
                  </a:lnTo>
                  <a:lnTo>
                    <a:pt x="348614" y="188087"/>
                  </a:lnTo>
                  <a:lnTo>
                    <a:pt x="325500" y="188087"/>
                  </a:lnTo>
                  <a:lnTo>
                    <a:pt x="325500" y="211200"/>
                  </a:lnTo>
                  <a:lnTo>
                    <a:pt x="348614" y="211200"/>
                  </a:lnTo>
                  <a:lnTo>
                    <a:pt x="338883" y="253281"/>
                  </a:lnTo>
                  <a:lnTo>
                    <a:pt x="318435" y="290168"/>
                  </a:lnTo>
                  <a:lnTo>
                    <a:pt x="288959" y="319959"/>
                  </a:lnTo>
                  <a:lnTo>
                    <a:pt x="252143" y="340753"/>
                  </a:lnTo>
                  <a:lnTo>
                    <a:pt x="209676" y="350647"/>
                  </a:lnTo>
                  <a:lnTo>
                    <a:pt x="278771" y="350647"/>
                  </a:lnTo>
                  <a:lnTo>
                    <a:pt x="302208" y="337668"/>
                  </a:lnTo>
                  <a:lnTo>
                    <a:pt x="336769" y="302980"/>
                  </a:lnTo>
                  <a:lnTo>
                    <a:pt x="360626" y="259794"/>
                  </a:lnTo>
                  <a:lnTo>
                    <a:pt x="371601" y="210438"/>
                  </a:lnTo>
                  <a:lnTo>
                    <a:pt x="396239" y="210438"/>
                  </a:lnTo>
                  <a:lnTo>
                    <a:pt x="396239" y="187325"/>
                  </a:lnTo>
                  <a:lnTo>
                    <a:pt x="371601" y="187325"/>
                  </a:lnTo>
                  <a:lnTo>
                    <a:pt x="360991" y="137671"/>
                  </a:lnTo>
                  <a:lnTo>
                    <a:pt x="337318" y="94405"/>
                  </a:lnTo>
                  <a:lnTo>
                    <a:pt x="302756" y="59711"/>
                  </a:lnTo>
                  <a:lnTo>
                    <a:pt x="282747" y="48641"/>
                  </a:lnTo>
                  <a:close/>
                </a:path>
                <a:path w="396239" h="398144">
                  <a:moveTo>
                    <a:pt x="209676" y="48641"/>
                  </a:moveTo>
                  <a:lnTo>
                    <a:pt x="186562" y="48641"/>
                  </a:lnTo>
                  <a:lnTo>
                    <a:pt x="186562" y="71755"/>
                  </a:lnTo>
                  <a:lnTo>
                    <a:pt x="209676" y="71755"/>
                  </a:lnTo>
                  <a:lnTo>
                    <a:pt x="209676" y="486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988310" y="203961"/>
            <a:ext cx="31673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Object</a:t>
            </a:r>
            <a:r>
              <a:rPr spc="-30" dirty="0"/>
              <a:t> </a:t>
            </a:r>
            <a:r>
              <a:rPr spc="-5" dirty="0"/>
              <a:t>Recognition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127752" y="1818208"/>
            <a:ext cx="2096135" cy="1307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By detecting close objects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 </a:t>
            </a:r>
            <a:r>
              <a:rPr sz="1400" spc="-5" dirty="0">
                <a:latin typeface="Arial MT"/>
                <a:cs typeface="Arial MT"/>
              </a:rPr>
              <a:t>providing </a:t>
            </a:r>
            <a:r>
              <a:rPr sz="1400" dirty="0">
                <a:latin typeface="Arial MT"/>
                <a:cs typeface="Arial MT"/>
              </a:rPr>
              <a:t>real-time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feedback,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users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make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informed decisions and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execute commands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accordingly.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20417" y="1818208"/>
            <a:ext cx="2294890" cy="109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The object detection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capabilities of the smart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glasses enable users to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identify and interact </a:t>
            </a:r>
            <a:r>
              <a:rPr sz="1400" spc="-5" dirty="0">
                <a:latin typeface="Arial MT"/>
                <a:cs typeface="Arial MT"/>
              </a:rPr>
              <a:t>with </a:t>
            </a:r>
            <a:r>
              <a:rPr sz="1400" dirty="0">
                <a:latin typeface="Arial MT"/>
                <a:cs typeface="Arial MT"/>
              </a:rPr>
              <a:t> objects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their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surroundings.</a:t>
            </a:r>
            <a:endParaRPr sz="1400" dirty="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695955" y="966216"/>
            <a:ext cx="544195" cy="544195"/>
            <a:chOff x="2695955" y="966216"/>
            <a:chExt cx="544195" cy="544195"/>
          </a:xfrm>
        </p:grpSpPr>
        <p:sp>
          <p:nvSpPr>
            <p:cNvPr id="18" name="object 18"/>
            <p:cNvSpPr/>
            <p:nvPr/>
          </p:nvSpPr>
          <p:spPr>
            <a:xfrm>
              <a:off x="2695955" y="966216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4" h="544194">
                  <a:moveTo>
                    <a:pt x="544068" y="0"/>
                  </a:moveTo>
                  <a:lnTo>
                    <a:pt x="0" y="0"/>
                  </a:lnTo>
                  <a:lnTo>
                    <a:pt x="0" y="544067"/>
                  </a:lnTo>
                  <a:lnTo>
                    <a:pt x="544068" y="544067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81883" y="1043940"/>
              <a:ext cx="163068" cy="18796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880360" y="1254759"/>
              <a:ext cx="163195" cy="186690"/>
            </a:xfrm>
            <a:custGeom>
              <a:avLst/>
              <a:gdLst/>
              <a:ahLst/>
              <a:cxnLst/>
              <a:rect l="l" t="t" r="r" b="b"/>
              <a:pathLst>
                <a:path w="163194" h="186690">
                  <a:moveTo>
                    <a:pt x="163068" y="0"/>
                  </a:moveTo>
                  <a:lnTo>
                    <a:pt x="116078" y="0"/>
                  </a:lnTo>
                  <a:lnTo>
                    <a:pt x="116078" y="115570"/>
                  </a:lnTo>
                  <a:lnTo>
                    <a:pt x="116078" y="139700"/>
                  </a:lnTo>
                  <a:lnTo>
                    <a:pt x="46863" y="139700"/>
                  </a:lnTo>
                  <a:lnTo>
                    <a:pt x="46863" y="115570"/>
                  </a:lnTo>
                  <a:lnTo>
                    <a:pt x="69215" y="115570"/>
                  </a:lnTo>
                  <a:lnTo>
                    <a:pt x="69215" y="68580"/>
                  </a:lnTo>
                  <a:lnTo>
                    <a:pt x="46863" y="68580"/>
                  </a:lnTo>
                  <a:lnTo>
                    <a:pt x="46863" y="46990"/>
                  </a:lnTo>
                  <a:lnTo>
                    <a:pt x="93091" y="46990"/>
                  </a:lnTo>
                  <a:lnTo>
                    <a:pt x="93091" y="115570"/>
                  </a:lnTo>
                  <a:lnTo>
                    <a:pt x="116078" y="115570"/>
                  </a:lnTo>
                  <a:lnTo>
                    <a:pt x="116078" y="0"/>
                  </a:lnTo>
                  <a:lnTo>
                    <a:pt x="0" y="0"/>
                  </a:lnTo>
                  <a:lnTo>
                    <a:pt x="0" y="46990"/>
                  </a:lnTo>
                  <a:lnTo>
                    <a:pt x="0" y="68580"/>
                  </a:lnTo>
                  <a:lnTo>
                    <a:pt x="0" y="115570"/>
                  </a:lnTo>
                  <a:lnTo>
                    <a:pt x="0" y="139700"/>
                  </a:lnTo>
                  <a:lnTo>
                    <a:pt x="0" y="186690"/>
                  </a:lnTo>
                  <a:lnTo>
                    <a:pt x="163068" y="186690"/>
                  </a:lnTo>
                  <a:lnTo>
                    <a:pt x="163068" y="139700"/>
                  </a:lnTo>
                  <a:lnTo>
                    <a:pt x="163068" y="115570"/>
                  </a:lnTo>
                  <a:lnTo>
                    <a:pt x="163068" y="46990"/>
                  </a:lnTo>
                  <a:lnTo>
                    <a:pt x="163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67811" y="1068324"/>
              <a:ext cx="68580" cy="6857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88919" y="1162812"/>
              <a:ext cx="67056" cy="6857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763012" y="1301533"/>
              <a:ext cx="398145" cy="142240"/>
            </a:xfrm>
            <a:custGeom>
              <a:avLst/>
              <a:gdLst/>
              <a:ahLst/>
              <a:cxnLst/>
              <a:rect l="l" t="t" r="r" b="b"/>
              <a:pathLst>
                <a:path w="398144" h="142240">
                  <a:moveTo>
                    <a:pt x="92925" y="0"/>
                  </a:moveTo>
                  <a:lnTo>
                    <a:pt x="0" y="0"/>
                  </a:lnTo>
                  <a:lnTo>
                    <a:pt x="0" y="140169"/>
                  </a:lnTo>
                  <a:lnTo>
                    <a:pt x="92925" y="140169"/>
                  </a:lnTo>
                  <a:lnTo>
                    <a:pt x="92925" y="0"/>
                  </a:lnTo>
                  <a:close/>
                </a:path>
                <a:path w="398144" h="142240">
                  <a:moveTo>
                    <a:pt x="397687" y="22898"/>
                  </a:moveTo>
                  <a:lnTo>
                    <a:pt x="303276" y="22898"/>
                  </a:lnTo>
                  <a:lnTo>
                    <a:pt x="303276" y="141693"/>
                  </a:lnTo>
                  <a:lnTo>
                    <a:pt x="397687" y="141693"/>
                  </a:lnTo>
                  <a:lnTo>
                    <a:pt x="397687" y="228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33016" y="3290315"/>
            <a:ext cx="1510283" cy="151028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16096" y="3290315"/>
            <a:ext cx="1511808" cy="151028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11367" y="3290315"/>
            <a:ext cx="1510284" cy="151028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382320" y="122169"/>
            <a:ext cx="1590952" cy="76769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19275" cy="4090035"/>
            <a:chOff x="0" y="0"/>
            <a:chExt cx="1819275" cy="4090035"/>
          </a:xfrm>
        </p:grpSpPr>
        <p:sp>
          <p:nvSpPr>
            <p:cNvPr id="3" name="object 3"/>
            <p:cNvSpPr/>
            <p:nvPr/>
          </p:nvSpPr>
          <p:spPr>
            <a:xfrm>
              <a:off x="134212" y="0"/>
              <a:ext cx="1685289" cy="3695065"/>
            </a:xfrm>
            <a:custGeom>
              <a:avLst/>
              <a:gdLst/>
              <a:ahLst/>
              <a:cxnLst/>
              <a:rect l="l" t="t" r="r" b="b"/>
              <a:pathLst>
                <a:path w="1685289" h="3695065">
                  <a:moveTo>
                    <a:pt x="1685063" y="0"/>
                  </a:moveTo>
                  <a:lnTo>
                    <a:pt x="104823" y="0"/>
                  </a:lnTo>
                  <a:lnTo>
                    <a:pt x="100588" y="52434"/>
                  </a:lnTo>
                  <a:lnTo>
                    <a:pt x="96809" y="102837"/>
                  </a:lnTo>
                  <a:lnTo>
                    <a:pt x="93290" y="153277"/>
                  </a:lnTo>
                  <a:lnTo>
                    <a:pt x="90018" y="203753"/>
                  </a:lnTo>
                  <a:lnTo>
                    <a:pt x="86979" y="254260"/>
                  </a:lnTo>
                  <a:lnTo>
                    <a:pt x="84157" y="304795"/>
                  </a:lnTo>
                  <a:lnTo>
                    <a:pt x="81539" y="355355"/>
                  </a:lnTo>
                  <a:lnTo>
                    <a:pt x="79110" y="405937"/>
                  </a:lnTo>
                  <a:lnTo>
                    <a:pt x="76855" y="456536"/>
                  </a:lnTo>
                  <a:lnTo>
                    <a:pt x="74760" y="507149"/>
                  </a:lnTo>
                  <a:lnTo>
                    <a:pt x="72810" y="557774"/>
                  </a:lnTo>
                  <a:lnTo>
                    <a:pt x="70991" y="608406"/>
                  </a:lnTo>
                  <a:lnTo>
                    <a:pt x="69288" y="659043"/>
                  </a:lnTo>
                  <a:lnTo>
                    <a:pt x="67688" y="709681"/>
                  </a:lnTo>
                  <a:lnTo>
                    <a:pt x="66174" y="760315"/>
                  </a:lnTo>
                  <a:lnTo>
                    <a:pt x="64734" y="810944"/>
                  </a:lnTo>
                  <a:lnTo>
                    <a:pt x="63352" y="861564"/>
                  </a:lnTo>
                  <a:lnTo>
                    <a:pt x="62014" y="912171"/>
                  </a:lnTo>
                  <a:lnTo>
                    <a:pt x="59337" y="1016107"/>
                  </a:lnTo>
                  <a:lnTo>
                    <a:pt x="51195" y="1320656"/>
                  </a:lnTo>
                  <a:lnTo>
                    <a:pt x="43233" y="1624992"/>
                  </a:lnTo>
                  <a:lnTo>
                    <a:pt x="35405" y="1930822"/>
                  </a:lnTo>
                  <a:lnTo>
                    <a:pt x="27746" y="2236651"/>
                  </a:lnTo>
                  <a:lnTo>
                    <a:pt x="20251" y="2542481"/>
                  </a:lnTo>
                  <a:lnTo>
                    <a:pt x="11710" y="2899283"/>
                  </a:lnTo>
                  <a:lnTo>
                    <a:pt x="10880" y="2921536"/>
                  </a:lnTo>
                  <a:lnTo>
                    <a:pt x="7931" y="2997726"/>
                  </a:lnTo>
                  <a:lnTo>
                    <a:pt x="6121" y="3048453"/>
                  </a:lnTo>
                  <a:lnTo>
                    <a:pt x="4293" y="3105462"/>
                  </a:lnTo>
                  <a:lnTo>
                    <a:pt x="2603" y="3167149"/>
                  </a:lnTo>
                  <a:lnTo>
                    <a:pt x="1202" y="3232052"/>
                  </a:lnTo>
                  <a:lnTo>
                    <a:pt x="251" y="3298137"/>
                  </a:lnTo>
                  <a:lnTo>
                    <a:pt x="0" y="3379470"/>
                  </a:lnTo>
                  <a:lnTo>
                    <a:pt x="342" y="3431503"/>
                  </a:lnTo>
                  <a:lnTo>
                    <a:pt x="1788" y="3495032"/>
                  </a:lnTo>
                  <a:lnTo>
                    <a:pt x="4414" y="3552976"/>
                  </a:lnTo>
                  <a:lnTo>
                    <a:pt x="8394" y="3603498"/>
                  </a:lnTo>
                  <a:lnTo>
                    <a:pt x="13904" y="3644756"/>
                  </a:lnTo>
                  <a:lnTo>
                    <a:pt x="30220" y="3692125"/>
                  </a:lnTo>
                  <a:lnTo>
                    <a:pt x="41377" y="3694556"/>
                  </a:lnTo>
                  <a:lnTo>
                    <a:pt x="54177" y="3675497"/>
                  </a:lnTo>
                  <a:lnTo>
                    <a:pt x="66999" y="3635289"/>
                  </a:lnTo>
                  <a:lnTo>
                    <a:pt x="79599" y="3581433"/>
                  </a:lnTo>
                  <a:lnTo>
                    <a:pt x="91736" y="3521425"/>
                  </a:lnTo>
                  <a:lnTo>
                    <a:pt x="103168" y="3462763"/>
                  </a:lnTo>
                  <a:lnTo>
                    <a:pt x="113653" y="3412945"/>
                  </a:lnTo>
                  <a:lnTo>
                    <a:pt x="143479" y="3328658"/>
                  </a:lnTo>
                  <a:lnTo>
                    <a:pt x="166015" y="3279485"/>
                  </a:lnTo>
                  <a:lnTo>
                    <a:pt x="190565" y="3231909"/>
                  </a:lnTo>
                  <a:lnTo>
                    <a:pt x="216806" y="3186459"/>
                  </a:lnTo>
                  <a:lnTo>
                    <a:pt x="244912" y="3142805"/>
                  </a:lnTo>
                  <a:lnTo>
                    <a:pt x="274726" y="3101191"/>
                  </a:lnTo>
                  <a:lnTo>
                    <a:pt x="306172" y="3061716"/>
                  </a:lnTo>
                  <a:lnTo>
                    <a:pt x="349925" y="3015303"/>
                  </a:lnTo>
                  <a:lnTo>
                    <a:pt x="403149" y="2968832"/>
                  </a:lnTo>
                  <a:lnTo>
                    <a:pt x="463878" y="2921410"/>
                  </a:lnTo>
                  <a:lnTo>
                    <a:pt x="599991" y="2820149"/>
                  </a:lnTo>
                  <a:lnTo>
                    <a:pt x="635639" y="2792846"/>
                  </a:lnTo>
                  <a:lnTo>
                    <a:pt x="671444" y="2764526"/>
                  </a:lnTo>
                  <a:lnTo>
                    <a:pt x="707159" y="2735078"/>
                  </a:lnTo>
                  <a:lnTo>
                    <a:pt x="742541" y="2704388"/>
                  </a:lnTo>
                  <a:lnTo>
                    <a:pt x="777341" y="2672347"/>
                  </a:lnTo>
                  <a:lnTo>
                    <a:pt x="811316" y="2638843"/>
                  </a:lnTo>
                  <a:lnTo>
                    <a:pt x="844219" y="2603764"/>
                  </a:lnTo>
                  <a:lnTo>
                    <a:pt x="875805" y="2566999"/>
                  </a:lnTo>
                  <a:lnTo>
                    <a:pt x="905828" y="2528436"/>
                  </a:lnTo>
                  <a:lnTo>
                    <a:pt x="934042" y="2487965"/>
                  </a:lnTo>
                  <a:lnTo>
                    <a:pt x="960201" y="2445473"/>
                  </a:lnTo>
                  <a:lnTo>
                    <a:pt x="984061" y="2400849"/>
                  </a:lnTo>
                  <a:lnTo>
                    <a:pt x="1005375" y="2353982"/>
                  </a:lnTo>
                  <a:lnTo>
                    <a:pt x="1023897" y="2304761"/>
                  </a:lnTo>
                  <a:lnTo>
                    <a:pt x="1039383" y="2253073"/>
                  </a:lnTo>
                  <a:lnTo>
                    <a:pt x="1051586" y="2198808"/>
                  </a:lnTo>
                  <a:lnTo>
                    <a:pt x="1060260" y="2141855"/>
                  </a:lnTo>
                  <a:lnTo>
                    <a:pt x="1063538" y="2103501"/>
                  </a:lnTo>
                  <a:lnTo>
                    <a:pt x="1064616" y="2065527"/>
                  </a:lnTo>
                  <a:lnTo>
                    <a:pt x="1062165" y="2006936"/>
                  </a:lnTo>
                  <a:lnTo>
                    <a:pt x="1055142" y="1949283"/>
                  </a:lnTo>
                  <a:lnTo>
                    <a:pt x="1044044" y="1892710"/>
                  </a:lnTo>
                  <a:lnTo>
                    <a:pt x="1029368" y="1837361"/>
                  </a:lnTo>
                  <a:lnTo>
                    <a:pt x="1011612" y="1783379"/>
                  </a:lnTo>
                  <a:lnTo>
                    <a:pt x="991273" y="1730906"/>
                  </a:lnTo>
                  <a:lnTo>
                    <a:pt x="968847" y="1680086"/>
                  </a:lnTo>
                  <a:lnTo>
                    <a:pt x="944831" y="1631061"/>
                  </a:lnTo>
                  <a:lnTo>
                    <a:pt x="919724" y="1583975"/>
                  </a:lnTo>
                  <a:lnTo>
                    <a:pt x="894020" y="1538971"/>
                  </a:lnTo>
                  <a:lnTo>
                    <a:pt x="868219" y="1496190"/>
                  </a:lnTo>
                  <a:lnTo>
                    <a:pt x="842816" y="1455777"/>
                  </a:lnTo>
                  <a:lnTo>
                    <a:pt x="818309" y="1417874"/>
                  </a:lnTo>
                  <a:lnTo>
                    <a:pt x="773970" y="1350171"/>
                  </a:lnTo>
                  <a:lnTo>
                    <a:pt x="755132" y="1320656"/>
                  </a:lnTo>
                  <a:lnTo>
                    <a:pt x="726606" y="1271015"/>
                  </a:lnTo>
                  <a:lnTo>
                    <a:pt x="706876" y="1222809"/>
                  </a:lnTo>
                  <a:lnTo>
                    <a:pt x="692756" y="1172067"/>
                  </a:lnTo>
                  <a:lnTo>
                    <a:pt x="684267" y="1119586"/>
                  </a:lnTo>
                  <a:lnTo>
                    <a:pt x="681432" y="1066164"/>
                  </a:lnTo>
                  <a:lnTo>
                    <a:pt x="683924" y="1016107"/>
                  </a:lnTo>
                  <a:lnTo>
                    <a:pt x="691401" y="966597"/>
                  </a:lnTo>
                  <a:lnTo>
                    <a:pt x="703870" y="918325"/>
                  </a:lnTo>
                  <a:lnTo>
                    <a:pt x="721335" y="871982"/>
                  </a:lnTo>
                  <a:lnTo>
                    <a:pt x="746862" y="824436"/>
                  </a:lnTo>
                  <a:lnTo>
                    <a:pt x="776386" y="783372"/>
                  </a:lnTo>
                  <a:lnTo>
                    <a:pt x="809466" y="748066"/>
                  </a:lnTo>
                  <a:lnTo>
                    <a:pt x="845660" y="717796"/>
                  </a:lnTo>
                  <a:lnTo>
                    <a:pt x="884525" y="691838"/>
                  </a:lnTo>
                  <a:lnTo>
                    <a:pt x="925620" y="669471"/>
                  </a:lnTo>
                  <a:lnTo>
                    <a:pt x="968503" y="649970"/>
                  </a:lnTo>
                  <a:lnTo>
                    <a:pt x="1012730" y="632613"/>
                  </a:lnTo>
                  <a:lnTo>
                    <a:pt x="1057861" y="616677"/>
                  </a:lnTo>
                  <a:lnTo>
                    <a:pt x="1149062" y="586178"/>
                  </a:lnTo>
                  <a:lnTo>
                    <a:pt x="1194249" y="570170"/>
                  </a:lnTo>
                  <a:lnTo>
                    <a:pt x="1238570" y="552690"/>
                  </a:lnTo>
                  <a:lnTo>
                    <a:pt x="1281583" y="533019"/>
                  </a:lnTo>
                  <a:lnTo>
                    <a:pt x="1319436" y="511777"/>
                  </a:lnTo>
                  <a:lnTo>
                    <a:pt x="1356034" y="487863"/>
                  </a:lnTo>
                  <a:lnTo>
                    <a:pt x="1391318" y="461380"/>
                  </a:lnTo>
                  <a:lnTo>
                    <a:pt x="1425230" y="432429"/>
                  </a:lnTo>
                  <a:lnTo>
                    <a:pt x="1457712" y="401112"/>
                  </a:lnTo>
                  <a:lnTo>
                    <a:pt x="1488706" y="367532"/>
                  </a:lnTo>
                  <a:lnTo>
                    <a:pt x="1518153" y="331790"/>
                  </a:lnTo>
                  <a:lnTo>
                    <a:pt x="1545995" y="293989"/>
                  </a:lnTo>
                  <a:lnTo>
                    <a:pt x="1572174" y="254230"/>
                  </a:lnTo>
                  <a:lnTo>
                    <a:pt x="1596631" y="212615"/>
                  </a:lnTo>
                  <a:lnTo>
                    <a:pt x="1619307" y="169246"/>
                  </a:lnTo>
                  <a:lnTo>
                    <a:pt x="1640146" y="124225"/>
                  </a:lnTo>
                  <a:lnTo>
                    <a:pt x="1659087" y="77655"/>
                  </a:lnTo>
                  <a:lnTo>
                    <a:pt x="1676074" y="29637"/>
                  </a:lnTo>
                  <a:lnTo>
                    <a:pt x="1685063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70103"/>
              <a:ext cx="719455" cy="4019550"/>
            </a:xfrm>
            <a:custGeom>
              <a:avLst/>
              <a:gdLst/>
              <a:ahLst/>
              <a:cxnLst/>
              <a:rect l="l" t="t" r="r" b="b"/>
              <a:pathLst>
                <a:path w="719455" h="4019550">
                  <a:moveTo>
                    <a:pt x="719328" y="0"/>
                  </a:moveTo>
                  <a:lnTo>
                    <a:pt x="669115" y="17842"/>
                  </a:lnTo>
                  <a:lnTo>
                    <a:pt x="618802" y="33388"/>
                  </a:lnTo>
                  <a:lnTo>
                    <a:pt x="568394" y="46758"/>
                  </a:lnTo>
                  <a:lnTo>
                    <a:pt x="517901" y="58073"/>
                  </a:lnTo>
                  <a:lnTo>
                    <a:pt x="467331" y="67454"/>
                  </a:lnTo>
                  <a:lnTo>
                    <a:pt x="416691" y="75023"/>
                  </a:lnTo>
                  <a:lnTo>
                    <a:pt x="365990" y="80899"/>
                  </a:lnTo>
                  <a:lnTo>
                    <a:pt x="315235" y="85203"/>
                  </a:lnTo>
                  <a:lnTo>
                    <a:pt x="264435" y="88058"/>
                  </a:lnTo>
                  <a:lnTo>
                    <a:pt x="213597" y="89582"/>
                  </a:lnTo>
                  <a:lnTo>
                    <a:pt x="162730" y="89898"/>
                  </a:lnTo>
                  <a:lnTo>
                    <a:pt x="111841" y="89126"/>
                  </a:lnTo>
                  <a:lnTo>
                    <a:pt x="60940" y="87387"/>
                  </a:lnTo>
                  <a:lnTo>
                    <a:pt x="0" y="84150"/>
                  </a:lnTo>
                  <a:lnTo>
                    <a:pt x="0" y="4019404"/>
                  </a:lnTo>
                  <a:lnTo>
                    <a:pt x="39269" y="3981935"/>
                  </a:lnTo>
                  <a:lnTo>
                    <a:pt x="75122" y="3936190"/>
                  </a:lnTo>
                  <a:lnTo>
                    <a:pt x="113832" y="3877684"/>
                  </a:lnTo>
                  <a:lnTo>
                    <a:pt x="133986" y="3843908"/>
                  </a:lnTo>
                  <a:lnTo>
                    <a:pt x="154526" y="3807254"/>
                  </a:lnTo>
                  <a:lnTo>
                    <a:pt x="175343" y="3767830"/>
                  </a:lnTo>
                  <a:lnTo>
                    <a:pt x="196328" y="3725738"/>
                  </a:lnTo>
                  <a:lnTo>
                    <a:pt x="217371" y="3681084"/>
                  </a:lnTo>
                  <a:lnTo>
                    <a:pt x="238364" y="3633972"/>
                  </a:lnTo>
                  <a:lnTo>
                    <a:pt x="259197" y="3584507"/>
                  </a:lnTo>
                  <a:lnTo>
                    <a:pt x="279761" y="3532793"/>
                  </a:lnTo>
                  <a:lnTo>
                    <a:pt x="299946" y="3478936"/>
                  </a:lnTo>
                  <a:lnTo>
                    <a:pt x="319643" y="3423040"/>
                  </a:lnTo>
                  <a:lnTo>
                    <a:pt x="338743" y="3365209"/>
                  </a:lnTo>
                  <a:lnTo>
                    <a:pt x="357136" y="3305549"/>
                  </a:lnTo>
                  <a:lnTo>
                    <a:pt x="374714" y="3244163"/>
                  </a:lnTo>
                  <a:lnTo>
                    <a:pt x="391366" y="3181157"/>
                  </a:lnTo>
                  <a:lnTo>
                    <a:pt x="406985" y="3116635"/>
                  </a:lnTo>
                  <a:lnTo>
                    <a:pt x="421459" y="3050702"/>
                  </a:lnTo>
                  <a:lnTo>
                    <a:pt x="434680" y="2983462"/>
                  </a:lnTo>
                  <a:lnTo>
                    <a:pt x="446540" y="2915020"/>
                  </a:lnTo>
                  <a:lnTo>
                    <a:pt x="456927" y="2845481"/>
                  </a:lnTo>
                  <a:lnTo>
                    <a:pt x="465734" y="2774950"/>
                  </a:lnTo>
                  <a:lnTo>
                    <a:pt x="471624" y="2717401"/>
                  </a:lnTo>
                  <a:lnTo>
                    <a:pt x="476295" y="2661063"/>
                  </a:lnTo>
                  <a:lnTo>
                    <a:pt x="479813" y="2605897"/>
                  </a:lnTo>
                  <a:lnTo>
                    <a:pt x="482245" y="2551862"/>
                  </a:lnTo>
                  <a:lnTo>
                    <a:pt x="483655" y="2498921"/>
                  </a:lnTo>
                  <a:lnTo>
                    <a:pt x="484111" y="2447036"/>
                  </a:lnTo>
                  <a:lnTo>
                    <a:pt x="483522" y="2387740"/>
                  </a:lnTo>
                  <a:lnTo>
                    <a:pt x="481824" y="2329777"/>
                  </a:lnTo>
                  <a:lnTo>
                    <a:pt x="479124" y="2273086"/>
                  </a:lnTo>
                  <a:lnTo>
                    <a:pt x="475527" y="2217604"/>
                  </a:lnTo>
                  <a:lnTo>
                    <a:pt x="471138" y="2163272"/>
                  </a:lnTo>
                  <a:lnTo>
                    <a:pt x="466063" y="2110026"/>
                  </a:lnTo>
                  <a:lnTo>
                    <a:pt x="460408" y="2057807"/>
                  </a:lnTo>
                  <a:lnTo>
                    <a:pt x="454278" y="2006551"/>
                  </a:lnTo>
                  <a:lnTo>
                    <a:pt x="447778" y="1956198"/>
                  </a:lnTo>
                  <a:lnTo>
                    <a:pt x="441015" y="1906687"/>
                  </a:lnTo>
                  <a:lnTo>
                    <a:pt x="413433" y="1715828"/>
                  </a:lnTo>
                  <a:lnTo>
                    <a:pt x="406934" y="1669602"/>
                  </a:lnTo>
                  <a:lnTo>
                    <a:pt x="400803" y="1623849"/>
                  </a:lnTo>
                  <a:lnTo>
                    <a:pt x="395148" y="1578507"/>
                  </a:lnTo>
                  <a:lnTo>
                    <a:pt x="390073" y="1533516"/>
                  </a:lnTo>
                  <a:lnTo>
                    <a:pt x="385685" y="1488813"/>
                  </a:lnTo>
                  <a:lnTo>
                    <a:pt x="382087" y="1444336"/>
                  </a:lnTo>
                  <a:lnTo>
                    <a:pt x="379387" y="1400026"/>
                  </a:lnTo>
                  <a:lnTo>
                    <a:pt x="377690" y="1355819"/>
                  </a:lnTo>
                  <a:lnTo>
                    <a:pt x="377101" y="1311656"/>
                  </a:lnTo>
                  <a:lnTo>
                    <a:pt x="377621" y="1271337"/>
                  </a:lnTo>
                  <a:lnTo>
                    <a:pt x="379233" y="1230947"/>
                  </a:lnTo>
                  <a:lnTo>
                    <a:pt x="382014" y="1190462"/>
                  </a:lnTo>
                  <a:lnTo>
                    <a:pt x="386041" y="1149858"/>
                  </a:lnTo>
                  <a:lnTo>
                    <a:pt x="396703" y="1080426"/>
                  </a:lnTo>
                  <a:lnTo>
                    <a:pt x="410864" y="1022804"/>
                  </a:lnTo>
                  <a:lnTo>
                    <a:pt x="428043" y="974794"/>
                  </a:lnTo>
                  <a:lnTo>
                    <a:pt x="447760" y="934197"/>
                  </a:lnTo>
                  <a:lnTo>
                    <a:pt x="469535" y="898815"/>
                  </a:lnTo>
                  <a:lnTo>
                    <a:pt x="492886" y="866449"/>
                  </a:lnTo>
                  <a:lnTo>
                    <a:pt x="529818" y="818747"/>
                  </a:lnTo>
                  <a:lnTo>
                    <a:pt x="542397" y="801973"/>
                  </a:lnTo>
                  <a:lnTo>
                    <a:pt x="567595" y="765466"/>
                  </a:lnTo>
                  <a:lnTo>
                    <a:pt x="592448" y="723182"/>
                  </a:lnTo>
                  <a:lnTo>
                    <a:pt x="616475" y="672922"/>
                  </a:lnTo>
                  <a:lnTo>
                    <a:pt x="639195" y="612488"/>
                  </a:lnTo>
                  <a:lnTo>
                    <a:pt x="660129" y="539682"/>
                  </a:lnTo>
                  <a:lnTo>
                    <a:pt x="669775" y="497952"/>
                  </a:lnTo>
                  <a:lnTo>
                    <a:pt x="678794" y="452304"/>
                  </a:lnTo>
                  <a:lnTo>
                    <a:pt x="687126" y="402465"/>
                  </a:lnTo>
                  <a:lnTo>
                    <a:pt x="694711" y="348158"/>
                  </a:lnTo>
                  <a:lnTo>
                    <a:pt x="701489" y="289109"/>
                  </a:lnTo>
                  <a:lnTo>
                    <a:pt x="707400" y="225044"/>
                  </a:lnTo>
                  <a:lnTo>
                    <a:pt x="712383" y="155687"/>
                  </a:lnTo>
                  <a:lnTo>
                    <a:pt x="716379" y="80764"/>
                  </a:lnTo>
                  <a:lnTo>
                    <a:pt x="719328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095" y="3610355"/>
              <a:ext cx="99060" cy="990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504" y="1722120"/>
              <a:ext cx="163067" cy="16306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1423670" cy="2320290"/>
            </a:xfrm>
            <a:custGeom>
              <a:avLst/>
              <a:gdLst/>
              <a:ahLst/>
              <a:cxnLst/>
              <a:rect l="l" t="t" r="r" b="b"/>
              <a:pathLst>
                <a:path w="1423670" h="2320290">
                  <a:moveTo>
                    <a:pt x="1423439" y="0"/>
                  </a:moveTo>
                  <a:lnTo>
                    <a:pt x="0" y="0"/>
                  </a:lnTo>
                  <a:lnTo>
                    <a:pt x="0" y="2320049"/>
                  </a:lnTo>
                  <a:lnTo>
                    <a:pt x="17069" y="2264010"/>
                  </a:lnTo>
                  <a:lnTo>
                    <a:pt x="30973" y="2216260"/>
                  </a:lnTo>
                  <a:lnTo>
                    <a:pt x="44358" y="2168378"/>
                  </a:lnTo>
                  <a:lnTo>
                    <a:pt x="57224" y="2120369"/>
                  </a:lnTo>
                  <a:lnTo>
                    <a:pt x="69570" y="2072235"/>
                  </a:lnTo>
                  <a:lnTo>
                    <a:pt x="81393" y="2023979"/>
                  </a:lnTo>
                  <a:lnTo>
                    <a:pt x="92694" y="1975604"/>
                  </a:lnTo>
                  <a:lnTo>
                    <a:pt x="103469" y="1927113"/>
                  </a:lnTo>
                  <a:lnTo>
                    <a:pt x="113719" y="1878510"/>
                  </a:lnTo>
                  <a:lnTo>
                    <a:pt x="123442" y="1829798"/>
                  </a:lnTo>
                  <a:lnTo>
                    <a:pt x="132635" y="1780979"/>
                  </a:lnTo>
                  <a:lnTo>
                    <a:pt x="141299" y="1732057"/>
                  </a:lnTo>
                  <a:lnTo>
                    <a:pt x="149432" y="1683034"/>
                  </a:lnTo>
                  <a:lnTo>
                    <a:pt x="157031" y="1633915"/>
                  </a:lnTo>
                  <a:lnTo>
                    <a:pt x="164097" y="1584701"/>
                  </a:lnTo>
                  <a:lnTo>
                    <a:pt x="170628" y="1535396"/>
                  </a:lnTo>
                  <a:lnTo>
                    <a:pt x="176622" y="1486004"/>
                  </a:lnTo>
                  <a:lnTo>
                    <a:pt x="182078" y="1436526"/>
                  </a:lnTo>
                  <a:lnTo>
                    <a:pt x="186994" y="1386966"/>
                  </a:lnTo>
                  <a:lnTo>
                    <a:pt x="191655" y="1338205"/>
                  </a:lnTo>
                  <a:lnTo>
                    <a:pt x="196473" y="1289116"/>
                  </a:lnTo>
                  <a:lnTo>
                    <a:pt x="201983" y="1239988"/>
                  </a:lnTo>
                  <a:lnTo>
                    <a:pt x="208725" y="1191112"/>
                  </a:lnTo>
                  <a:lnTo>
                    <a:pt x="217236" y="1142777"/>
                  </a:lnTo>
                  <a:lnTo>
                    <a:pt x="228054" y="1095273"/>
                  </a:lnTo>
                  <a:lnTo>
                    <a:pt x="241715" y="1048889"/>
                  </a:lnTo>
                  <a:lnTo>
                    <a:pt x="258759" y="1003914"/>
                  </a:lnTo>
                  <a:lnTo>
                    <a:pt x="279722" y="960639"/>
                  </a:lnTo>
                  <a:lnTo>
                    <a:pt x="305142" y="919352"/>
                  </a:lnTo>
                  <a:lnTo>
                    <a:pt x="335920" y="880233"/>
                  </a:lnTo>
                  <a:lnTo>
                    <a:pt x="370383" y="844884"/>
                  </a:lnTo>
                  <a:lnTo>
                    <a:pt x="408080" y="812993"/>
                  </a:lnTo>
                  <a:lnTo>
                    <a:pt x="448558" y="784247"/>
                  </a:lnTo>
                  <a:lnTo>
                    <a:pt x="491367" y="758332"/>
                  </a:lnTo>
                  <a:lnTo>
                    <a:pt x="536055" y="734936"/>
                  </a:lnTo>
                  <a:lnTo>
                    <a:pt x="582170" y="713745"/>
                  </a:lnTo>
                  <a:lnTo>
                    <a:pt x="629260" y="694447"/>
                  </a:lnTo>
                  <a:lnTo>
                    <a:pt x="676874" y="676727"/>
                  </a:lnTo>
                  <a:lnTo>
                    <a:pt x="724560" y="660273"/>
                  </a:lnTo>
                  <a:lnTo>
                    <a:pt x="820314" y="628526"/>
                  </a:lnTo>
                  <a:lnTo>
                    <a:pt x="868194" y="612094"/>
                  </a:lnTo>
                  <a:lnTo>
                    <a:pt x="915658" y="594724"/>
                  </a:lnTo>
                  <a:lnTo>
                    <a:pt x="962390" y="575992"/>
                  </a:lnTo>
                  <a:lnTo>
                    <a:pt x="1008075" y="555473"/>
                  </a:lnTo>
                  <a:lnTo>
                    <a:pt x="1052400" y="532743"/>
                  </a:lnTo>
                  <a:lnTo>
                    <a:pt x="1095049" y="507377"/>
                  </a:lnTo>
                  <a:lnTo>
                    <a:pt x="1135709" y="478950"/>
                  </a:lnTo>
                  <a:lnTo>
                    <a:pt x="1174064" y="447039"/>
                  </a:lnTo>
                  <a:lnTo>
                    <a:pt x="1206755" y="414402"/>
                  </a:lnTo>
                  <a:lnTo>
                    <a:pt x="1236824" y="379273"/>
                  </a:lnTo>
                  <a:lnTo>
                    <a:pt x="1264561" y="342106"/>
                  </a:lnTo>
                  <a:lnTo>
                    <a:pt x="1290254" y="303351"/>
                  </a:lnTo>
                  <a:lnTo>
                    <a:pt x="1314196" y="263460"/>
                  </a:lnTo>
                  <a:lnTo>
                    <a:pt x="1336674" y="222885"/>
                  </a:lnTo>
                  <a:lnTo>
                    <a:pt x="1359324" y="177042"/>
                  </a:lnTo>
                  <a:lnTo>
                    <a:pt x="1380160" y="129915"/>
                  </a:lnTo>
                  <a:lnTo>
                    <a:pt x="1398812" y="81659"/>
                  </a:lnTo>
                  <a:lnTo>
                    <a:pt x="1414906" y="32432"/>
                  </a:lnTo>
                  <a:lnTo>
                    <a:pt x="1423439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3272" y="1143000"/>
              <a:ext cx="99059" cy="9906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8151" y="19811"/>
            <a:ext cx="163068" cy="163067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312882" y="1011359"/>
            <a:ext cx="1831339" cy="4132579"/>
            <a:chOff x="7312882" y="1011359"/>
            <a:chExt cx="1831339" cy="4132579"/>
          </a:xfrm>
        </p:grpSpPr>
        <p:sp>
          <p:nvSpPr>
            <p:cNvPr id="11" name="object 11"/>
            <p:cNvSpPr/>
            <p:nvPr/>
          </p:nvSpPr>
          <p:spPr>
            <a:xfrm>
              <a:off x="7312882" y="1406270"/>
              <a:ext cx="1697355" cy="3737610"/>
            </a:xfrm>
            <a:custGeom>
              <a:avLst/>
              <a:gdLst/>
              <a:ahLst/>
              <a:cxnLst/>
              <a:rect l="l" t="t" r="r" b="b"/>
              <a:pathLst>
                <a:path w="1697354" h="3737610">
                  <a:moveTo>
                    <a:pt x="1655477" y="0"/>
                  </a:moveTo>
                  <a:lnTo>
                    <a:pt x="1629904" y="59267"/>
                  </a:lnTo>
                  <a:lnTo>
                    <a:pt x="1617321" y="113123"/>
                  </a:lnTo>
                  <a:lnTo>
                    <a:pt x="1605193" y="173131"/>
                  </a:lnTo>
                  <a:lnTo>
                    <a:pt x="1593761" y="231793"/>
                  </a:lnTo>
                  <a:lnTo>
                    <a:pt x="1583264" y="281611"/>
                  </a:lnTo>
                  <a:lnTo>
                    <a:pt x="1553427" y="365898"/>
                  </a:lnTo>
                  <a:lnTo>
                    <a:pt x="1530902" y="415071"/>
                  </a:lnTo>
                  <a:lnTo>
                    <a:pt x="1506356" y="462647"/>
                  </a:lnTo>
                  <a:lnTo>
                    <a:pt x="1480112" y="508097"/>
                  </a:lnTo>
                  <a:lnTo>
                    <a:pt x="1451995" y="551751"/>
                  </a:lnTo>
                  <a:lnTo>
                    <a:pt x="1422160" y="593365"/>
                  </a:lnTo>
                  <a:lnTo>
                    <a:pt x="1390682" y="632840"/>
                  </a:lnTo>
                  <a:lnTo>
                    <a:pt x="1346937" y="679253"/>
                  </a:lnTo>
                  <a:lnTo>
                    <a:pt x="1293723" y="725724"/>
                  </a:lnTo>
                  <a:lnTo>
                    <a:pt x="1233004" y="773146"/>
                  </a:lnTo>
                  <a:lnTo>
                    <a:pt x="1096911" y="874407"/>
                  </a:lnTo>
                  <a:lnTo>
                    <a:pt x="1061267" y="901710"/>
                  </a:lnTo>
                  <a:lnTo>
                    <a:pt x="1025467" y="930030"/>
                  </a:lnTo>
                  <a:lnTo>
                    <a:pt x="989756" y="959478"/>
                  </a:lnTo>
                  <a:lnTo>
                    <a:pt x="954379" y="990168"/>
                  </a:lnTo>
                  <a:lnTo>
                    <a:pt x="919582" y="1022209"/>
                  </a:lnTo>
                  <a:lnTo>
                    <a:pt x="885611" y="1055713"/>
                  </a:lnTo>
                  <a:lnTo>
                    <a:pt x="852711" y="1090792"/>
                  </a:lnTo>
                  <a:lnTo>
                    <a:pt x="821129" y="1127557"/>
                  </a:lnTo>
                  <a:lnTo>
                    <a:pt x="791109" y="1166120"/>
                  </a:lnTo>
                  <a:lnTo>
                    <a:pt x="762897" y="1206591"/>
                  </a:lnTo>
                  <a:lnTo>
                    <a:pt x="736740" y="1249083"/>
                  </a:lnTo>
                  <a:lnTo>
                    <a:pt x="712882" y="1293707"/>
                  </a:lnTo>
                  <a:lnTo>
                    <a:pt x="691569" y="1340574"/>
                  </a:lnTo>
                  <a:lnTo>
                    <a:pt x="673047" y="1389795"/>
                  </a:lnTo>
                  <a:lnTo>
                    <a:pt x="657561" y="1441483"/>
                  </a:lnTo>
                  <a:lnTo>
                    <a:pt x="645358" y="1495748"/>
                  </a:lnTo>
                  <a:lnTo>
                    <a:pt x="636683" y="1552702"/>
                  </a:lnTo>
                  <a:lnTo>
                    <a:pt x="633365" y="1591055"/>
                  </a:lnTo>
                  <a:lnTo>
                    <a:pt x="632238" y="1629028"/>
                  </a:lnTo>
                  <a:lnTo>
                    <a:pt x="634690" y="1687620"/>
                  </a:lnTo>
                  <a:lnTo>
                    <a:pt x="641716" y="1745273"/>
                  </a:lnTo>
                  <a:lnTo>
                    <a:pt x="652817" y="1801846"/>
                  </a:lnTo>
                  <a:lnTo>
                    <a:pt x="667498" y="1857195"/>
                  </a:lnTo>
                  <a:lnTo>
                    <a:pt x="685260" y="1911177"/>
                  </a:lnTo>
                  <a:lnTo>
                    <a:pt x="705606" y="1963650"/>
                  </a:lnTo>
                  <a:lnTo>
                    <a:pt x="728039" y="2014470"/>
                  </a:lnTo>
                  <a:lnTo>
                    <a:pt x="752061" y="2063495"/>
                  </a:lnTo>
                  <a:lnTo>
                    <a:pt x="777176" y="2110581"/>
                  </a:lnTo>
                  <a:lnTo>
                    <a:pt x="802886" y="2155585"/>
                  </a:lnTo>
                  <a:lnTo>
                    <a:pt x="828694" y="2198366"/>
                  </a:lnTo>
                  <a:lnTo>
                    <a:pt x="854102" y="2238779"/>
                  </a:lnTo>
                  <a:lnTo>
                    <a:pt x="878613" y="2276682"/>
                  </a:lnTo>
                  <a:lnTo>
                    <a:pt x="922956" y="2344385"/>
                  </a:lnTo>
                  <a:lnTo>
                    <a:pt x="941793" y="2373900"/>
                  </a:lnTo>
                  <a:lnTo>
                    <a:pt x="970312" y="2423541"/>
                  </a:lnTo>
                  <a:lnTo>
                    <a:pt x="990020" y="2471760"/>
                  </a:lnTo>
                  <a:lnTo>
                    <a:pt x="1004157" y="2522491"/>
                  </a:lnTo>
                  <a:lnTo>
                    <a:pt x="1012674" y="2574943"/>
                  </a:lnTo>
                  <a:lnTo>
                    <a:pt x="1015524" y="2628328"/>
                  </a:lnTo>
                  <a:lnTo>
                    <a:pt x="1013023" y="2678430"/>
                  </a:lnTo>
                  <a:lnTo>
                    <a:pt x="1005522" y="2727966"/>
                  </a:lnTo>
                  <a:lnTo>
                    <a:pt x="993021" y="2776254"/>
                  </a:lnTo>
                  <a:lnTo>
                    <a:pt x="975519" y="2822613"/>
                  </a:lnTo>
                  <a:lnTo>
                    <a:pt x="949995" y="2870145"/>
                  </a:lnTo>
                  <a:lnTo>
                    <a:pt x="920474" y="2911196"/>
                  </a:lnTo>
                  <a:lnTo>
                    <a:pt x="887398" y="2946491"/>
                  </a:lnTo>
                  <a:lnTo>
                    <a:pt x="851207" y="2976750"/>
                  </a:lnTo>
                  <a:lnTo>
                    <a:pt x="812346" y="3002699"/>
                  </a:lnTo>
                  <a:lnTo>
                    <a:pt x="771255" y="3025058"/>
                  </a:lnTo>
                  <a:lnTo>
                    <a:pt x="728377" y="3044551"/>
                  </a:lnTo>
                  <a:lnTo>
                    <a:pt x="684153" y="3061902"/>
                  </a:lnTo>
                  <a:lnTo>
                    <a:pt x="639027" y="3077833"/>
                  </a:lnTo>
                  <a:lnTo>
                    <a:pt x="547833" y="3108325"/>
                  </a:lnTo>
                  <a:lnTo>
                    <a:pt x="502650" y="3124333"/>
                  </a:lnTo>
                  <a:lnTo>
                    <a:pt x="458332" y="3141813"/>
                  </a:lnTo>
                  <a:lnTo>
                    <a:pt x="415322" y="3161487"/>
                  </a:lnTo>
                  <a:lnTo>
                    <a:pt x="377469" y="3182743"/>
                  </a:lnTo>
                  <a:lnTo>
                    <a:pt x="340871" y="3206668"/>
                  </a:lnTo>
                  <a:lnTo>
                    <a:pt x="305587" y="3233160"/>
                  </a:lnTo>
                  <a:lnTo>
                    <a:pt x="271675" y="3262118"/>
                  </a:lnTo>
                  <a:lnTo>
                    <a:pt x="239192" y="3293438"/>
                  </a:lnTo>
                  <a:lnTo>
                    <a:pt x="208198" y="3327021"/>
                  </a:lnTo>
                  <a:lnTo>
                    <a:pt x="178751" y="3362763"/>
                  </a:lnTo>
                  <a:lnTo>
                    <a:pt x="150909" y="3400563"/>
                  </a:lnTo>
                  <a:lnTo>
                    <a:pt x="124731" y="3440320"/>
                  </a:lnTo>
                  <a:lnTo>
                    <a:pt x="100274" y="3481932"/>
                  </a:lnTo>
                  <a:lnTo>
                    <a:pt x="77597" y="3525296"/>
                  </a:lnTo>
                  <a:lnTo>
                    <a:pt x="56759" y="3570311"/>
                  </a:lnTo>
                  <a:lnTo>
                    <a:pt x="37818" y="3616876"/>
                  </a:lnTo>
                  <a:lnTo>
                    <a:pt x="20831" y="3664889"/>
                  </a:lnTo>
                  <a:lnTo>
                    <a:pt x="5858" y="3714248"/>
                  </a:lnTo>
                  <a:lnTo>
                    <a:pt x="0" y="3737226"/>
                  </a:lnTo>
                  <a:lnTo>
                    <a:pt x="1588376" y="3737226"/>
                  </a:lnTo>
                  <a:lnTo>
                    <a:pt x="1592246" y="3692451"/>
                  </a:lnTo>
                  <a:lnTo>
                    <a:pt x="1596304" y="3642094"/>
                  </a:lnTo>
                  <a:lnTo>
                    <a:pt x="1600086" y="3591694"/>
                  </a:lnTo>
                  <a:lnTo>
                    <a:pt x="1603606" y="3541257"/>
                  </a:lnTo>
                  <a:lnTo>
                    <a:pt x="1606879" y="3490784"/>
                  </a:lnTo>
                  <a:lnTo>
                    <a:pt x="1609919" y="3440279"/>
                  </a:lnTo>
                  <a:lnTo>
                    <a:pt x="1612741" y="3389745"/>
                  </a:lnTo>
                  <a:lnTo>
                    <a:pt x="1615359" y="3339187"/>
                  </a:lnTo>
                  <a:lnTo>
                    <a:pt x="1617788" y="3288607"/>
                  </a:lnTo>
                  <a:lnTo>
                    <a:pt x="1620042" y="3238010"/>
                  </a:lnTo>
                  <a:lnTo>
                    <a:pt x="1622136" y="3187397"/>
                  </a:lnTo>
                  <a:lnTo>
                    <a:pt x="1624084" y="3136773"/>
                  </a:lnTo>
                  <a:lnTo>
                    <a:pt x="1625901" y="3086141"/>
                  </a:lnTo>
                  <a:lnTo>
                    <a:pt x="1627600" y="3035505"/>
                  </a:lnTo>
                  <a:lnTo>
                    <a:pt x="1629198" y="2984867"/>
                  </a:lnTo>
                  <a:lnTo>
                    <a:pt x="1630707" y="2934232"/>
                  </a:lnTo>
                  <a:lnTo>
                    <a:pt x="1632143" y="2883603"/>
                  </a:lnTo>
                  <a:lnTo>
                    <a:pt x="1633520" y="2832983"/>
                  </a:lnTo>
                  <a:lnTo>
                    <a:pt x="1634853" y="2782375"/>
                  </a:lnTo>
                  <a:lnTo>
                    <a:pt x="1637517" y="2678430"/>
                  </a:lnTo>
                  <a:lnTo>
                    <a:pt x="1645671" y="2373900"/>
                  </a:lnTo>
                  <a:lnTo>
                    <a:pt x="1653644" y="2069560"/>
                  </a:lnTo>
                  <a:lnTo>
                    <a:pt x="1661483" y="1763733"/>
                  </a:lnTo>
                  <a:lnTo>
                    <a:pt x="1669151" y="1457904"/>
                  </a:lnTo>
                  <a:lnTo>
                    <a:pt x="1676651" y="1152075"/>
                  </a:lnTo>
                  <a:lnTo>
                    <a:pt x="1683988" y="846245"/>
                  </a:lnTo>
                  <a:lnTo>
                    <a:pt x="1685195" y="795273"/>
                  </a:lnTo>
                  <a:lnTo>
                    <a:pt x="1686034" y="773020"/>
                  </a:lnTo>
                  <a:lnTo>
                    <a:pt x="1688990" y="696830"/>
                  </a:lnTo>
                  <a:lnTo>
                    <a:pt x="1690799" y="646103"/>
                  </a:lnTo>
                  <a:lnTo>
                    <a:pt x="1692624" y="589094"/>
                  </a:lnTo>
                  <a:lnTo>
                    <a:pt x="1694310" y="527407"/>
                  </a:lnTo>
                  <a:lnTo>
                    <a:pt x="1695707" y="462504"/>
                  </a:lnTo>
                  <a:lnTo>
                    <a:pt x="1696655" y="396419"/>
                  </a:lnTo>
                  <a:lnTo>
                    <a:pt x="1697006" y="330326"/>
                  </a:lnTo>
                  <a:lnTo>
                    <a:pt x="1696560" y="263053"/>
                  </a:lnTo>
                  <a:lnTo>
                    <a:pt x="1695107" y="199524"/>
                  </a:lnTo>
                  <a:lnTo>
                    <a:pt x="1692472" y="141580"/>
                  </a:lnTo>
                  <a:lnTo>
                    <a:pt x="1688481" y="91058"/>
                  </a:lnTo>
                  <a:lnTo>
                    <a:pt x="1682960" y="49800"/>
                  </a:lnTo>
                  <a:lnTo>
                    <a:pt x="1666632" y="2431"/>
                  </a:lnTo>
                  <a:lnTo>
                    <a:pt x="165547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24672" y="1011359"/>
              <a:ext cx="719455" cy="4021454"/>
            </a:xfrm>
            <a:custGeom>
              <a:avLst/>
              <a:gdLst/>
              <a:ahLst/>
              <a:cxnLst/>
              <a:rect l="l" t="t" r="r" b="b"/>
              <a:pathLst>
                <a:path w="719454" h="4021454">
                  <a:moveTo>
                    <a:pt x="719327" y="0"/>
                  </a:moveTo>
                  <a:lnTo>
                    <a:pt x="680064" y="37484"/>
                  </a:lnTo>
                  <a:lnTo>
                    <a:pt x="644212" y="83252"/>
                  </a:lnTo>
                  <a:lnTo>
                    <a:pt x="605501" y="141787"/>
                  </a:lnTo>
                  <a:lnTo>
                    <a:pt x="585347" y="175581"/>
                  </a:lnTo>
                  <a:lnTo>
                    <a:pt x="564806" y="212252"/>
                  </a:lnTo>
                  <a:lnTo>
                    <a:pt x="543988" y="251696"/>
                  </a:lnTo>
                  <a:lnTo>
                    <a:pt x="523002" y="293807"/>
                  </a:lnTo>
                  <a:lnTo>
                    <a:pt x="501957" y="338482"/>
                  </a:lnTo>
                  <a:lnTo>
                    <a:pt x="480962" y="385616"/>
                  </a:lnTo>
                  <a:lnTo>
                    <a:pt x="460128" y="435102"/>
                  </a:lnTo>
                  <a:lnTo>
                    <a:pt x="439564" y="486838"/>
                  </a:lnTo>
                  <a:lnTo>
                    <a:pt x="419378" y="540717"/>
                  </a:lnTo>
                  <a:lnTo>
                    <a:pt x="399681" y="596636"/>
                  </a:lnTo>
                  <a:lnTo>
                    <a:pt x="380581" y="654489"/>
                  </a:lnTo>
                  <a:lnTo>
                    <a:pt x="362188" y="714172"/>
                  </a:lnTo>
                  <a:lnTo>
                    <a:pt x="344611" y="775579"/>
                  </a:lnTo>
                  <a:lnTo>
                    <a:pt x="327960" y="838607"/>
                  </a:lnTo>
                  <a:lnTo>
                    <a:pt x="312344" y="903149"/>
                  </a:lnTo>
                  <a:lnTo>
                    <a:pt x="297873" y="969102"/>
                  </a:lnTo>
                  <a:lnTo>
                    <a:pt x="284655" y="1036361"/>
                  </a:lnTo>
                  <a:lnTo>
                    <a:pt x="272801" y="1104820"/>
                  </a:lnTo>
                  <a:lnTo>
                    <a:pt x="262419" y="1174375"/>
                  </a:lnTo>
                  <a:lnTo>
                    <a:pt x="253619" y="1244922"/>
                  </a:lnTo>
                  <a:lnTo>
                    <a:pt x="247712" y="1302479"/>
                  </a:lnTo>
                  <a:lnTo>
                    <a:pt x="243030" y="1358836"/>
                  </a:lnTo>
                  <a:lnTo>
                    <a:pt x="239506" y="1414022"/>
                  </a:lnTo>
                  <a:lnTo>
                    <a:pt x="237071" y="1468065"/>
                  </a:lnTo>
                  <a:lnTo>
                    <a:pt x="235659" y="1520994"/>
                  </a:lnTo>
                  <a:lnTo>
                    <a:pt x="235203" y="1572836"/>
                  </a:lnTo>
                  <a:lnTo>
                    <a:pt x="235793" y="1632165"/>
                  </a:lnTo>
                  <a:lnTo>
                    <a:pt x="237491" y="1690160"/>
                  </a:lnTo>
                  <a:lnTo>
                    <a:pt x="240193" y="1746884"/>
                  </a:lnTo>
                  <a:lnTo>
                    <a:pt x="243792" y="1802398"/>
                  </a:lnTo>
                  <a:lnTo>
                    <a:pt x="248182" y="1856762"/>
                  </a:lnTo>
                  <a:lnTo>
                    <a:pt x="253260" y="1910039"/>
                  </a:lnTo>
                  <a:lnTo>
                    <a:pt x="258918" y="1962289"/>
                  </a:lnTo>
                  <a:lnTo>
                    <a:pt x="265051" y="2013575"/>
                  </a:lnTo>
                  <a:lnTo>
                    <a:pt x="271553" y="2063956"/>
                  </a:lnTo>
                  <a:lnTo>
                    <a:pt x="278320" y="2113494"/>
                  </a:lnTo>
                  <a:lnTo>
                    <a:pt x="285245" y="2162252"/>
                  </a:lnTo>
                  <a:lnTo>
                    <a:pt x="292223" y="2210289"/>
                  </a:lnTo>
                  <a:lnTo>
                    <a:pt x="299148" y="2257668"/>
                  </a:lnTo>
                  <a:lnTo>
                    <a:pt x="305915" y="2304450"/>
                  </a:lnTo>
                  <a:lnTo>
                    <a:pt x="312417" y="2350696"/>
                  </a:lnTo>
                  <a:lnTo>
                    <a:pt x="318550" y="2396467"/>
                  </a:lnTo>
                  <a:lnTo>
                    <a:pt x="324208" y="2441824"/>
                  </a:lnTo>
                  <a:lnTo>
                    <a:pt x="329286" y="2486830"/>
                  </a:lnTo>
                  <a:lnTo>
                    <a:pt x="333676" y="2531545"/>
                  </a:lnTo>
                  <a:lnTo>
                    <a:pt x="337275" y="2576030"/>
                  </a:lnTo>
                  <a:lnTo>
                    <a:pt x="339977" y="2620348"/>
                  </a:lnTo>
                  <a:lnTo>
                    <a:pt x="341675" y="2664559"/>
                  </a:lnTo>
                  <a:lnTo>
                    <a:pt x="342264" y="2708724"/>
                  </a:lnTo>
                  <a:lnTo>
                    <a:pt x="341731" y="2749098"/>
                  </a:lnTo>
                  <a:lnTo>
                    <a:pt x="340090" y="2789499"/>
                  </a:lnTo>
                  <a:lnTo>
                    <a:pt x="337282" y="2830000"/>
                  </a:lnTo>
                  <a:lnTo>
                    <a:pt x="333248" y="2870674"/>
                  </a:lnTo>
                  <a:lnTo>
                    <a:pt x="322586" y="2940123"/>
                  </a:lnTo>
                  <a:lnTo>
                    <a:pt x="308427" y="2997758"/>
                  </a:lnTo>
                  <a:lnTo>
                    <a:pt x="291250" y="3045777"/>
                  </a:lnTo>
                  <a:lnTo>
                    <a:pt x="271535" y="3086381"/>
                  </a:lnTo>
                  <a:lnTo>
                    <a:pt x="249764" y="3121769"/>
                  </a:lnTo>
                  <a:lnTo>
                    <a:pt x="226416" y="3154139"/>
                  </a:lnTo>
                  <a:lnTo>
                    <a:pt x="201972" y="3185691"/>
                  </a:lnTo>
                  <a:lnTo>
                    <a:pt x="189489" y="3201848"/>
                  </a:lnTo>
                  <a:lnTo>
                    <a:pt x="164302" y="3236296"/>
                  </a:lnTo>
                  <a:lnTo>
                    <a:pt x="139221" y="3275424"/>
                  </a:lnTo>
                  <a:lnTo>
                    <a:pt x="114724" y="3321432"/>
                  </a:lnTo>
                  <a:lnTo>
                    <a:pt x="91294" y="3376517"/>
                  </a:lnTo>
                  <a:lnTo>
                    <a:pt x="69410" y="3442880"/>
                  </a:lnTo>
                  <a:lnTo>
                    <a:pt x="59198" y="3480978"/>
                  </a:lnTo>
                  <a:lnTo>
                    <a:pt x="49552" y="3522720"/>
                  </a:lnTo>
                  <a:lnTo>
                    <a:pt x="40534" y="3568381"/>
                  </a:lnTo>
                  <a:lnTo>
                    <a:pt x="32202" y="3618236"/>
                  </a:lnTo>
                  <a:lnTo>
                    <a:pt x="24618" y="3672560"/>
                  </a:lnTo>
                  <a:lnTo>
                    <a:pt x="17840" y="3731627"/>
                  </a:lnTo>
                  <a:lnTo>
                    <a:pt x="11929" y="3795713"/>
                  </a:lnTo>
                  <a:lnTo>
                    <a:pt x="6945" y="3865092"/>
                  </a:lnTo>
                  <a:lnTo>
                    <a:pt x="2949" y="3940040"/>
                  </a:lnTo>
                  <a:lnTo>
                    <a:pt x="0" y="4020831"/>
                  </a:lnTo>
                  <a:lnTo>
                    <a:pt x="50212" y="4002996"/>
                  </a:lnTo>
                  <a:lnTo>
                    <a:pt x="100527" y="3987457"/>
                  </a:lnTo>
                  <a:lnTo>
                    <a:pt x="150936" y="3974093"/>
                  </a:lnTo>
                  <a:lnTo>
                    <a:pt x="201431" y="3962782"/>
                  </a:lnTo>
                  <a:lnTo>
                    <a:pt x="252003" y="3953404"/>
                  </a:lnTo>
                  <a:lnTo>
                    <a:pt x="302645" y="3945838"/>
                  </a:lnTo>
                  <a:lnTo>
                    <a:pt x="353349" y="3939964"/>
                  </a:lnTo>
                  <a:lnTo>
                    <a:pt x="404105" y="3935660"/>
                  </a:lnTo>
                  <a:lnTo>
                    <a:pt x="454907" y="3932806"/>
                  </a:lnTo>
                  <a:lnTo>
                    <a:pt x="505745" y="3931280"/>
                  </a:lnTo>
                  <a:lnTo>
                    <a:pt x="719327" y="3930963"/>
                  </a:lnTo>
                  <a:lnTo>
                    <a:pt x="719327" y="0"/>
                  </a:lnTo>
                  <a:close/>
                </a:path>
                <a:path w="719454" h="4021454">
                  <a:moveTo>
                    <a:pt x="719327" y="3930963"/>
                  </a:moveTo>
                  <a:lnTo>
                    <a:pt x="556612" y="3930963"/>
                  </a:lnTo>
                  <a:lnTo>
                    <a:pt x="607499" y="3931733"/>
                  </a:lnTo>
                  <a:lnTo>
                    <a:pt x="658399" y="3933469"/>
                  </a:lnTo>
                  <a:lnTo>
                    <a:pt x="709302" y="3936051"/>
                  </a:lnTo>
                  <a:lnTo>
                    <a:pt x="719327" y="3936702"/>
                  </a:lnTo>
                  <a:lnTo>
                    <a:pt x="719327" y="3930963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7844" y="1391411"/>
              <a:ext cx="99059" cy="990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77428" y="3215639"/>
              <a:ext cx="163068" cy="1630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711100" y="2782239"/>
              <a:ext cx="1433195" cy="2361565"/>
            </a:xfrm>
            <a:custGeom>
              <a:avLst/>
              <a:gdLst/>
              <a:ahLst/>
              <a:cxnLst/>
              <a:rect l="l" t="t" r="r" b="b"/>
              <a:pathLst>
                <a:path w="1433195" h="2361565">
                  <a:moveTo>
                    <a:pt x="1432899" y="0"/>
                  </a:moveTo>
                  <a:lnTo>
                    <a:pt x="1415844" y="55974"/>
                  </a:lnTo>
                  <a:lnTo>
                    <a:pt x="1401944" y="103696"/>
                  </a:lnTo>
                  <a:lnTo>
                    <a:pt x="1388562" y="151549"/>
                  </a:lnTo>
                  <a:lnTo>
                    <a:pt x="1375698" y="199531"/>
                  </a:lnTo>
                  <a:lnTo>
                    <a:pt x="1363354" y="247638"/>
                  </a:lnTo>
                  <a:lnTo>
                    <a:pt x="1351532" y="295868"/>
                  </a:lnTo>
                  <a:lnTo>
                    <a:pt x="1340233" y="344216"/>
                  </a:lnTo>
                  <a:lnTo>
                    <a:pt x="1329458" y="392681"/>
                  </a:lnTo>
                  <a:lnTo>
                    <a:pt x="1319209" y="441258"/>
                  </a:lnTo>
                  <a:lnTo>
                    <a:pt x="1309487" y="489944"/>
                  </a:lnTo>
                  <a:lnTo>
                    <a:pt x="1300294" y="538737"/>
                  </a:lnTo>
                  <a:lnTo>
                    <a:pt x="1291631" y="587632"/>
                  </a:lnTo>
                  <a:lnTo>
                    <a:pt x="1283500" y="636627"/>
                  </a:lnTo>
                  <a:lnTo>
                    <a:pt x="1275902" y="685718"/>
                  </a:lnTo>
                  <a:lnTo>
                    <a:pt x="1268838" y="734903"/>
                  </a:lnTo>
                  <a:lnTo>
                    <a:pt x="1262310" y="784178"/>
                  </a:lnTo>
                  <a:lnTo>
                    <a:pt x="1256319" y="833540"/>
                  </a:lnTo>
                  <a:lnTo>
                    <a:pt x="1250867" y="882985"/>
                  </a:lnTo>
                  <a:lnTo>
                    <a:pt x="1245955" y="932510"/>
                  </a:lnTo>
                  <a:lnTo>
                    <a:pt x="1241294" y="981260"/>
                  </a:lnTo>
                  <a:lnTo>
                    <a:pt x="1236475" y="1030335"/>
                  </a:lnTo>
                  <a:lnTo>
                    <a:pt x="1230962" y="1079446"/>
                  </a:lnTo>
                  <a:lnTo>
                    <a:pt x="1224215" y="1128304"/>
                  </a:lnTo>
                  <a:lnTo>
                    <a:pt x="1215698" y="1176618"/>
                  </a:lnTo>
                  <a:lnTo>
                    <a:pt x="1204871" y="1224100"/>
                  </a:lnTo>
                  <a:lnTo>
                    <a:pt x="1191198" y="1270458"/>
                  </a:lnTo>
                  <a:lnTo>
                    <a:pt x="1174141" y="1315403"/>
                  </a:lnTo>
                  <a:lnTo>
                    <a:pt x="1153160" y="1358645"/>
                  </a:lnTo>
                  <a:lnTo>
                    <a:pt x="1127718" y="1399896"/>
                  </a:lnTo>
                  <a:lnTo>
                    <a:pt x="1096956" y="1439010"/>
                  </a:lnTo>
                  <a:lnTo>
                    <a:pt x="1062501" y="1474349"/>
                  </a:lnTo>
                  <a:lnTo>
                    <a:pt x="1024808" y="1506228"/>
                  </a:lnTo>
                  <a:lnTo>
                    <a:pt x="984330" y="1534961"/>
                  </a:lnTo>
                  <a:lnTo>
                    <a:pt x="941521" y="1560862"/>
                  </a:lnTo>
                  <a:lnTo>
                    <a:pt x="896832" y="1584245"/>
                  </a:lnTo>
                  <a:lnTo>
                    <a:pt x="850719" y="1605425"/>
                  </a:lnTo>
                  <a:lnTo>
                    <a:pt x="803635" y="1624716"/>
                  </a:lnTo>
                  <a:lnTo>
                    <a:pt x="756032" y="1642432"/>
                  </a:lnTo>
                  <a:lnTo>
                    <a:pt x="708364" y="1658887"/>
                  </a:lnTo>
                  <a:lnTo>
                    <a:pt x="612572" y="1690616"/>
                  </a:lnTo>
                  <a:lnTo>
                    <a:pt x="564681" y="1707041"/>
                  </a:lnTo>
                  <a:lnTo>
                    <a:pt x="517212" y="1724403"/>
                  </a:lnTo>
                  <a:lnTo>
                    <a:pt x="470478" y="1743126"/>
                  </a:lnTo>
                  <a:lnTo>
                    <a:pt x="424791" y="1763631"/>
                  </a:lnTo>
                  <a:lnTo>
                    <a:pt x="380465" y="1786343"/>
                  </a:lnTo>
                  <a:lnTo>
                    <a:pt x="337813" y="1811683"/>
                  </a:lnTo>
                  <a:lnTo>
                    <a:pt x="297149" y="1840075"/>
                  </a:lnTo>
                  <a:lnTo>
                    <a:pt x="258784" y="1871942"/>
                  </a:lnTo>
                  <a:lnTo>
                    <a:pt x="226097" y="1904606"/>
                  </a:lnTo>
                  <a:lnTo>
                    <a:pt x="196037" y="1939733"/>
                  </a:lnTo>
                  <a:lnTo>
                    <a:pt x="168313" y="1976884"/>
                  </a:lnTo>
                  <a:lnTo>
                    <a:pt x="142631" y="2015618"/>
                  </a:lnTo>
                  <a:lnTo>
                    <a:pt x="118699" y="2055498"/>
                  </a:lnTo>
                  <a:lnTo>
                    <a:pt x="96224" y="2096084"/>
                  </a:lnTo>
                  <a:lnTo>
                    <a:pt x="73575" y="2141903"/>
                  </a:lnTo>
                  <a:lnTo>
                    <a:pt x="52739" y="2189007"/>
                  </a:lnTo>
                  <a:lnTo>
                    <a:pt x="34087" y="2237239"/>
                  </a:lnTo>
                  <a:lnTo>
                    <a:pt x="17992" y="2286443"/>
                  </a:lnTo>
                  <a:lnTo>
                    <a:pt x="4827" y="2336462"/>
                  </a:lnTo>
                  <a:lnTo>
                    <a:pt x="0" y="2361260"/>
                  </a:lnTo>
                  <a:lnTo>
                    <a:pt x="1432899" y="2361260"/>
                  </a:lnTo>
                  <a:lnTo>
                    <a:pt x="1432899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11668" y="3860291"/>
              <a:ext cx="99059" cy="97536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02780" y="4917947"/>
            <a:ext cx="163068" cy="163068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5881115" y="1645920"/>
            <a:ext cx="546100" cy="544195"/>
            <a:chOff x="5881115" y="1645920"/>
            <a:chExt cx="546100" cy="544195"/>
          </a:xfrm>
        </p:grpSpPr>
        <p:sp>
          <p:nvSpPr>
            <p:cNvPr id="19" name="object 19"/>
            <p:cNvSpPr/>
            <p:nvPr/>
          </p:nvSpPr>
          <p:spPr>
            <a:xfrm>
              <a:off x="5881115" y="1645920"/>
              <a:ext cx="546100" cy="544195"/>
            </a:xfrm>
            <a:custGeom>
              <a:avLst/>
              <a:gdLst/>
              <a:ahLst/>
              <a:cxnLst/>
              <a:rect l="l" t="t" r="r" b="b"/>
              <a:pathLst>
                <a:path w="546100" h="544194">
                  <a:moveTo>
                    <a:pt x="545591" y="0"/>
                  </a:moveTo>
                  <a:lnTo>
                    <a:pt x="0" y="0"/>
                  </a:lnTo>
                  <a:lnTo>
                    <a:pt x="0" y="544067"/>
                  </a:lnTo>
                  <a:lnTo>
                    <a:pt x="545591" y="544067"/>
                  </a:lnTo>
                  <a:lnTo>
                    <a:pt x="545591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65519" y="1816608"/>
              <a:ext cx="163067" cy="18491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946647" y="1722120"/>
              <a:ext cx="398145" cy="396240"/>
            </a:xfrm>
            <a:custGeom>
              <a:avLst/>
              <a:gdLst/>
              <a:ahLst/>
              <a:cxnLst/>
              <a:rect l="l" t="t" r="r" b="b"/>
              <a:pathLst>
                <a:path w="398145" h="396239">
                  <a:moveTo>
                    <a:pt x="210438" y="0"/>
                  </a:moveTo>
                  <a:lnTo>
                    <a:pt x="187325" y="0"/>
                  </a:lnTo>
                  <a:lnTo>
                    <a:pt x="187325" y="24637"/>
                  </a:lnTo>
                  <a:lnTo>
                    <a:pt x="137671" y="35613"/>
                  </a:lnTo>
                  <a:lnTo>
                    <a:pt x="94405" y="59470"/>
                  </a:lnTo>
                  <a:lnTo>
                    <a:pt x="59711" y="94031"/>
                  </a:lnTo>
                  <a:lnTo>
                    <a:pt x="35770" y="137121"/>
                  </a:lnTo>
                  <a:lnTo>
                    <a:pt x="24764" y="186562"/>
                  </a:lnTo>
                  <a:lnTo>
                    <a:pt x="0" y="186562"/>
                  </a:lnTo>
                  <a:lnTo>
                    <a:pt x="0" y="209676"/>
                  </a:lnTo>
                  <a:lnTo>
                    <a:pt x="24764" y="209676"/>
                  </a:lnTo>
                  <a:lnTo>
                    <a:pt x="35770" y="258819"/>
                  </a:lnTo>
                  <a:lnTo>
                    <a:pt x="59711" y="301830"/>
                  </a:lnTo>
                  <a:lnTo>
                    <a:pt x="94405" y="336385"/>
                  </a:lnTo>
                  <a:lnTo>
                    <a:pt x="137671" y="360162"/>
                  </a:lnTo>
                  <a:lnTo>
                    <a:pt x="187325" y="370839"/>
                  </a:lnTo>
                  <a:lnTo>
                    <a:pt x="187325" y="396239"/>
                  </a:lnTo>
                  <a:lnTo>
                    <a:pt x="210438" y="396239"/>
                  </a:lnTo>
                  <a:lnTo>
                    <a:pt x="210438" y="370839"/>
                  </a:lnTo>
                  <a:lnTo>
                    <a:pt x="260092" y="360162"/>
                  </a:lnTo>
                  <a:lnTo>
                    <a:pt x="279718" y="349376"/>
                  </a:lnTo>
                  <a:lnTo>
                    <a:pt x="187325" y="349376"/>
                  </a:lnTo>
                  <a:lnTo>
                    <a:pt x="144659" y="339657"/>
                  </a:lnTo>
                  <a:lnTo>
                    <a:pt x="107699" y="319234"/>
                  </a:lnTo>
                  <a:lnTo>
                    <a:pt x="78127" y="289776"/>
                  </a:lnTo>
                  <a:lnTo>
                    <a:pt x="57626" y="252954"/>
                  </a:lnTo>
                  <a:lnTo>
                    <a:pt x="47878" y="210438"/>
                  </a:lnTo>
                  <a:lnTo>
                    <a:pt x="70992" y="210438"/>
                  </a:lnTo>
                  <a:lnTo>
                    <a:pt x="70992" y="187451"/>
                  </a:lnTo>
                  <a:lnTo>
                    <a:pt x="47878" y="187451"/>
                  </a:lnTo>
                  <a:lnTo>
                    <a:pt x="57626" y="144936"/>
                  </a:lnTo>
                  <a:lnTo>
                    <a:pt x="78127" y="108114"/>
                  </a:lnTo>
                  <a:lnTo>
                    <a:pt x="107699" y="78656"/>
                  </a:lnTo>
                  <a:lnTo>
                    <a:pt x="144659" y="58233"/>
                  </a:lnTo>
                  <a:lnTo>
                    <a:pt x="187325" y="48513"/>
                  </a:lnTo>
                  <a:lnTo>
                    <a:pt x="283952" y="48513"/>
                  </a:lnTo>
                  <a:lnTo>
                    <a:pt x="260458" y="35613"/>
                  </a:lnTo>
                  <a:lnTo>
                    <a:pt x="210438" y="24637"/>
                  </a:lnTo>
                  <a:lnTo>
                    <a:pt x="210438" y="0"/>
                  </a:lnTo>
                  <a:close/>
                </a:path>
                <a:path w="398145" h="396239">
                  <a:moveTo>
                    <a:pt x="210438" y="326389"/>
                  </a:moveTo>
                  <a:lnTo>
                    <a:pt x="187325" y="326389"/>
                  </a:lnTo>
                  <a:lnTo>
                    <a:pt x="187325" y="349376"/>
                  </a:lnTo>
                  <a:lnTo>
                    <a:pt x="210438" y="349376"/>
                  </a:lnTo>
                  <a:lnTo>
                    <a:pt x="210438" y="326389"/>
                  </a:lnTo>
                  <a:close/>
                </a:path>
                <a:path w="398145" h="396239">
                  <a:moveTo>
                    <a:pt x="283952" y="48513"/>
                  </a:moveTo>
                  <a:lnTo>
                    <a:pt x="210438" y="48513"/>
                  </a:lnTo>
                  <a:lnTo>
                    <a:pt x="253104" y="58233"/>
                  </a:lnTo>
                  <a:lnTo>
                    <a:pt x="290064" y="78656"/>
                  </a:lnTo>
                  <a:lnTo>
                    <a:pt x="319636" y="108114"/>
                  </a:lnTo>
                  <a:lnTo>
                    <a:pt x="340137" y="144936"/>
                  </a:lnTo>
                  <a:lnTo>
                    <a:pt x="349885" y="187451"/>
                  </a:lnTo>
                  <a:lnTo>
                    <a:pt x="326771" y="187451"/>
                  </a:lnTo>
                  <a:lnTo>
                    <a:pt x="326771" y="210438"/>
                  </a:lnTo>
                  <a:lnTo>
                    <a:pt x="349885" y="210438"/>
                  </a:lnTo>
                  <a:lnTo>
                    <a:pt x="340137" y="252320"/>
                  </a:lnTo>
                  <a:lnTo>
                    <a:pt x="319636" y="289063"/>
                  </a:lnTo>
                  <a:lnTo>
                    <a:pt x="290064" y="318758"/>
                  </a:lnTo>
                  <a:lnTo>
                    <a:pt x="253104" y="339499"/>
                  </a:lnTo>
                  <a:lnTo>
                    <a:pt x="210438" y="349376"/>
                  </a:lnTo>
                  <a:lnTo>
                    <a:pt x="279718" y="349376"/>
                  </a:lnTo>
                  <a:lnTo>
                    <a:pt x="303358" y="336385"/>
                  </a:lnTo>
                  <a:lnTo>
                    <a:pt x="338052" y="301830"/>
                  </a:lnTo>
                  <a:lnTo>
                    <a:pt x="361993" y="258819"/>
                  </a:lnTo>
                  <a:lnTo>
                    <a:pt x="372999" y="209676"/>
                  </a:lnTo>
                  <a:lnTo>
                    <a:pt x="397763" y="209676"/>
                  </a:lnTo>
                  <a:lnTo>
                    <a:pt x="397763" y="186562"/>
                  </a:lnTo>
                  <a:lnTo>
                    <a:pt x="372999" y="186562"/>
                  </a:lnTo>
                  <a:lnTo>
                    <a:pt x="362359" y="137121"/>
                  </a:lnTo>
                  <a:lnTo>
                    <a:pt x="338601" y="94031"/>
                  </a:lnTo>
                  <a:lnTo>
                    <a:pt x="303906" y="59470"/>
                  </a:lnTo>
                  <a:lnTo>
                    <a:pt x="283952" y="48513"/>
                  </a:lnTo>
                  <a:close/>
                </a:path>
                <a:path w="398145" h="396239">
                  <a:moveTo>
                    <a:pt x="210438" y="48513"/>
                  </a:moveTo>
                  <a:lnTo>
                    <a:pt x="187325" y="48513"/>
                  </a:lnTo>
                  <a:lnTo>
                    <a:pt x="187325" y="71500"/>
                  </a:lnTo>
                  <a:lnTo>
                    <a:pt x="210438" y="71500"/>
                  </a:lnTo>
                  <a:lnTo>
                    <a:pt x="210438" y="485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2755138" y="683209"/>
            <a:ext cx="4293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IoT</a:t>
            </a:r>
            <a:r>
              <a:rPr sz="3600" spc="-40" dirty="0"/>
              <a:t> </a:t>
            </a:r>
            <a:r>
              <a:rPr sz="3600" spc="-5" dirty="0"/>
              <a:t>Device</a:t>
            </a:r>
            <a:r>
              <a:rPr sz="3600" spc="-40" dirty="0"/>
              <a:t> </a:t>
            </a:r>
            <a:r>
              <a:rPr sz="3600" dirty="0"/>
              <a:t>Activation</a:t>
            </a:r>
            <a:endParaRPr sz="3600"/>
          </a:p>
        </p:txBody>
      </p:sp>
      <p:sp>
        <p:nvSpPr>
          <p:cNvPr id="23" name="object 23"/>
          <p:cNvSpPr txBox="1"/>
          <p:nvPr/>
        </p:nvSpPr>
        <p:spPr>
          <a:xfrm>
            <a:off x="4980559" y="2497963"/>
            <a:ext cx="294322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This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seamless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integration allows users to </a:t>
            </a:r>
            <a:r>
              <a:rPr sz="1400" spc="-33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control their environment effortlessly, 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wirelessly and enhancing convenience 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and</a:t>
            </a:r>
            <a:r>
              <a:rPr sz="1400" spc="-1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accessibility.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72157" y="2497963"/>
            <a:ext cx="290322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Based on</a:t>
            </a:r>
            <a:r>
              <a:rPr sz="1400" spc="-2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the</a:t>
            </a:r>
            <a:r>
              <a:rPr sz="1400" spc="-2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detected</a:t>
            </a:r>
            <a:r>
              <a:rPr sz="1400" spc="-2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hand</a:t>
            </a:r>
            <a:r>
              <a:rPr sz="1400" spc="-3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gestures</a:t>
            </a:r>
            <a:r>
              <a:rPr sz="1400" spc="-3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and </a:t>
            </a:r>
            <a:r>
              <a:rPr sz="1400" spc="-33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recognized objects, the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smart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glasses 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activate or deactivate IoT devices </a:t>
            </a:r>
            <a:r>
              <a:rPr sz="1400" spc="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connected</a:t>
            </a:r>
            <a:r>
              <a:rPr sz="1400" spc="-40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to</a:t>
            </a:r>
            <a:r>
              <a:rPr sz="1400" spc="-1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A4568"/>
                </a:solidFill>
                <a:latin typeface="Times New Roman"/>
                <a:cs typeface="Times New Roman"/>
              </a:rPr>
              <a:t>the</a:t>
            </a:r>
            <a:r>
              <a:rPr sz="1400" spc="-15" dirty="0">
                <a:solidFill>
                  <a:srgbClr val="1A4568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A4568"/>
                </a:solidFill>
                <a:latin typeface="Times New Roman"/>
                <a:cs typeface="Times New Roman"/>
              </a:rPr>
              <a:t>ESP.</a:t>
            </a:r>
            <a:endParaRPr sz="1400" dirty="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674620" y="1645920"/>
            <a:ext cx="544195" cy="544195"/>
            <a:chOff x="2674620" y="1645920"/>
            <a:chExt cx="544195" cy="544195"/>
          </a:xfrm>
        </p:grpSpPr>
        <p:sp>
          <p:nvSpPr>
            <p:cNvPr id="26" name="object 26"/>
            <p:cNvSpPr/>
            <p:nvPr/>
          </p:nvSpPr>
          <p:spPr>
            <a:xfrm>
              <a:off x="2674620" y="164592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4" h="544194">
                  <a:moveTo>
                    <a:pt x="544068" y="0"/>
                  </a:moveTo>
                  <a:lnTo>
                    <a:pt x="0" y="0"/>
                  </a:lnTo>
                  <a:lnTo>
                    <a:pt x="0" y="544067"/>
                  </a:lnTo>
                  <a:lnTo>
                    <a:pt x="544068" y="544067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59024" y="1723644"/>
              <a:ext cx="163068" cy="18643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859024" y="1934209"/>
              <a:ext cx="163195" cy="186690"/>
            </a:xfrm>
            <a:custGeom>
              <a:avLst/>
              <a:gdLst/>
              <a:ahLst/>
              <a:cxnLst/>
              <a:rect l="l" t="t" r="r" b="b"/>
              <a:pathLst>
                <a:path w="163194" h="186689">
                  <a:moveTo>
                    <a:pt x="163068" y="0"/>
                  </a:moveTo>
                  <a:lnTo>
                    <a:pt x="116078" y="0"/>
                  </a:lnTo>
                  <a:lnTo>
                    <a:pt x="116078" y="116840"/>
                  </a:lnTo>
                  <a:lnTo>
                    <a:pt x="116078" y="139700"/>
                  </a:lnTo>
                  <a:lnTo>
                    <a:pt x="46863" y="139700"/>
                  </a:lnTo>
                  <a:lnTo>
                    <a:pt x="46863" y="116840"/>
                  </a:lnTo>
                  <a:lnTo>
                    <a:pt x="69215" y="116840"/>
                  </a:lnTo>
                  <a:lnTo>
                    <a:pt x="69215" y="69850"/>
                  </a:lnTo>
                  <a:lnTo>
                    <a:pt x="46863" y="69850"/>
                  </a:lnTo>
                  <a:lnTo>
                    <a:pt x="46863" y="46990"/>
                  </a:lnTo>
                  <a:lnTo>
                    <a:pt x="93091" y="46990"/>
                  </a:lnTo>
                  <a:lnTo>
                    <a:pt x="93091" y="116840"/>
                  </a:lnTo>
                  <a:lnTo>
                    <a:pt x="116078" y="116840"/>
                  </a:lnTo>
                  <a:lnTo>
                    <a:pt x="116078" y="0"/>
                  </a:lnTo>
                  <a:lnTo>
                    <a:pt x="0" y="0"/>
                  </a:lnTo>
                  <a:lnTo>
                    <a:pt x="0" y="46990"/>
                  </a:lnTo>
                  <a:lnTo>
                    <a:pt x="0" y="69850"/>
                  </a:lnTo>
                  <a:lnTo>
                    <a:pt x="0" y="116840"/>
                  </a:lnTo>
                  <a:lnTo>
                    <a:pt x="0" y="139700"/>
                  </a:lnTo>
                  <a:lnTo>
                    <a:pt x="0" y="186690"/>
                  </a:lnTo>
                  <a:lnTo>
                    <a:pt x="163068" y="186690"/>
                  </a:lnTo>
                  <a:lnTo>
                    <a:pt x="163068" y="139700"/>
                  </a:lnTo>
                  <a:lnTo>
                    <a:pt x="163068" y="116840"/>
                  </a:lnTo>
                  <a:lnTo>
                    <a:pt x="163068" y="46990"/>
                  </a:lnTo>
                  <a:lnTo>
                    <a:pt x="163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66060" y="1840992"/>
              <a:ext cx="68579" cy="685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44952" y="1748028"/>
              <a:ext cx="68580" cy="6858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740152" y="1979714"/>
              <a:ext cx="398145" cy="142240"/>
            </a:xfrm>
            <a:custGeom>
              <a:avLst/>
              <a:gdLst/>
              <a:ahLst/>
              <a:cxnLst/>
              <a:rect l="l" t="t" r="r" b="b"/>
              <a:pathLst>
                <a:path w="398144" h="142239">
                  <a:moveTo>
                    <a:pt x="94449" y="0"/>
                  </a:moveTo>
                  <a:lnTo>
                    <a:pt x="0" y="0"/>
                  </a:lnTo>
                  <a:lnTo>
                    <a:pt x="0" y="141693"/>
                  </a:lnTo>
                  <a:lnTo>
                    <a:pt x="94449" y="141693"/>
                  </a:lnTo>
                  <a:lnTo>
                    <a:pt x="94449" y="0"/>
                  </a:lnTo>
                  <a:close/>
                </a:path>
                <a:path w="398144" h="142239">
                  <a:moveTo>
                    <a:pt x="397687" y="24422"/>
                  </a:moveTo>
                  <a:lnTo>
                    <a:pt x="304800" y="24422"/>
                  </a:lnTo>
                  <a:lnTo>
                    <a:pt x="304800" y="141693"/>
                  </a:lnTo>
                  <a:lnTo>
                    <a:pt x="397687" y="141693"/>
                  </a:lnTo>
                  <a:lnTo>
                    <a:pt x="397687" y="244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" name="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382320" y="122169"/>
            <a:ext cx="1590952" cy="767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73736" y="3978483"/>
            <a:ext cx="3670300" cy="1165225"/>
            <a:chOff x="5473736" y="3978483"/>
            <a:chExt cx="3670300" cy="1165225"/>
          </a:xfrm>
        </p:grpSpPr>
        <p:sp>
          <p:nvSpPr>
            <p:cNvPr id="3" name="object 3"/>
            <p:cNvSpPr/>
            <p:nvPr/>
          </p:nvSpPr>
          <p:spPr>
            <a:xfrm>
              <a:off x="5473736" y="4037075"/>
              <a:ext cx="3480435" cy="1106805"/>
            </a:xfrm>
            <a:custGeom>
              <a:avLst/>
              <a:gdLst/>
              <a:ahLst/>
              <a:cxnLst/>
              <a:rect l="l" t="t" r="r" b="b"/>
              <a:pathLst>
                <a:path w="3480434" h="1106804">
                  <a:moveTo>
                    <a:pt x="413407" y="640203"/>
                  </a:moveTo>
                  <a:lnTo>
                    <a:pt x="114453" y="798639"/>
                  </a:lnTo>
                  <a:lnTo>
                    <a:pt x="10571" y="1010853"/>
                  </a:lnTo>
                  <a:lnTo>
                    <a:pt x="0" y="1106424"/>
                  </a:lnTo>
                  <a:lnTo>
                    <a:pt x="3452668" y="1106424"/>
                  </a:lnTo>
                  <a:lnTo>
                    <a:pt x="3462324" y="1051072"/>
                  </a:lnTo>
                  <a:lnTo>
                    <a:pt x="3470950" y="987454"/>
                  </a:lnTo>
                  <a:lnTo>
                    <a:pt x="3476772" y="926201"/>
                  </a:lnTo>
                  <a:lnTo>
                    <a:pt x="3479879" y="867277"/>
                  </a:lnTo>
                  <a:lnTo>
                    <a:pt x="3480362" y="810649"/>
                  </a:lnTo>
                  <a:lnTo>
                    <a:pt x="3478310" y="756281"/>
                  </a:lnTo>
                  <a:lnTo>
                    <a:pt x="3475879" y="728107"/>
                  </a:lnTo>
                  <a:lnTo>
                    <a:pt x="1245823" y="728107"/>
                  </a:lnTo>
                  <a:lnTo>
                    <a:pt x="1201667" y="727173"/>
                  </a:lnTo>
                  <a:lnTo>
                    <a:pt x="1156106" y="723550"/>
                  </a:lnTo>
                  <a:lnTo>
                    <a:pt x="1109078" y="717114"/>
                  </a:lnTo>
                  <a:lnTo>
                    <a:pt x="1060522" y="707739"/>
                  </a:lnTo>
                  <a:lnTo>
                    <a:pt x="1010375" y="695299"/>
                  </a:lnTo>
                  <a:lnTo>
                    <a:pt x="413407" y="640203"/>
                  </a:lnTo>
                  <a:close/>
                </a:path>
                <a:path w="3480434" h="1106804">
                  <a:moveTo>
                    <a:pt x="2608289" y="0"/>
                  </a:moveTo>
                  <a:lnTo>
                    <a:pt x="2568586" y="1269"/>
                  </a:lnTo>
                  <a:lnTo>
                    <a:pt x="2530009" y="4994"/>
                  </a:lnTo>
                  <a:lnTo>
                    <a:pt x="2455988" y="19308"/>
                  </a:lnTo>
                  <a:lnTo>
                    <a:pt x="2385730" y="41939"/>
                  </a:lnTo>
                  <a:lnTo>
                    <a:pt x="2318743" y="71881"/>
                  </a:lnTo>
                  <a:lnTo>
                    <a:pt x="2254533" y="108133"/>
                  </a:lnTo>
                  <a:lnTo>
                    <a:pt x="2192604" y="149690"/>
                  </a:lnTo>
                  <a:lnTo>
                    <a:pt x="2132464" y="195548"/>
                  </a:lnTo>
                  <a:lnTo>
                    <a:pt x="2102910" y="219777"/>
                  </a:lnTo>
                  <a:lnTo>
                    <a:pt x="2073618" y="244704"/>
                  </a:lnTo>
                  <a:lnTo>
                    <a:pt x="2044526" y="270205"/>
                  </a:lnTo>
                  <a:lnTo>
                    <a:pt x="2015573" y="296155"/>
                  </a:lnTo>
                  <a:lnTo>
                    <a:pt x="1899908" y="401923"/>
                  </a:lnTo>
                  <a:lnTo>
                    <a:pt x="1870720" y="428231"/>
                  </a:lnTo>
                  <a:lnTo>
                    <a:pt x="1841300" y="454234"/>
                  </a:lnTo>
                  <a:lnTo>
                    <a:pt x="1811587" y="479807"/>
                  </a:lnTo>
                  <a:lnTo>
                    <a:pt x="1781517" y="504824"/>
                  </a:lnTo>
                  <a:lnTo>
                    <a:pt x="1751031" y="529161"/>
                  </a:lnTo>
                  <a:lnTo>
                    <a:pt x="1720065" y="552691"/>
                  </a:lnTo>
                  <a:lnTo>
                    <a:pt x="1688559" y="575289"/>
                  </a:lnTo>
                  <a:lnTo>
                    <a:pt x="1656450" y="596829"/>
                  </a:lnTo>
                  <a:lnTo>
                    <a:pt x="1623676" y="617187"/>
                  </a:lnTo>
                  <a:lnTo>
                    <a:pt x="1590177" y="636236"/>
                  </a:lnTo>
                  <a:lnTo>
                    <a:pt x="1555890" y="653852"/>
                  </a:lnTo>
                  <a:lnTo>
                    <a:pt x="1520753" y="669908"/>
                  </a:lnTo>
                  <a:lnTo>
                    <a:pt x="1484705" y="684280"/>
                  </a:lnTo>
                  <a:lnTo>
                    <a:pt x="1447684" y="696842"/>
                  </a:lnTo>
                  <a:lnTo>
                    <a:pt x="1409628" y="707468"/>
                  </a:lnTo>
                  <a:lnTo>
                    <a:pt x="1370476" y="716033"/>
                  </a:lnTo>
                  <a:lnTo>
                    <a:pt x="1330166" y="722411"/>
                  </a:lnTo>
                  <a:lnTo>
                    <a:pt x="1288635" y="726477"/>
                  </a:lnTo>
                  <a:lnTo>
                    <a:pt x="1245823" y="728107"/>
                  </a:lnTo>
                  <a:lnTo>
                    <a:pt x="3475879" y="728107"/>
                  </a:lnTo>
                  <a:lnTo>
                    <a:pt x="3466955" y="654184"/>
                  </a:lnTo>
                  <a:lnTo>
                    <a:pt x="3457832" y="606385"/>
                  </a:lnTo>
                  <a:lnTo>
                    <a:pt x="3446530" y="560706"/>
                  </a:lnTo>
                  <a:lnTo>
                    <a:pt x="3433140" y="517112"/>
                  </a:lnTo>
                  <a:lnTo>
                    <a:pt x="3417749" y="475567"/>
                  </a:lnTo>
                  <a:lnTo>
                    <a:pt x="3400449" y="436037"/>
                  </a:lnTo>
                  <a:lnTo>
                    <a:pt x="3381327" y="398487"/>
                  </a:lnTo>
                  <a:lnTo>
                    <a:pt x="3360474" y="362881"/>
                  </a:lnTo>
                  <a:lnTo>
                    <a:pt x="3337978" y="329184"/>
                  </a:lnTo>
                  <a:lnTo>
                    <a:pt x="3313929" y="297362"/>
                  </a:lnTo>
                  <a:lnTo>
                    <a:pt x="3288416" y="267379"/>
                  </a:lnTo>
                  <a:lnTo>
                    <a:pt x="3261529" y="239201"/>
                  </a:lnTo>
                  <a:lnTo>
                    <a:pt x="3233356" y="212791"/>
                  </a:lnTo>
                  <a:lnTo>
                    <a:pt x="3203988" y="188116"/>
                  </a:lnTo>
                  <a:lnTo>
                    <a:pt x="3173513" y="165140"/>
                  </a:lnTo>
                  <a:lnTo>
                    <a:pt x="3109600" y="124145"/>
                  </a:lnTo>
                  <a:lnTo>
                    <a:pt x="3042333" y="89526"/>
                  </a:lnTo>
                  <a:lnTo>
                    <a:pt x="2972425" y="61002"/>
                  </a:lnTo>
                  <a:lnTo>
                    <a:pt x="2900592" y="38293"/>
                  </a:lnTo>
                  <a:lnTo>
                    <a:pt x="2827547" y="21119"/>
                  </a:lnTo>
                  <a:lnTo>
                    <a:pt x="2754005" y="9199"/>
                  </a:lnTo>
                  <a:lnTo>
                    <a:pt x="2680681" y="2253"/>
                  </a:lnTo>
                  <a:lnTo>
                    <a:pt x="2644324" y="557"/>
                  </a:lnTo>
                  <a:lnTo>
                    <a:pt x="2608289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235782" y="3978483"/>
              <a:ext cx="2908300" cy="1165225"/>
            </a:xfrm>
            <a:custGeom>
              <a:avLst/>
              <a:gdLst/>
              <a:ahLst/>
              <a:cxnLst/>
              <a:rect l="l" t="t" r="r" b="b"/>
              <a:pathLst>
                <a:path w="2908300" h="1165225">
                  <a:moveTo>
                    <a:pt x="1887147" y="0"/>
                  </a:moveTo>
                  <a:lnTo>
                    <a:pt x="1842209" y="2052"/>
                  </a:lnTo>
                  <a:lnTo>
                    <a:pt x="1797690" y="6446"/>
                  </a:lnTo>
                  <a:lnTo>
                    <a:pt x="1753858" y="13195"/>
                  </a:lnTo>
                  <a:lnTo>
                    <a:pt x="1710983" y="22311"/>
                  </a:lnTo>
                  <a:lnTo>
                    <a:pt x="1669335" y="33809"/>
                  </a:lnTo>
                  <a:lnTo>
                    <a:pt x="1629184" y="47699"/>
                  </a:lnTo>
                  <a:lnTo>
                    <a:pt x="1590797" y="63997"/>
                  </a:lnTo>
                  <a:lnTo>
                    <a:pt x="1554446" y="82714"/>
                  </a:lnTo>
                  <a:lnTo>
                    <a:pt x="1520399" y="103864"/>
                  </a:lnTo>
                  <a:lnTo>
                    <a:pt x="1488926" y="127459"/>
                  </a:lnTo>
                  <a:lnTo>
                    <a:pt x="1460297" y="153513"/>
                  </a:lnTo>
                  <a:lnTo>
                    <a:pt x="1434780" y="182038"/>
                  </a:lnTo>
                  <a:lnTo>
                    <a:pt x="1394163" y="246555"/>
                  </a:lnTo>
                  <a:lnTo>
                    <a:pt x="1379602" y="282572"/>
                  </a:lnTo>
                  <a:lnTo>
                    <a:pt x="1369231" y="321114"/>
                  </a:lnTo>
                  <a:lnTo>
                    <a:pt x="1356132" y="377303"/>
                  </a:lnTo>
                  <a:lnTo>
                    <a:pt x="1340786" y="429277"/>
                  </a:lnTo>
                  <a:lnTo>
                    <a:pt x="1323246" y="477197"/>
                  </a:lnTo>
                  <a:lnTo>
                    <a:pt x="1303566" y="521230"/>
                  </a:lnTo>
                  <a:lnTo>
                    <a:pt x="1281798" y="561539"/>
                  </a:lnTo>
                  <a:lnTo>
                    <a:pt x="1257997" y="598288"/>
                  </a:lnTo>
                  <a:lnTo>
                    <a:pt x="1232216" y="631643"/>
                  </a:lnTo>
                  <a:lnTo>
                    <a:pt x="1204508" y="661767"/>
                  </a:lnTo>
                  <a:lnTo>
                    <a:pt x="1174927" y="688825"/>
                  </a:lnTo>
                  <a:lnTo>
                    <a:pt x="1143525" y="712981"/>
                  </a:lnTo>
                  <a:lnTo>
                    <a:pt x="1110357" y="734400"/>
                  </a:lnTo>
                  <a:lnTo>
                    <a:pt x="1075477" y="753245"/>
                  </a:lnTo>
                  <a:lnTo>
                    <a:pt x="1038936" y="769682"/>
                  </a:lnTo>
                  <a:lnTo>
                    <a:pt x="1000789" y="783875"/>
                  </a:lnTo>
                  <a:lnTo>
                    <a:pt x="961089" y="795987"/>
                  </a:lnTo>
                  <a:lnTo>
                    <a:pt x="919890" y="806184"/>
                  </a:lnTo>
                  <a:lnTo>
                    <a:pt x="877245" y="814630"/>
                  </a:lnTo>
                  <a:lnTo>
                    <a:pt x="833207" y="821489"/>
                  </a:lnTo>
                  <a:lnTo>
                    <a:pt x="787830" y="826925"/>
                  </a:lnTo>
                  <a:lnTo>
                    <a:pt x="741167" y="831103"/>
                  </a:lnTo>
                  <a:lnTo>
                    <a:pt x="693271" y="834187"/>
                  </a:lnTo>
                  <a:lnTo>
                    <a:pt x="644197" y="836342"/>
                  </a:lnTo>
                  <a:lnTo>
                    <a:pt x="593997" y="837732"/>
                  </a:lnTo>
                  <a:lnTo>
                    <a:pt x="542725" y="838522"/>
                  </a:lnTo>
                  <a:lnTo>
                    <a:pt x="437178" y="838956"/>
                  </a:lnTo>
                  <a:lnTo>
                    <a:pt x="172306" y="891570"/>
                  </a:lnTo>
                  <a:lnTo>
                    <a:pt x="43653" y="1007320"/>
                  </a:lnTo>
                  <a:lnTo>
                    <a:pt x="2320" y="1123070"/>
                  </a:lnTo>
                  <a:lnTo>
                    <a:pt x="0" y="1165015"/>
                  </a:lnTo>
                  <a:lnTo>
                    <a:pt x="2908217" y="1165015"/>
                  </a:lnTo>
                  <a:lnTo>
                    <a:pt x="2908217" y="578758"/>
                  </a:lnTo>
                  <a:lnTo>
                    <a:pt x="2857764" y="573487"/>
                  </a:lnTo>
                  <a:lnTo>
                    <a:pt x="2733672" y="536588"/>
                  </a:lnTo>
                  <a:lnTo>
                    <a:pt x="2576837" y="436433"/>
                  </a:lnTo>
                  <a:lnTo>
                    <a:pt x="2428157" y="241396"/>
                  </a:lnTo>
                  <a:lnTo>
                    <a:pt x="2409283" y="209879"/>
                  </a:lnTo>
                  <a:lnTo>
                    <a:pt x="2386784" y="180510"/>
                  </a:lnTo>
                  <a:lnTo>
                    <a:pt x="2331994" y="128265"/>
                  </a:lnTo>
                  <a:lnTo>
                    <a:pt x="2300241" y="105415"/>
                  </a:lnTo>
                  <a:lnTo>
                    <a:pt x="2265942" y="84764"/>
                  </a:lnTo>
                  <a:lnTo>
                    <a:pt x="2229366" y="66325"/>
                  </a:lnTo>
                  <a:lnTo>
                    <a:pt x="2190784" y="50111"/>
                  </a:lnTo>
                  <a:lnTo>
                    <a:pt x="2150464" y="36135"/>
                  </a:lnTo>
                  <a:lnTo>
                    <a:pt x="2108676" y="24409"/>
                  </a:lnTo>
                  <a:lnTo>
                    <a:pt x="2065689" y="14948"/>
                  </a:lnTo>
                  <a:lnTo>
                    <a:pt x="2021774" y="7763"/>
                  </a:lnTo>
                  <a:lnTo>
                    <a:pt x="1977198" y="2868"/>
                  </a:lnTo>
                  <a:lnTo>
                    <a:pt x="1932233" y="276"/>
                  </a:lnTo>
                  <a:lnTo>
                    <a:pt x="1887147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10585" y="4020711"/>
              <a:ext cx="2333625" cy="1123315"/>
            </a:xfrm>
            <a:custGeom>
              <a:avLst/>
              <a:gdLst/>
              <a:ahLst/>
              <a:cxnLst/>
              <a:rect l="l" t="t" r="r" b="b"/>
              <a:pathLst>
                <a:path w="2333625" h="1123314">
                  <a:moveTo>
                    <a:pt x="905459" y="357498"/>
                  </a:moveTo>
                  <a:lnTo>
                    <a:pt x="842722" y="359690"/>
                  </a:lnTo>
                  <a:lnTo>
                    <a:pt x="784655" y="368210"/>
                  </a:lnTo>
                  <a:lnTo>
                    <a:pt x="732395" y="384653"/>
                  </a:lnTo>
                  <a:lnTo>
                    <a:pt x="687082" y="410610"/>
                  </a:lnTo>
                  <a:lnTo>
                    <a:pt x="649855" y="447676"/>
                  </a:lnTo>
                  <a:lnTo>
                    <a:pt x="621854" y="497441"/>
                  </a:lnTo>
                  <a:lnTo>
                    <a:pt x="604218" y="561500"/>
                  </a:lnTo>
                  <a:lnTo>
                    <a:pt x="599643" y="599387"/>
                  </a:lnTo>
                  <a:lnTo>
                    <a:pt x="598086" y="641445"/>
                  </a:lnTo>
                  <a:lnTo>
                    <a:pt x="595759" y="672349"/>
                  </a:lnTo>
                  <a:lnTo>
                    <a:pt x="578185" y="724334"/>
                  </a:lnTo>
                  <a:lnTo>
                    <a:pt x="545702" y="764846"/>
                  </a:lnTo>
                  <a:lnTo>
                    <a:pt x="501093" y="795832"/>
                  </a:lnTo>
                  <a:lnTo>
                    <a:pt x="447139" y="819239"/>
                  </a:lnTo>
                  <a:lnTo>
                    <a:pt x="386621" y="837014"/>
                  </a:lnTo>
                  <a:lnTo>
                    <a:pt x="322321" y="851104"/>
                  </a:lnTo>
                  <a:lnTo>
                    <a:pt x="224867" y="869593"/>
                  </a:lnTo>
                  <a:lnTo>
                    <a:pt x="193504" y="876023"/>
                  </a:lnTo>
                  <a:lnTo>
                    <a:pt x="134550" y="890745"/>
                  </a:lnTo>
                  <a:lnTo>
                    <a:pt x="82941" y="909573"/>
                  </a:lnTo>
                  <a:lnTo>
                    <a:pt x="41458" y="934454"/>
                  </a:lnTo>
                  <a:lnTo>
                    <a:pt x="12884" y="967334"/>
                  </a:lnTo>
                  <a:lnTo>
                    <a:pt x="0" y="1010162"/>
                  </a:lnTo>
                  <a:lnTo>
                    <a:pt x="310" y="1035914"/>
                  </a:lnTo>
                  <a:lnTo>
                    <a:pt x="5587" y="1064884"/>
                  </a:lnTo>
                  <a:lnTo>
                    <a:pt x="16177" y="1097315"/>
                  </a:lnTo>
                  <a:lnTo>
                    <a:pt x="27633" y="1122786"/>
                  </a:lnTo>
                  <a:lnTo>
                    <a:pt x="2333414" y="1122786"/>
                  </a:lnTo>
                  <a:lnTo>
                    <a:pt x="2333414" y="388070"/>
                  </a:lnTo>
                  <a:lnTo>
                    <a:pt x="1316115" y="388070"/>
                  </a:lnTo>
                  <a:lnTo>
                    <a:pt x="1283046" y="387405"/>
                  </a:lnTo>
                  <a:lnTo>
                    <a:pt x="1249292" y="385734"/>
                  </a:lnTo>
                  <a:lnTo>
                    <a:pt x="1214997" y="383256"/>
                  </a:lnTo>
                  <a:lnTo>
                    <a:pt x="1180303" y="380170"/>
                  </a:lnTo>
                  <a:lnTo>
                    <a:pt x="1040379" y="365733"/>
                  </a:lnTo>
                  <a:lnTo>
                    <a:pt x="1005824" y="362595"/>
                  </a:lnTo>
                  <a:lnTo>
                    <a:pt x="971724" y="360044"/>
                  </a:lnTo>
                  <a:lnTo>
                    <a:pt x="938221" y="358278"/>
                  </a:lnTo>
                  <a:lnTo>
                    <a:pt x="905459" y="357498"/>
                  </a:lnTo>
                  <a:close/>
                </a:path>
                <a:path w="2333625" h="1123314">
                  <a:moveTo>
                    <a:pt x="2033107" y="0"/>
                  </a:moveTo>
                  <a:lnTo>
                    <a:pt x="1791471" y="51920"/>
                  </a:lnTo>
                  <a:lnTo>
                    <a:pt x="1607736" y="245116"/>
                  </a:lnTo>
                  <a:lnTo>
                    <a:pt x="1593986" y="272052"/>
                  </a:lnTo>
                  <a:lnTo>
                    <a:pt x="1577842" y="295592"/>
                  </a:lnTo>
                  <a:lnTo>
                    <a:pt x="1538945" y="333285"/>
                  </a:lnTo>
                  <a:lnTo>
                    <a:pt x="1492185" y="359786"/>
                  </a:lnTo>
                  <a:lnTo>
                    <a:pt x="1438700" y="376689"/>
                  </a:lnTo>
                  <a:lnTo>
                    <a:pt x="1379630" y="385586"/>
                  </a:lnTo>
                  <a:lnTo>
                    <a:pt x="1316115" y="388070"/>
                  </a:lnTo>
                  <a:lnTo>
                    <a:pt x="2333414" y="388070"/>
                  </a:lnTo>
                  <a:lnTo>
                    <a:pt x="2333414" y="41890"/>
                  </a:lnTo>
                  <a:lnTo>
                    <a:pt x="2243476" y="19831"/>
                  </a:lnTo>
                  <a:lnTo>
                    <a:pt x="2033107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496562" y="0"/>
            <a:ext cx="2647950" cy="1138555"/>
            <a:chOff x="6496562" y="0"/>
            <a:chExt cx="2647950" cy="1138555"/>
          </a:xfrm>
        </p:grpSpPr>
        <p:sp>
          <p:nvSpPr>
            <p:cNvPr id="7" name="object 7"/>
            <p:cNvSpPr/>
            <p:nvPr/>
          </p:nvSpPr>
          <p:spPr>
            <a:xfrm>
              <a:off x="6745097" y="22859"/>
              <a:ext cx="2399030" cy="897890"/>
            </a:xfrm>
            <a:custGeom>
              <a:avLst/>
              <a:gdLst/>
              <a:ahLst/>
              <a:cxnLst/>
              <a:rect l="l" t="t" r="r" b="b"/>
              <a:pathLst>
                <a:path w="2399029" h="897890">
                  <a:moveTo>
                    <a:pt x="2398901" y="0"/>
                  </a:moveTo>
                  <a:lnTo>
                    <a:pt x="0" y="0"/>
                  </a:lnTo>
                  <a:lnTo>
                    <a:pt x="8751" y="134399"/>
                  </a:lnTo>
                  <a:lnTo>
                    <a:pt x="72199" y="433022"/>
                  </a:lnTo>
                  <a:lnTo>
                    <a:pt x="246137" y="739003"/>
                  </a:lnTo>
                  <a:lnTo>
                    <a:pt x="586358" y="895476"/>
                  </a:lnTo>
                  <a:lnTo>
                    <a:pt x="630268" y="897438"/>
                  </a:lnTo>
                  <a:lnTo>
                    <a:pt x="671524" y="897224"/>
                  </a:lnTo>
                  <a:lnTo>
                    <a:pt x="710275" y="894963"/>
                  </a:lnTo>
                  <a:lnTo>
                    <a:pt x="780851" y="884826"/>
                  </a:lnTo>
                  <a:lnTo>
                    <a:pt x="843173" y="868071"/>
                  </a:lnTo>
                  <a:lnTo>
                    <a:pt x="898421" y="845741"/>
                  </a:lnTo>
                  <a:lnTo>
                    <a:pt x="947774" y="818879"/>
                  </a:lnTo>
                  <a:lnTo>
                    <a:pt x="992410" y="788528"/>
                  </a:lnTo>
                  <a:lnTo>
                    <a:pt x="1033508" y="755733"/>
                  </a:lnTo>
                  <a:lnTo>
                    <a:pt x="1072248" y="721537"/>
                  </a:lnTo>
                  <a:lnTo>
                    <a:pt x="1128513" y="669897"/>
                  </a:lnTo>
                  <a:lnTo>
                    <a:pt x="1147365" y="653113"/>
                  </a:lnTo>
                  <a:lnTo>
                    <a:pt x="1186101" y="620972"/>
                  </a:lnTo>
                  <a:lnTo>
                    <a:pt x="1227193" y="591604"/>
                  </a:lnTo>
                  <a:lnTo>
                    <a:pt x="1271820" y="566051"/>
                  </a:lnTo>
                  <a:lnTo>
                    <a:pt x="1321161" y="545358"/>
                  </a:lnTo>
                  <a:lnTo>
                    <a:pt x="1376395" y="530566"/>
                  </a:lnTo>
                  <a:lnTo>
                    <a:pt x="1438701" y="522720"/>
                  </a:lnTo>
                  <a:lnTo>
                    <a:pt x="1472874" y="521728"/>
                  </a:lnTo>
                  <a:lnTo>
                    <a:pt x="2217455" y="521728"/>
                  </a:lnTo>
                  <a:lnTo>
                    <a:pt x="2340768" y="375110"/>
                  </a:lnTo>
                  <a:lnTo>
                    <a:pt x="2398901" y="193049"/>
                  </a:lnTo>
                  <a:lnTo>
                    <a:pt x="2398901" y="0"/>
                  </a:lnTo>
                  <a:close/>
                </a:path>
                <a:path w="2399029" h="897890">
                  <a:moveTo>
                    <a:pt x="2217455" y="521728"/>
                  </a:moveTo>
                  <a:lnTo>
                    <a:pt x="1472874" y="521728"/>
                  </a:lnTo>
                  <a:lnTo>
                    <a:pt x="1509258" y="522864"/>
                  </a:lnTo>
                  <a:lnTo>
                    <a:pt x="1547998" y="526258"/>
                  </a:lnTo>
                  <a:lnTo>
                    <a:pt x="1589243" y="532040"/>
                  </a:lnTo>
                  <a:lnTo>
                    <a:pt x="1633141" y="540341"/>
                  </a:lnTo>
                  <a:lnTo>
                    <a:pt x="1679837" y="551292"/>
                  </a:lnTo>
                  <a:lnTo>
                    <a:pt x="1729481" y="565022"/>
                  </a:lnTo>
                  <a:lnTo>
                    <a:pt x="1782218" y="581663"/>
                  </a:lnTo>
                  <a:lnTo>
                    <a:pt x="1838198" y="601344"/>
                  </a:lnTo>
                  <a:lnTo>
                    <a:pt x="2159087" y="591127"/>
                  </a:lnTo>
                  <a:lnTo>
                    <a:pt x="2217455" y="521728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02908" y="0"/>
              <a:ext cx="1741170" cy="1138555"/>
            </a:xfrm>
            <a:custGeom>
              <a:avLst/>
              <a:gdLst/>
              <a:ahLst/>
              <a:cxnLst/>
              <a:rect l="l" t="t" r="r" b="b"/>
              <a:pathLst>
                <a:path w="1741170" h="1138555">
                  <a:moveTo>
                    <a:pt x="1741091" y="534411"/>
                  </a:moveTo>
                  <a:lnTo>
                    <a:pt x="717833" y="534411"/>
                  </a:lnTo>
                  <a:lnTo>
                    <a:pt x="762452" y="537483"/>
                  </a:lnTo>
                  <a:lnTo>
                    <a:pt x="801139" y="545010"/>
                  </a:lnTo>
                  <a:lnTo>
                    <a:pt x="866640" y="574624"/>
                  </a:lnTo>
                  <a:lnTo>
                    <a:pt x="915156" y="623317"/>
                  </a:lnTo>
                  <a:lnTo>
                    <a:pt x="947874" y="685455"/>
                  </a:lnTo>
                  <a:lnTo>
                    <a:pt x="971255" y="756810"/>
                  </a:lnTo>
                  <a:lnTo>
                    <a:pt x="981464" y="794622"/>
                  </a:lnTo>
                  <a:lnTo>
                    <a:pt x="991763" y="833154"/>
                  </a:lnTo>
                  <a:lnTo>
                    <a:pt x="1002958" y="871877"/>
                  </a:lnTo>
                  <a:lnTo>
                    <a:pt x="1015858" y="910261"/>
                  </a:lnTo>
                  <a:lnTo>
                    <a:pt x="1031270" y="947780"/>
                  </a:lnTo>
                  <a:lnTo>
                    <a:pt x="1050003" y="983903"/>
                  </a:lnTo>
                  <a:lnTo>
                    <a:pt x="1072863" y="1018104"/>
                  </a:lnTo>
                  <a:lnTo>
                    <a:pt x="1100659" y="1049853"/>
                  </a:lnTo>
                  <a:lnTo>
                    <a:pt x="1134199" y="1078623"/>
                  </a:lnTo>
                  <a:lnTo>
                    <a:pt x="1174290" y="1103884"/>
                  </a:lnTo>
                  <a:lnTo>
                    <a:pt x="1245023" y="1131534"/>
                  </a:lnTo>
                  <a:lnTo>
                    <a:pt x="1290722" y="1138511"/>
                  </a:lnTo>
                  <a:lnTo>
                    <a:pt x="1334381" y="1137648"/>
                  </a:lnTo>
                  <a:lnTo>
                    <a:pt x="1376260" y="1130603"/>
                  </a:lnTo>
                  <a:lnTo>
                    <a:pt x="1416621" y="1119033"/>
                  </a:lnTo>
                  <a:lnTo>
                    <a:pt x="1455723" y="1104595"/>
                  </a:lnTo>
                  <a:lnTo>
                    <a:pt x="1531192" y="1073748"/>
                  </a:lnTo>
                  <a:lnTo>
                    <a:pt x="1568080" y="1060654"/>
                  </a:lnTo>
                  <a:lnTo>
                    <a:pt x="1604752" y="1051323"/>
                  </a:lnTo>
                  <a:lnTo>
                    <a:pt x="1641468" y="1047412"/>
                  </a:lnTo>
                  <a:lnTo>
                    <a:pt x="1741091" y="1047412"/>
                  </a:lnTo>
                  <a:lnTo>
                    <a:pt x="1741091" y="534411"/>
                  </a:lnTo>
                  <a:close/>
                </a:path>
                <a:path w="1741170" h="1138555">
                  <a:moveTo>
                    <a:pt x="1741091" y="1047412"/>
                  </a:moveTo>
                  <a:lnTo>
                    <a:pt x="1641468" y="1047412"/>
                  </a:lnTo>
                  <a:lnTo>
                    <a:pt x="1678487" y="1050579"/>
                  </a:lnTo>
                  <a:lnTo>
                    <a:pt x="1716072" y="1062482"/>
                  </a:lnTo>
                  <a:lnTo>
                    <a:pt x="1733104" y="1070983"/>
                  </a:lnTo>
                  <a:lnTo>
                    <a:pt x="1741091" y="1075967"/>
                  </a:lnTo>
                  <a:lnTo>
                    <a:pt x="1741091" y="1047412"/>
                  </a:lnTo>
                  <a:close/>
                </a:path>
                <a:path w="1741170" h="1138555">
                  <a:moveTo>
                    <a:pt x="1447883" y="0"/>
                  </a:moveTo>
                  <a:lnTo>
                    <a:pt x="0" y="0"/>
                  </a:lnTo>
                  <a:lnTo>
                    <a:pt x="1291" y="2922"/>
                  </a:lnTo>
                  <a:lnTo>
                    <a:pt x="18252" y="44375"/>
                  </a:lnTo>
                  <a:lnTo>
                    <a:pt x="34854" y="86853"/>
                  </a:lnTo>
                  <a:lnTo>
                    <a:pt x="51451" y="129920"/>
                  </a:lnTo>
                  <a:lnTo>
                    <a:pt x="68396" y="173143"/>
                  </a:lnTo>
                  <a:lnTo>
                    <a:pt x="86042" y="216083"/>
                  </a:lnTo>
                  <a:lnTo>
                    <a:pt x="104742" y="258307"/>
                  </a:lnTo>
                  <a:lnTo>
                    <a:pt x="124850" y="299379"/>
                  </a:lnTo>
                  <a:lnTo>
                    <a:pt x="146719" y="338863"/>
                  </a:lnTo>
                  <a:lnTo>
                    <a:pt x="170703" y="376324"/>
                  </a:lnTo>
                  <a:lnTo>
                    <a:pt x="197153" y="411325"/>
                  </a:lnTo>
                  <a:lnTo>
                    <a:pt x="226424" y="443433"/>
                  </a:lnTo>
                  <a:lnTo>
                    <a:pt x="258869" y="472210"/>
                  </a:lnTo>
                  <a:lnTo>
                    <a:pt x="294841" y="497222"/>
                  </a:lnTo>
                  <a:lnTo>
                    <a:pt x="334693" y="518033"/>
                  </a:lnTo>
                  <a:lnTo>
                    <a:pt x="371600" y="531960"/>
                  </a:lnTo>
                  <a:lnTo>
                    <a:pt x="411725" y="542327"/>
                  </a:lnTo>
                  <a:lnTo>
                    <a:pt x="455279" y="548878"/>
                  </a:lnTo>
                  <a:lnTo>
                    <a:pt x="502474" y="551354"/>
                  </a:lnTo>
                  <a:lnTo>
                    <a:pt x="553521" y="549497"/>
                  </a:lnTo>
                  <a:lnTo>
                    <a:pt x="666741" y="536150"/>
                  </a:lnTo>
                  <a:lnTo>
                    <a:pt x="717833" y="534411"/>
                  </a:lnTo>
                  <a:lnTo>
                    <a:pt x="1741091" y="534411"/>
                  </a:lnTo>
                  <a:lnTo>
                    <a:pt x="1741091" y="129742"/>
                  </a:lnTo>
                  <a:lnTo>
                    <a:pt x="1447883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96562" y="0"/>
              <a:ext cx="2647950" cy="543560"/>
            </a:xfrm>
            <a:custGeom>
              <a:avLst/>
              <a:gdLst/>
              <a:ahLst/>
              <a:cxnLst/>
              <a:rect l="l" t="t" r="r" b="b"/>
              <a:pathLst>
                <a:path w="2647950" h="543560">
                  <a:moveTo>
                    <a:pt x="0" y="0"/>
                  </a:moveTo>
                  <a:lnTo>
                    <a:pt x="16584" y="42098"/>
                  </a:lnTo>
                  <a:lnTo>
                    <a:pt x="29614" y="81457"/>
                  </a:lnTo>
                  <a:lnTo>
                    <a:pt x="41967" y="122525"/>
                  </a:lnTo>
                  <a:lnTo>
                    <a:pt x="54164" y="164706"/>
                  </a:lnTo>
                  <a:lnTo>
                    <a:pt x="66725" y="207402"/>
                  </a:lnTo>
                  <a:lnTo>
                    <a:pt x="80172" y="250020"/>
                  </a:lnTo>
                  <a:lnTo>
                    <a:pt x="95026" y="291961"/>
                  </a:lnTo>
                  <a:lnTo>
                    <a:pt x="111807" y="332630"/>
                  </a:lnTo>
                  <a:lnTo>
                    <a:pt x="131038" y="371431"/>
                  </a:lnTo>
                  <a:lnTo>
                    <a:pt x="153237" y="407768"/>
                  </a:lnTo>
                  <a:lnTo>
                    <a:pt x="178928" y="441044"/>
                  </a:lnTo>
                  <a:lnTo>
                    <a:pt x="208631" y="470663"/>
                  </a:lnTo>
                  <a:lnTo>
                    <a:pt x="242866" y="496030"/>
                  </a:lnTo>
                  <a:lnTo>
                    <a:pt x="282156" y="516548"/>
                  </a:lnTo>
                  <a:lnTo>
                    <a:pt x="327020" y="531622"/>
                  </a:lnTo>
                  <a:lnTo>
                    <a:pt x="377756" y="540575"/>
                  </a:lnTo>
                  <a:lnTo>
                    <a:pt x="434970" y="543051"/>
                  </a:lnTo>
                  <a:lnTo>
                    <a:pt x="481049" y="539476"/>
                  </a:lnTo>
                  <a:lnTo>
                    <a:pt x="524874" y="530602"/>
                  </a:lnTo>
                  <a:lnTo>
                    <a:pt x="566611" y="516976"/>
                  </a:lnTo>
                  <a:lnTo>
                    <a:pt x="606424" y="499141"/>
                  </a:lnTo>
                  <a:lnTo>
                    <a:pt x="644479" y="477643"/>
                  </a:lnTo>
                  <a:lnTo>
                    <a:pt x="680941" y="453027"/>
                  </a:lnTo>
                  <a:lnTo>
                    <a:pt x="715974" y="425837"/>
                  </a:lnTo>
                  <a:lnTo>
                    <a:pt x="749744" y="396619"/>
                  </a:lnTo>
                  <a:lnTo>
                    <a:pt x="782416" y="365916"/>
                  </a:lnTo>
                  <a:lnTo>
                    <a:pt x="814154" y="334274"/>
                  </a:lnTo>
                  <a:lnTo>
                    <a:pt x="845124" y="302237"/>
                  </a:lnTo>
                  <a:lnTo>
                    <a:pt x="905419" y="239161"/>
                  </a:lnTo>
                  <a:lnTo>
                    <a:pt x="935075" y="209210"/>
                  </a:lnTo>
                  <a:lnTo>
                    <a:pt x="964622" y="181044"/>
                  </a:lnTo>
                  <a:lnTo>
                    <a:pt x="994226" y="155207"/>
                  </a:lnTo>
                  <a:lnTo>
                    <a:pt x="1054265" y="112702"/>
                  </a:lnTo>
                  <a:lnTo>
                    <a:pt x="1116511" y="86053"/>
                  </a:lnTo>
                  <a:lnTo>
                    <a:pt x="1182286" y="79618"/>
                  </a:lnTo>
                  <a:lnTo>
                    <a:pt x="1614739" y="79618"/>
                  </a:lnTo>
                  <a:lnTo>
                    <a:pt x="0" y="0"/>
                  </a:lnTo>
                  <a:close/>
                </a:path>
                <a:path w="2647950" h="543560">
                  <a:moveTo>
                    <a:pt x="1614739" y="79618"/>
                  </a:moveTo>
                  <a:lnTo>
                    <a:pt x="1182286" y="79618"/>
                  </a:lnTo>
                  <a:lnTo>
                    <a:pt x="1216909" y="85344"/>
                  </a:lnTo>
                  <a:lnTo>
                    <a:pt x="1244496" y="94315"/>
                  </a:lnTo>
                  <a:lnTo>
                    <a:pt x="1273011" y="107489"/>
                  </a:lnTo>
                  <a:lnTo>
                    <a:pt x="1302527" y="125116"/>
                  </a:lnTo>
                  <a:lnTo>
                    <a:pt x="1333114" y="147447"/>
                  </a:lnTo>
                  <a:lnTo>
                    <a:pt x="1383527" y="186174"/>
                  </a:lnTo>
                  <a:lnTo>
                    <a:pt x="1432408" y="220475"/>
                  </a:lnTo>
                  <a:lnTo>
                    <a:pt x="1479806" y="250544"/>
                  </a:lnTo>
                  <a:lnTo>
                    <a:pt x="1525773" y="276574"/>
                  </a:lnTo>
                  <a:lnTo>
                    <a:pt x="1570358" y="298758"/>
                  </a:lnTo>
                  <a:lnTo>
                    <a:pt x="1613613" y="317289"/>
                  </a:lnTo>
                  <a:lnTo>
                    <a:pt x="1655588" y="332362"/>
                  </a:lnTo>
                  <a:lnTo>
                    <a:pt x="1696334" y="344170"/>
                  </a:lnTo>
                  <a:lnTo>
                    <a:pt x="1749993" y="355301"/>
                  </a:lnTo>
                  <a:lnTo>
                    <a:pt x="1801592" y="361187"/>
                  </a:lnTo>
                  <a:lnTo>
                    <a:pt x="1851257" y="362310"/>
                  </a:lnTo>
                  <a:lnTo>
                    <a:pt x="1899115" y="359151"/>
                  </a:lnTo>
                  <a:lnTo>
                    <a:pt x="1945292" y="352192"/>
                  </a:lnTo>
                  <a:lnTo>
                    <a:pt x="1989914" y="341915"/>
                  </a:lnTo>
                  <a:lnTo>
                    <a:pt x="2033107" y="328802"/>
                  </a:lnTo>
                  <a:lnTo>
                    <a:pt x="2074999" y="313335"/>
                  </a:lnTo>
                  <a:lnTo>
                    <a:pt x="2115715" y="295996"/>
                  </a:lnTo>
                  <a:lnTo>
                    <a:pt x="2155382" y="277266"/>
                  </a:lnTo>
                  <a:lnTo>
                    <a:pt x="2194127" y="257627"/>
                  </a:lnTo>
                  <a:lnTo>
                    <a:pt x="2306087" y="198079"/>
                  </a:lnTo>
                  <a:lnTo>
                    <a:pt x="2342404" y="179624"/>
                  </a:lnTo>
                  <a:lnTo>
                    <a:pt x="2378430" y="162671"/>
                  </a:lnTo>
                  <a:lnTo>
                    <a:pt x="2414292" y="147700"/>
                  </a:lnTo>
                  <a:lnTo>
                    <a:pt x="2486027" y="125633"/>
                  </a:lnTo>
                  <a:lnTo>
                    <a:pt x="2499966" y="123267"/>
                  </a:lnTo>
                  <a:lnTo>
                    <a:pt x="1614739" y="79618"/>
                  </a:lnTo>
                  <a:close/>
                </a:path>
                <a:path w="2647950" h="543560">
                  <a:moveTo>
                    <a:pt x="2558622" y="117278"/>
                  </a:moveTo>
                  <a:lnTo>
                    <a:pt x="2522154" y="119500"/>
                  </a:lnTo>
                  <a:lnTo>
                    <a:pt x="2499966" y="123267"/>
                  </a:lnTo>
                  <a:lnTo>
                    <a:pt x="2647437" y="130538"/>
                  </a:lnTo>
                  <a:lnTo>
                    <a:pt x="2643684" y="129373"/>
                  </a:lnTo>
                  <a:lnTo>
                    <a:pt x="2633086" y="126491"/>
                  </a:lnTo>
                  <a:lnTo>
                    <a:pt x="2595557" y="119448"/>
                  </a:lnTo>
                  <a:lnTo>
                    <a:pt x="2558622" y="117278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4559" y="4863084"/>
            <a:ext cx="99060" cy="990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1104" y="778763"/>
            <a:ext cx="164592" cy="16306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14259" y="624840"/>
            <a:ext cx="99060" cy="990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49240" y="4229100"/>
            <a:ext cx="163068" cy="16306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57859" y="2488183"/>
            <a:ext cx="78606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5745" algn="l"/>
                <a:tab pos="5474335" algn="l"/>
              </a:tabLst>
            </a:pPr>
            <a:r>
              <a:rPr sz="6000" spc="-5" dirty="0"/>
              <a:t>Experime</a:t>
            </a:r>
            <a:r>
              <a:rPr sz="6000" spc="5" dirty="0"/>
              <a:t>n</a:t>
            </a:r>
            <a:r>
              <a:rPr sz="6000" spc="-5" dirty="0"/>
              <a:t>t	and</a:t>
            </a:r>
            <a:r>
              <a:rPr sz="6000" dirty="0"/>
              <a:t>	</a:t>
            </a:r>
            <a:r>
              <a:rPr sz="6000" spc="-5" dirty="0"/>
              <a:t>Resul</a:t>
            </a:r>
            <a:r>
              <a:rPr sz="6000" spc="10" dirty="0"/>
              <a:t>t</a:t>
            </a:r>
            <a:r>
              <a:rPr sz="6000" spc="-5" dirty="0"/>
              <a:t>s</a:t>
            </a:r>
            <a:endParaRPr sz="6000"/>
          </a:p>
        </p:txBody>
      </p:sp>
      <p:sp>
        <p:nvSpPr>
          <p:cNvPr id="15" name="object 15"/>
          <p:cNvSpPr txBox="1"/>
          <p:nvPr/>
        </p:nvSpPr>
        <p:spPr>
          <a:xfrm>
            <a:off x="550265" y="1218387"/>
            <a:ext cx="115633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8000" b="1" dirty="0">
                <a:solidFill>
                  <a:srgbClr val="80C8DD"/>
                </a:solidFill>
                <a:latin typeface="Arial"/>
                <a:cs typeface="Arial"/>
              </a:rPr>
              <a:t>05</a:t>
            </a:r>
            <a:endParaRPr sz="8000" dirty="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1" y="0"/>
            <a:ext cx="3411220" cy="1032510"/>
            <a:chOff x="12191" y="0"/>
            <a:chExt cx="3411220" cy="1032510"/>
          </a:xfrm>
        </p:grpSpPr>
        <p:sp>
          <p:nvSpPr>
            <p:cNvPr id="3" name="object 3"/>
            <p:cNvSpPr/>
            <p:nvPr/>
          </p:nvSpPr>
          <p:spPr>
            <a:xfrm>
              <a:off x="177816" y="0"/>
              <a:ext cx="3055620" cy="981710"/>
            </a:xfrm>
            <a:custGeom>
              <a:avLst/>
              <a:gdLst/>
              <a:ahLst/>
              <a:cxnLst/>
              <a:rect l="l" t="t" r="r" b="b"/>
              <a:pathLst>
                <a:path w="3055620" h="981710">
                  <a:moveTo>
                    <a:pt x="3055222" y="0"/>
                  </a:moveTo>
                  <a:lnTo>
                    <a:pt x="26030" y="0"/>
                  </a:lnTo>
                  <a:lnTo>
                    <a:pt x="14618" y="66603"/>
                  </a:lnTo>
                  <a:lnTo>
                    <a:pt x="6555" y="130417"/>
                  </a:lnTo>
                  <a:lnTo>
                    <a:pt x="1722" y="191489"/>
                  </a:lnTo>
                  <a:lnTo>
                    <a:pt x="0" y="249865"/>
                  </a:lnTo>
                  <a:lnTo>
                    <a:pt x="1268" y="305592"/>
                  </a:lnTo>
                  <a:lnTo>
                    <a:pt x="5408" y="358717"/>
                  </a:lnTo>
                  <a:lnTo>
                    <a:pt x="12299" y="409288"/>
                  </a:lnTo>
                  <a:lnTo>
                    <a:pt x="21822" y="457351"/>
                  </a:lnTo>
                  <a:lnTo>
                    <a:pt x="33857" y="502954"/>
                  </a:lnTo>
                  <a:lnTo>
                    <a:pt x="48286" y="546143"/>
                  </a:lnTo>
                  <a:lnTo>
                    <a:pt x="64987" y="586965"/>
                  </a:lnTo>
                  <a:lnTo>
                    <a:pt x="83842" y="625468"/>
                  </a:lnTo>
                  <a:lnTo>
                    <a:pt x="104730" y="661698"/>
                  </a:lnTo>
                  <a:lnTo>
                    <a:pt x="127533" y="695703"/>
                  </a:lnTo>
                  <a:lnTo>
                    <a:pt x="152130" y="727529"/>
                  </a:lnTo>
                  <a:lnTo>
                    <a:pt x="178403" y="757224"/>
                  </a:lnTo>
                  <a:lnTo>
                    <a:pt x="206230" y="784834"/>
                  </a:lnTo>
                  <a:lnTo>
                    <a:pt x="235494" y="810406"/>
                  </a:lnTo>
                  <a:lnTo>
                    <a:pt x="266073" y="833988"/>
                  </a:lnTo>
                  <a:lnTo>
                    <a:pt x="297849" y="855627"/>
                  </a:lnTo>
                  <a:lnTo>
                    <a:pt x="330702" y="875369"/>
                  </a:lnTo>
                  <a:lnTo>
                    <a:pt x="364512" y="893261"/>
                  </a:lnTo>
                  <a:lnTo>
                    <a:pt x="399160" y="909351"/>
                  </a:lnTo>
                  <a:lnTo>
                    <a:pt x="434525" y="923685"/>
                  </a:lnTo>
                  <a:lnTo>
                    <a:pt x="470489" y="936311"/>
                  </a:lnTo>
                  <a:lnTo>
                    <a:pt x="543734" y="956626"/>
                  </a:lnTo>
                  <a:lnTo>
                    <a:pt x="617936" y="970671"/>
                  </a:lnTo>
                  <a:lnTo>
                    <a:pt x="692139" y="978822"/>
                  </a:lnTo>
                  <a:lnTo>
                    <a:pt x="765386" y="981455"/>
                  </a:lnTo>
                  <a:lnTo>
                    <a:pt x="804406" y="980054"/>
                  </a:lnTo>
                  <a:lnTo>
                    <a:pt x="878814" y="969311"/>
                  </a:lnTo>
                  <a:lnTo>
                    <a:pt x="948891" y="949018"/>
                  </a:lnTo>
                  <a:lnTo>
                    <a:pt x="1015248" y="920422"/>
                  </a:lnTo>
                  <a:lnTo>
                    <a:pt x="1078499" y="884766"/>
                  </a:lnTo>
                  <a:lnTo>
                    <a:pt x="1139255" y="843297"/>
                  </a:lnTo>
                  <a:lnTo>
                    <a:pt x="1198128" y="797261"/>
                  </a:lnTo>
                  <a:lnTo>
                    <a:pt x="1255730" y="747902"/>
                  </a:lnTo>
                  <a:lnTo>
                    <a:pt x="1284247" y="722366"/>
                  </a:lnTo>
                  <a:lnTo>
                    <a:pt x="1398196" y="618143"/>
                  </a:lnTo>
                  <a:lnTo>
                    <a:pt x="1427037" y="592346"/>
                  </a:lnTo>
                  <a:lnTo>
                    <a:pt x="1456173" y="566964"/>
                  </a:lnTo>
                  <a:lnTo>
                    <a:pt x="1485680" y="542152"/>
                  </a:lnTo>
                  <a:lnTo>
                    <a:pt x="1515634" y="518067"/>
                  </a:lnTo>
                  <a:lnTo>
                    <a:pt x="1546113" y="494863"/>
                  </a:lnTo>
                  <a:lnTo>
                    <a:pt x="1577192" y="472698"/>
                  </a:lnTo>
                  <a:lnTo>
                    <a:pt x="1641458" y="432102"/>
                  </a:lnTo>
                  <a:lnTo>
                    <a:pt x="1709046" y="397524"/>
                  </a:lnTo>
                  <a:lnTo>
                    <a:pt x="1744276" y="382881"/>
                  </a:lnTo>
                  <a:lnTo>
                    <a:pt x="1780566" y="370210"/>
                  </a:lnTo>
                  <a:lnTo>
                    <a:pt x="1817992" y="359667"/>
                  </a:lnTo>
                  <a:lnTo>
                    <a:pt x="1856631" y="351406"/>
                  </a:lnTo>
                  <a:lnTo>
                    <a:pt x="1896560" y="345585"/>
                  </a:lnTo>
                  <a:lnTo>
                    <a:pt x="1937854" y="342357"/>
                  </a:lnTo>
                  <a:lnTo>
                    <a:pt x="1980591" y="341880"/>
                  </a:lnTo>
                  <a:lnTo>
                    <a:pt x="2024846" y="344309"/>
                  </a:lnTo>
                  <a:lnTo>
                    <a:pt x="2070697" y="349798"/>
                  </a:lnTo>
                  <a:lnTo>
                    <a:pt x="2118220" y="358506"/>
                  </a:lnTo>
                  <a:lnTo>
                    <a:pt x="2167492" y="370586"/>
                  </a:lnTo>
                  <a:lnTo>
                    <a:pt x="2691373" y="418980"/>
                  </a:lnTo>
                  <a:lnTo>
                    <a:pt x="2953733" y="279781"/>
                  </a:lnTo>
                  <a:lnTo>
                    <a:pt x="3044905" y="93337"/>
                  </a:lnTo>
                  <a:lnTo>
                    <a:pt x="3055222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191" y="0"/>
              <a:ext cx="2552700" cy="1032510"/>
            </a:xfrm>
            <a:custGeom>
              <a:avLst/>
              <a:gdLst/>
              <a:ahLst/>
              <a:cxnLst/>
              <a:rect l="l" t="t" r="r" b="b"/>
              <a:pathLst>
                <a:path w="2552700" h="1032510">
                  <a:moveTo>
                    <a:pt x="2552573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44268" y="528502"/>
                  </a:lnTo>
                  <a:lnTo>
                    <a:pt x="153154" y="560895"/>
                  </a:lnTo>
                  <a:lnTo>
                    <a:pt x="290773" y="648819"/>
                  </a:lnTo>
                  <a:lnTo>
                    <a:pt x="421246" y="820038"/>
                  </a:lnTo>
                  <a:lnTo>
                    <a:pt x="439778" y="850552"/>
                  </a:lnTo>
                  <a:lnTo>
                    <a:pt x="462178" y="878754"/>
                  </a:lnTo>
                  <a:lnTo>
                    <a:pt x="517295" y="928163"/>
                  </a:lnTo>
                  <a:lnTo>
                    <a:pt x="549371" y="949339"/>
                  </a:lnTo>
                  <a:lnTo>
                    <a:pt x="584030" y="968141"/>
                  </a:lnTo>
                  <a:lnTo>
                    <a:pt x="620951" y="984555"/>
                  </a:lnTo>
                  <a:lnTo>
                    <a:pt x="659814" y="998565"/>
                  </a:lnTo>
                  <a:lnTo>
                    <a:pt x="700298" y="1010155"/>
                  </a:lnTo>
                  <a:lnTo>
                    <a:pt x="742081" y="1019310"/>
                  </a:lnTo>
                  <a:lnTo>
                    <a:pt x="784843" y="1026015"/>
                  </a:lnTo>
                  <a:lnTo>
                    <a:pt x="828262" y="1030254"/>
                  </a:lnTo>
                  <a:lnTo>
                    <a:pt x="872018" y="1032011"/>
                  </a:lnTo>
                  <a:lnTo>
                    <a:pt x="915790" y="1031271"/>
                  </a:lnTo>
                  <a:lnTo>
                    <a:pt x="959257" y="1028019"/>
                  </a:lnTo>
                  <a:lnTo>
                    <a:pt x="1002098" y="1022239"/>
                  </a:lnTo>
                  <a:lnTo>
                    <a:pt x="1043991" y="1013915"/>
                  </a:lnTo>
                  <a:lnTo>
                    <a:pt x="1084616" y="1003033"/>
                  </a:lnTo>
                  <a:lnTo>
                    <a:pt x="1123653" y="989576"/>
                  </a:lnTo>
                  <a:lnTo>
                    <a:pt x="1160779" y="973529"/>
                  </a:lnTo>
                  <a:lnTo>
                    <a:pt x="1195675" y="954877"/>
                  </a:lnTo>
                  <a:lnTo>
                    <a:pt x="1228019" y="933604"/>
                  </a:lnTo>
                  <a:lnTo>
                    <a:pt x="1283766" y="883133"/>
                  </a:lnTo>
                  <a:lnTo>
                    <a:pt x="1325455" y="821994"/>
                  </a:lnTo>
                  <a:lnTo>
                    <a:pt x="1350518" y="750062"/>
                  </a:lnTo>
                  <a:lnTo>
                    <a:pt x="1363657" y="694588"/>
                  </a:lnTo>
                  <a:lnTo>
                    <a:pt x="1379308" y="643820"/>
                  </a:lnTo>
                  <a:lnTo>
                    <a:pt x="1397404" y="597548"/>
                  </a:lnTo>
                  <a:lnTo>
                    <a:pt x="1417877" y="555564"/>
                  </a:lnTo>
                  <a:lnTo>
                    <a:pt x="1440659" y="517661"/>
                  </a:lnTo>
                  <a:lnTo>
                    <a:pt x="1465682" y="483629"/>
                  </a:lnTo>
                  <a:lnTo>
                    <a:pt x="1492879" y="453260"/>
                  </a:lnTo>
                  <a:lnTo>
                    <a:pt x="1522181" y="426346"/>
                  </a:lnTo>
                  <a:lnTo>
                    <a:pt x="1553522" y="402678"/>
                  </a:lnTo>
                  <a:lnTo>
                    <a:pt x="1586834" y="382049"/>
                  </a:lnTo>
                  <a:lnTo>
                    <a:pt x="1622048" y="364249"/>
                  </a:lnTo>
                  <a:lnTo>
                    <a:pt x="1659097" y="349071"/>
                  </a:lnTo>
                  <a:lnTo>
                    <a:pt x="1697914" y="336306"/>
                  </a:lnTo>
                  <a:lnTo>
                    <a:pt x="1738431" y="325745"/>
                  </a:lnTo>
                  <a:lnTo>
                    <a:pt x="1780579" y="317181"/>
                  </a:lnTo>
                  <a:lnTo>
                    <a:pt x="1824292" y="310404"/>
                  </a:lnTo>
                  <a:lnTo>
                    <a:pt x="1869502" y="305208"/>
                  </a:lnTo>
                  <a:lnTo>
                    <a:pt x="1916141" y="301382"/>
                  </a:lnTo>
                  <a:lnTo>
                    <a:pt x="1964140" y="298719"/>
                  </a:lnTo>
                  <a:lnTo>
                    <a:pt x="2013434" y="297011"/>
                  </a:lnTo>
                  <a:lnTo>
                    <a:pt x="2063953" y="296048"/>
                  </a:lnTo>
                  <a:lnTo>
                    <a:pt x="2115630" y="295624"/>
                  </a:lnTo>
                  <a:lnTo>
                    <a:pt x="2168398" y="295528"/>
                  </a:lnTo>
                  <a:lnTo>
                    <a:pt x="2400839" y="249352"/>
                  </a:lnTo>
                  <a:lnTo>
                    <a:pt x="2513742" y="147764"/>
                  </a:lnTo>
                  <a:lnTo>
                    <a:pt x="2550017" y="46176"/>
                  </a:lnTo>
                  <a:lnTo>
                    <a:pt x="2552573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192" y="0"/>
              <a:ext cx="2047875" cy="995044"/>
            </a:xfrm>
            <a:custGeom>
              <a:avLst/>
              <a:gdLst/>
              <a:ahLst/>
              <a:cxnLst/>
              <a:rect l="l" t="t" r="r" b="b"/>
              <a:pathLst>
                <a:path w="2047875" h="995044">
                  <a:moveTo>
                    <a:pt x="2019045" y="0"/>
                  </a:moveTo>
                  <a:lnTo>
                    <a:pt x="0" y="0"/>
                  </a:lnTo>
                  <a:lnTo>
                    <a:pt x="0" y="958088"/>
                  </a:lnTo>
                  <a:lnTo>
                    <a:pt x="78915" y="977445"/>
                  </a:lnTo>
                  <a:lnTo>
                    <a:pt x="263502" y="994838"/>
                  </a:lnTo>
                  <a:lnTo>
                    <a:pt x="475527" y="949247"/>
                  </a:lnTo>
                  <a:lnTo>
                    <a:pt x="636752" y="779652"/>
                  </a:lnTo>
                  <a:lnTo>
                    <a:pt x="650718" y="752887"/>
                  </a:lnTo>
                  <a:lnTo>
                    <a:pt x="667402" y="729981"/>
                  </a:lnTo>
                  <a:lnTo>
                    <a:pt x="708184" y="694701"/>
                  </a:lnTo>
                  <a:lnTo>
                    <a:pt x="757605" y="671728"/>
                  </a:lnTo>
                  <a:lnTo>
                    <a:pt x="814173" y="658973"/>
                  </a:lnTo>
                  <a:lnTo>
                    <a:pt x="876396" y="654351"/>
                  </a:lnTo>
                  <a:lnTo>
                    <a:pt x="909161" y="654438"/>
                  </a:lnTo>
                  <a:lnTo>
                    <a:pt x="942781" y="655775"/>
                  </a:lnTo>
                  <a:lnTo>
                    <a:pt x="977068" y="658102"/>
                  </a:lnTo>
                  <a:lnTo>
                    <a:pt x="1011836" y="661158"/>
                  </a:lnTo>
                  <a:lnTo>
                    <a:pt x="1117161" y="672092"/>
                  </a:lnTo>
                  <a:lnTo>
                    <a:pt x="1151988" y="675456"/>
                  </a:lnTo>
                  <a:lnTo>
                    <a:pt x="1186363" y="678245"/>
                  </a:lnTo>
                  <a:lnTo>
                    <a:pt x="1220100" y="680197"/>
                  </a:lnTo>
                  <a:lnTo>
                    <a:pt x="1253012" y="681053"/>
                  </a:lnTo>
                  <a:lnTo>
                    <a:pt x="1284913" y="680551"/>
                  </a:lnTo>
                  <a:lnTo>
                    <a:pt x="1344935" y="674430"/>
                  </a:lnTo>
                  <a:lnTo>
                    <a:pt x="1398674" y="659750"/>
                  </a:lnTo>
                  <a:lnTo>
                    <a:pt x="1444637" y="634421"/>
                  </a:lnTo>
                  <a:lnTo>
                    <a:pt x="1481332" y="596359"/>
                  </a:lnTo>
                  <a:lnTo>
                    <a:pt x="1507267" y="543477"/>
                  </a:lnTo>
                  <a:lnTo>
                    <a:pt x="1520949" y="473687"/>
                  </a:lnTo>
                  <a:lnTo>
                    <a:pt x="1522730" y="431800"/>
                  </a:lnTo>
                  <a:lnTo>
                    <a:pt x="1525411" y="400920"/>
                  </a:lnTo>
                  <a:lnTo>
                    <a:pt x="1545478" y="350358"/>
                  </a:lnTo>
                  <a:lnTo>
                    <a:pt x="1582072" y="312568"/>
                  </a:lnTo>
                  <a:lnTo>
                    <a:pt x="1631500" y="284964"/>
                  </a:lnTo>
                  <a:lnTo>
                    <a:pt x="1690068" y="264959"/>
                  </a:lnTo>
                  <a:lnTo>
                    <a:pt x="1754083" y="249966"/>
                  </a:lnTo>
                  <a:lnTo>
                    <a:pt x="1852238" y="231213"/>
                  </a:lnTo>
                  <a:lnTo>
                    <a:pt x="1883678" y="224666"/>
                  </a:lnTo>
                  <a:lnTo>
                    <a:pt x="1941871" y="209185"/>
                  </a:lnTo>
                  <a:lnTo>
                    <a:pt x="1990736" y="188369"/>
                  </a:lnTo>
                  <a:lnTo>
                    <a:pt x="2026579" y="159629"/>
                  </a:lnTo>
                  <a:lnTo>
                    <a:pt x="2045708" y="120379"/>
                  </a:lnTo>
                  <a:lnTo>
                    <a:pt x="2047850" y="96004"/>
                  </a:lnTo>
                  <a:lnTo>
                    <a:pt x="2044428" y="68031"/>
                  </a:lnTo>
                  <a:lnTo>
                    <a:pt x="2034980" y="36138"/>
                  </a:lnTo>
                  <a:lnTo>
                    <a:pt x="2019045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8311" y="199644"/>
              <a:ext cx="164591" cy="1630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2540" y="445008"/>
              <a:ext cx="99059" cy="97536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6427" y="1357883"/>
            <a:ext cx="163067" cy="16459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85736" y="554361"/>
            <a:ext cx="378079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Software</a:t>
            </a:r>
            <a:r>
              <a:rPr spc="-15" dirty="0"/>
              <a:t> </a:t>
            </a:r>
            <a:r>
              <a:rPr spc="-5" dirty="0"/>
              <a:t>configuration</a:t>
            </a:r>
            <a:br>
              <a:rPr lang="en-US" spc="-5" dirty="0"/>
            </a:br>
            <a:endParaRPr spc="-5" dirty="0"/>
          </a:p>
        </p:txBody>
      </p:sp>
      <p:sp>
        <p:nvSpPr>
          <p:cNvPr id="10" name="object 10"/>
          <p:cNvSpPr txBox="1"/>
          <p:nvPr/>
        </p:nvSpPr>
        <p:spPr>
          <a:xfrm>
            <a:off x="999221" y="2407939"/>
            <a:ext cx="2254196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85E88"/>
                </a:solidFill>
                <a:latin typeface="Arial"/>
                <a:cs typeface="Arial"/>
              </a:rPr>
              <a:t>I</a:t>
            </a:r>
            <a:r>
              <a:rPr sz="1400" b="1" spc="-10" dirty="0">
                <a:solidFill>
                  <a:srgbClr val="285E88"/>
                </a:solidFill>
                <a:latin typeface="Arial"/>
                <a:cs typeface="Arial"/>
              </a:rPr>
              <a:t>n</a:t>
            </a:r>
            <a:r>
              <a:rPr sz="1400" b="1" spc="-15" dirty="0">
                <a:solidFill>
                  <a:srgbClr val="285E88"/>
                </a:solidFill>
                <a:latin typeface="Arial"/>
                <a:cs typeface="Arial"/>
              </a:rPr>
              <a:t>t</a:t>
            </a:r>
            <a:r>
              <a:rPr sz="1400" b="1" dirty="0">
                <a:solidFill>
                  <a:srgbClr val="285E88"/>
                </a:solidFill>
                <a:latin typeface="Arial"/>
                <a:cs typeface="Arial"/>
              </a:rPr>
              <a:t>e</a:t>
            </a:r>
            <a:r>
              <a:rPr sz="1400" b="1" spc="-10" dirty="0">
                <a:solidFill>
                  <a:srgbClr val="285E88"/>
                </a:solidFill>
                <a:latin typeface="Arial"/>
                <a:cs typeface="Arial"/>
              </a:rPr>
              <a:t>gr</a:t>
            </a:r>
            <a:r>
              <a:rPr sz="1400" b="1" dirty="0">
                <a:solidFill>
                  <a:srgbClr val="285E88"/>
                </a:solidFill>
                <a:latin typeface="Arial"/>
                <a:cs typeface="Arial"/>
              </a:rPr>
              <a:t>a</a:t>
            </a:r>
            <a:r>
              <a:rPr sz="1400" b="1" spc="-15" dirty="0">
                <a:solidFill>
                  <a:srgbClr val="285E88"/>
                </a:solidFill>
                <a:latin typeface="Arial"/>
                <a:cs typeface="Arial"/>
              </a:rPr>
              <a:t>t</a:t>
            </a:r>
            <a:r>
              <a:rPr sz="1400" b="1" dirty="0">
                <a:solidFill>
                  <a:srgbClr val="285E88"/>
                </a:solidFill>
                <a:latin typeface="Arial"/>
                <a:cs typeface="Arial"/>
              </a:rPr>
              <a:t>i</a:t>
            </a:r>
            <a:r>
              <a:rPr sz="1400" b="1" spc="-10" dirty="0">
                <a:solidFill>
                  <a:srgbClr val="285E88"/>
                </a:solidFill>
                <a:latin typeface="Arial"/>
                <a:cs typeface="Arial"/>
              </a:rPr>
              <a:t>o</a:t>
            </a:r>
            <a:r>
              <a:rPr sz="1400" b="1" dirty="0">
                <a:solidFill>
                  <a:srgbClr val="285E88"/>
                </a:solidFill>
                <a:latin typeface="Arial"/>
                <a:cs typeface="Arial"/>
              </a:rPr>
              <a:t>n</a:t>
            </a:r>
            <a:r>
              <a:rPr lang="ar-SA" sz="1400" b="1" dirty="0">
                <a:solidFill>
                  <a:srgbClr val="285E88"/>
                </a:solidFill>
                <a:latin typeface="Arial"/>
                <a:cs typeface="Arial"/>
              </a:rPr>
              <a:t> </a:t>
            </a:r>
            <a:r>
              <a:rPr sz="1400" b="1" spc="-15" dirty="0">
                <a:solidFill>
                  <a:srgbClr val="285E88"/>
                </a:solidFill>
                <a:latin typeface="Arial"/>
                <a:cs typeface="Arial"/>
              </a:rPr>
              <a:t>a</a:t>
            </a:r>
            <a:r>
              <a:rPr sz="1400" b="1" spc="-10" dirty="0">
                <a:solidFill>
                  <a:srgbClr val="285E88"/>
                </a:solidFill>
                <a:latin typeface="Arial"/>
                <a:cs typeface="Arial"/>
              </a:rPr>
              <a:t>n</a:t>
            </a:r>
            <a:r>
              <a:rPr sz="1400" b="1" dirty="0">
                <a:solidFill>
                  <a:srgbClr val="285E88"/>
                </a:solidFill>
                <a:latin typeface="Arial"/>
                <a:cs typeface="Arial"/>
              </a:rPr>
              <a:t>d</a:t>
            </a:r>
            <a:r>
              <a:rPr lang="ar-SA" sz="1400" b="1" dirty="0">
                <a:solidFill>
                  <a:srgbClr val="285E88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285E88"/>
                </a:solidFill>
                <a:latin typeface="Arial"/>
                <a:cs typeface="Arial"/>
              </a:rPr>
              <a:t>Functionality:</a:t>
            </a:r>
            <a:r>
              <a:rPr lang="en-US" sz="1400" b="1" spc="380" dirty="0">
                <a:solidFill>
                  <a:srgbClr val="285E88"/>
                </a:solidFill>
                <a:latin typeface="Arial"/>
                <a:cs typeface="Arial"/>
              </a:rPr>
              <a:t> </a:t>
            </a: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The</a:t>
            </a:r>
            <a:r>
              <a:rPr lang="en-US" sz="1400" spc="395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Run</a:t>
            </a:r>
            <a:endParaRPr lang="en-US" sz="1400" dirty="0">
              <a:solidFill>
                <a:srgbClr val="285E88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Module</a:t>
            </a:r>
            <a:r>
              <a:rPr lang="en-US" sz="1400" spc="360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combines</a:t>
            </a:r>
            <a:r>
              <a:rPr lang="en-US" sz="1400" spc="360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hand-</a:t>
            </a:r>
            <a:r>
              <a:rPr lang="ar-SA" sz="1400" spc="-5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</a:p>
          <a:p>
            <a:pPr marL="12700">
              <a:spcBef>
                <a:spcPts val="5"/>
              </a:spcBef>
            </a:pP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t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r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a</a:t>
            </a:r>
            <a:r>
              <a:rPr lang="en-US" sz="1400" spc="-10" dirty="0">
                <a:solidFill>
                  <a:srgbClr val="285E88"/>
                </a:solidFill>
                <a:latin typeface="Arial MT"/>
                <a:cs typeface="Arial MT"/>
              </a:rPr>
              <a:t>c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ki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n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g 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a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nd obj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e</a:t>
            </a:r>
            <a:r>
              <a:rPr lang="en-US" sz="1400" spc="-10" dirty="0">
                <a:solidFill>
                  <a:srgbClr val="285E88"/>
                </a:solidFill>
                <a:latin typeface="Arial MT"/>
                <a:cs typeface="Arial MT"/>
              </a:rPr>
              <a:t>c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t</a:t>
            </a:r>
            <a:r>
              <a:rPr lang="ar-SA" sz="1400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detection</a:t>
            </a:r>
            <a:r>
              <a:rPr lang="en-US" sz="1400" spc="465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to</a:t>
            </a:r>
            <a:r>
              <a:rPr lang="ar-SA" sz="1400" spc="465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control</a:t>
            </a:r>
            <a:r>
              <a:rPr lang="en-US" sz="1400" spc="480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IoT</a:t>
            </a:r>
            <a:r>
              <a:rPr lang="ar-SA" sz="1400" spc="-5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de</a:t>
            </a:r>
            <a:r>
              <a:rPr lang="en-US" sz="1400" spc="-20" dirty="0">
                <a:solidFill>
                  <a:srgbClr val="285E88"/>
                </a:solidFill>
                <a:latin typeface="Arial MT"/>
                <a:cs typeface="Arial MT"/>
              </a:rPr>
              <a:t>v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ice</a:t>
            </a:r>
            <a:r>
              <a:rPr lang="en-US" sz="1400" spc="-10" dirty="0">
                <a:solidFill>
                  <a:srgbClr val="285E88"/>
                </a:solidFill>
                <a:latin typeface="Arial MT"/>
                <a:cs typeface="Arial MT"/>
              </a:rPr>
              <a:t>s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, 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e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n</a:t>
            </a:r>
            <a:r>
              <a:rPr lang="en-US" sz="1400" spc="-10" dirty="0">
                <a:solidFill>
                  <a:srgbClr val="285E88"/>
                </a:solidFill>
                <a:latin typeface="Arial MT"/>
                <a:cs typeface="Arial MT"/>
              </a:rPr>
              <a:t>s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ur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i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ng 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r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ea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l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-</a:t>
            </a:r>
            <a:r>
              <a:rPr lang="ar-SA" sz="1400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time</a:t>
            </a:r>
            <a:r>
              <a:rPr lang="en-US" sz="1400" spc="-30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responsiveness.</a:t>
            </a:r>
            <a:endParaRPr lang="en-US" sz="1400" dirty="0">
              <a:solidFill>
                <a:srgbClr val="285E88"/>
              </a:solidFill>
              <a:latin typeface="Arial MT"/>
              <a:cs typeface="Arial MT"/>
            </a:endParaRPr>
          </a:p>
          <a:p>
            <a:pPr marL="12700">
              <a:spcBef>
                <a:spcPts val="5"/>
              </a:spcBef>
            </a:pPr>
            <a:endParaRPr lang="en-US" sz="1400" dirty="0">
              <a:solidFill>
                <a:srgbClr val="285E88"/>
              </a:solidFill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23955" y="2326640"/>
            <a:ext cx="2158311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285E88"/>
                </a:solidFill>
                <a:latin typeface="Arial"/>
                <a:cs typeface="Arial"/>
              </a:rPr>
              <a:t>MQTT</a:t>
            </a:r>
            <a:r>
              <a:rPr lang="ar-SA" sz="1400" b="1" spc="385" dirty="0">
                <a:solidFill>
                  <a:srgbClr val="285E88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85E88"/>
                </a:solidFill>
                <a:latin typeface="Arial"/>
                <a:cs typeface="Arial"/>
              </a:rPr>
              <a:t>Connection</a:t>
            </a:r>
            <a:r>
              <a:rPr lang="ar-SA" sz="1400" b="1" spc="385" dirty="0">
                <a:solidFill>
                  <a:srgbClr val="285E88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285E88"/>
                </a:solidFill>
                <a:latin typeface="Arial"/>
                <a:cs typeface="Arial"/>
              </a:rPr>
              <a:t>and</a:t>
            </a:r>
            <a:endParaRPr lang="ar-SA" sz="1400" b="1" spc="-5" dirty="0">
              <a:solidFill>
                <a:srgbClr val="285E88"/>
              </a:solidFill>
              <a:latin typeface="Arial"/>
              <a:cs typeface="Arial"/>
            </a:endParaRPr>
          </a:p>
          <a:p>
            <a:pPr marL="12700">
              <a:spcBef>
                <a:spcPts val="100"/>
              </a:spcBef>
            </a:pPr>
            <a:r>
              <a:rPr lang="en-US" sz="1400" b="1" spc="-10" dirty="0">
                <a:solidFill>
                  <a:srgbClr val="285E88"/>
                </a:solidFill>
                <a:latin typeface="Arial"/>
                <a:cs typeface="Arial"/>
              </a:rPr>
              <a:t>L</a:t>
            </a:r>
            <a:r>
              <a:rPr lang="en-US" sz="1400" b="1" dirty="0">
                <a:solidFill>
                  <a:srgbClr val="285E88"/>
                </a:solidFill>
                <a:latin typeface="Arial"/>
                <a:cs typeface="Arial"/>
              </a:rPr>
              <a:t>ED </a:t>
            </a:r>
            <a:r>
              <a:rPr lang="en-US" sz="1400" b="1" spc="-10" dirty="0">
                <a:solidFill>
                  <a:srgbClr val="285E88"/>
                </a:solidFill>
                <a:latin typeface="Arial"/>
                <a:cs typeface="Arial"/>
              </a:rPr>
              <a:t>Con</a:t>
            </a:r>
            <a:r>
              <a:rPr lang="en-US" sz="1400" b="1" dirty="0">
                <a:solidFill>
                  <a:srgbClr val="285E88"/>
                </a:solidFill>
                <a:latin typeface="Arial"/>
                <a:cs typeface="Arial"/>
              </a:rPr>
              <a:t>tr</a:t>
            </a:r>
            <a:r>
              <a:rPr lang="en-US" sz="1400" b="1" spc="-20" dirty="0">
                <a:solidFill>
                  <a:srgbClr val="285E88"/>
                </a:solidFill>
                <a:latin typeface="Arial"/>
                <a:cs typeface="Arial"/>
              </a:rPr>
              <a:t>o</a:t>
            </a:r>
            <a:r>
              <a:rPr lang="en-US" sz="1400" b="1" spc="5" dirty="0">
                <a:solidFill>
                  <a:srgbClr val="285E88"/>
                </a:solidFill>
                <a:latin typeface="Arial"/>
                <a:cs typeface="Arial"/>
              </a:rPr>
              <a:t>l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: </a:t>
            </a:r>
            <a:r>
              <a:rPr lang="en-US" sz="1400" spc="-10" dirty="0">
                <a:solidFill>
                  <a:srgbClr val="285E88"/>
                </a:solidFill>
                <a:latin typeface="Arial MT"/>
                <a:cs typeface="Arial MT"/>
              </a:rPr>
              <a:t>M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Q</a:t>
            </a:r>
            <a:r>
              <a:rPr lang="en-US" sz="1400" spc="-10" dirty="0">
                <a:solidFill>
                  <a:srgbClr val="285E88"/>
                </a:solidFill>
                <a:latin typeface="Arial MT"/>
                <a:cs typeface="Arial MT"/>
              </a:rPr>
              <a:t>T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T</a:t>
            </a:r>
            <a:r>
              <a:rPr lang="ar-SA" sz="1400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Enables communication</a:t>
            </a:r>
            <a:endParaRPr lang="ar-SA" sz="1400" spc="-5" dirty="0">
              <a:solidFill>
                <a:srgbClr val="285E88"/>
              </a:solidFill>
              <a:latin typeface="Arial MT"/>
              <a:cs typeface="Arial MT"/>
            </a:endParaRPr>
          </a:p>
          <a:p>
            <a:pPr marL="12700">
              <a:spcBef>
                <a:spcPts val="100"/>
              </a:spcBef>
            </a:pP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B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e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t</a:t>
            </a:r>
            <a:r>
              <a:rPr lang="en-US" sz="1400" spc="-20" dirty="0">
                <a:solidFill>
                  <a:srgbClr val="285E88"/>
                </a:solidFill>
                <a:latin typeface="Arial MT"/>
                <a:cs typeface="Arial MT"/>
              </a:rPr>
              <a:t>w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een </a:t>
            </a:r>
            <a:r>
              <a:rPr lang="en-US" sz="1400" spc="-10" dirty="0">
                <a:solidFill>
                  <a:srgbClr val="285E88"/>
                </a:solidFill>
                <a:latin typeface="Arial MT"/>
                <a:cs typeface="Arial MT"/>
              </a:rPr>
              <a:t>R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a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sp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b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e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r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ry</a:t>
            </a:r>
            <a:r>
              <a:rPr lang="ar-SA" sz="1400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Pi</a:t>
            </a:r>
            <a:endParaRPr lang="ar-SA" sz="1400" dirty="0">
              <a:solidFill>
                <a:srgbClr val="285E88"/>
              </a:solidFill>
              <a:latin typeface="Arial MT"/>
              <a:cs typeface="Arial MT"/>
            </a:endParaRPr>
          </a:p>
          <a:p>
            <a:pPr marL="12700">
              <a:spcBef>
                <a:spcPts val="100"/>
              </a:spcBef>
            </a:pP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An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d ES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P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,</a:t>
            </a:r>
            <a:r>
              <a:rPr lang="ar-SA" sz="1400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allowing</a:t>
            </a:r>
            <a:r>
              <a:rPr lang="ar-SA" sz="1400" spc="-5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co</a:t>
            </a:r>
            <a:r>
              <a:rPr lang="en-US" sz="1400" spc="-10" dirty="0">
                <a:solidFill>
                  <a:srgbClr val="285E88"/>
                </a:solidFill>
                <a:latin typeface="Arial MT"/>
                <a:cs typeface="Arial MT"/>
              </a:rPr>
              <a:t>m</a:t>
            </a:r>
            <a:r>
              <a:rPr lang="en-US" sz="1400" spc="-20" dirty="0">
                <a:solidFill>
                  <a:srgbClr val="285E88"/>
                </a:solidFill>
                <a:latin typeface="Arial MT"/>
                <a:cs typeface="Arial MT"/>
              </a:rPr>
              <a:t>m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a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n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ds</a:t>
            </a:r>
            <a:r>
              <a:rPr lang="ar-SA" sz="1400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spc="5" dirty="0">
                <a:solidFill>
                  <a:srgbClr val="285E88"/>
                </a:solidFill>
                <a:latin typeface="Arial MT"/>
                <a:cs typeface="Arial MT"/>
              </a:rPr>
              <a:t>t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o</a:t>
            </a:r>
            <a:r>
              <a:rPr lang="ar-SA" sz="1400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spc="-10" dirty="0">
                <a:solidFill>
                  <a:srgbClr val="285E88"/>
                </a:solidFill>
                <a:latin typeface="Arial MT"/>
                <a:cs typeface="Arial MT"/>
              </a:rPr>
              <a:t>c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o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n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tr</a:t>
            </a:r>
            <a:r>
              <a:rPr lang="en-US" sz="1400" spc="-15" dirty="0">
                <a:solidFill>
                  <a:srgbClr val="285E88"/>
                </a:solidFill>
                <a:latin typeface="Arial MT"/>
                <a:cs typeface="Arial MT"/>
              </a:rPr>
              <a:t>o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l</a:t>
            </a:r>
            <a:endParaRPr lang="ar-SA" sz="1400" dirty="0">
              <a:solidFill>
                <a:srgbClr val="285E88"/>
              </a:solidFill>
              <a:latin typeface="Arial MT"/>
              <a:cs typeface="Arial MT"/>
            </a:endParaRPr>
          </a:p>
          <a:p>
            <a:pPr marL="12700">
              <a:spcBef>
                <a:spcPts val="100"/>
              </a:spcBef>
            </a:pPr>
            <a:r>
              <a:rPr lang="en-US" sz="1400" spc="-5" dirty="0">
                <a:solidFill>
                  <a:srgbClr val="285E88"/>
                </a:solidFill>
                <a:latin typeface="Arial MT"/>
                <a:cs typeface="Arial MT"/>
              </a:rPr>
              <a:t>efficiently.</a:t>
            </a:r>
            <a:r>
              <a:rPr lang="ar-SA" sz="1400" spc="-5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LE</a:t>
            </a:r>
            <a:r>
              <a:rPr lang="en-US" sz="1400" spc="-10" dirty="0">
                <a:solidFill>
                  <a:srgbClr val="285E88"/>
                </a:solidFill>
                <a:latin typeface="Arial MT"/>
                <a:cs typeface="Arial MT"/>
              </a:rPr>
              <a:t>D</a:t>
            </a: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s</a:t>
            </a:r>
          </a:p>
          <a:p>
            <a:pPr marL="12700">
              <a:spcBef>
                <a:spcPts val="100"/>
              </a:spcBef>
            </a:pPr>
            <a:r>
              <a:rPr lang="en-US" sz="1400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</a:p>
          <a:p>
            <a:pPr marL="12700">
              <a:spcBef>
                <a:spcPts val="100"/>
              </a:spcBef>
            </a:pPr>
            <a:endParaRPr lang="en-US" sz="1400" dirty="0">
              <a:latin typeface="Arial MT"/>
              <a:cs typeface="Arial MT"/>
            </a:endParaRPr>
          </a:p>
          <a:p>
            <a:pPr marL="12700">
              <a:spcBef>
                <a:spcPts val="100"/>
              </a:spcBef>
            </a:pPr>
            <a:endParaRPr lang="en-US" sz="1400" dirty="0">
              <a:latin typeface="Arial MT"/>
              <a:cs typeface="Arial MT"/>
            </a:endParaRPr>
          </a:p>
          <a:p>
            <a:pPr marL="12700">
              <a:spcBef>
                <a:spcPts val="100"/>
              </a:spcBef>
            </a:pPr>
            <a:endParaRPr lang="en-US" sz="1400" dirty="0">
              <a:latin typeface="Arial MT"/>
              <a:cs typeface="Arial MT"/>
            </a:endParaRPr>
          </a:p>
          <a:p>
            <a:pPr marL="12700">
              <a:spcBef>
                <a:spcPts val="100"/>
              </a:spcBef>
            </a:pPr>
            <a:endParaRPr lang="en-US" sz="1400" dirty="0">
              <a:latin typeface="Arial MT"/>
              <a:cs typeface="Arial MT"/>
            </a:endParaRPr>
          </a:p>
          <a:p>
            <a:pPr marL="12700">
              <a:spcBef>
                <a:spcPts val="100"/>
              </a:spcBef>
            </a:pPr>
            <a:endParaRPr lang="en-US" sz="1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ar-SA" sz="1400" b="1" spc="-5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24600" y="2269085"/>
            <a:ext cx="2019300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62735" algn="l"/>
              </a:tabLst>
            </a:pPr>
            <a:r>
              <a:rPr sz="1400" b="1" spc="-5" dirty="0">
                <a:solidFill>
                  <a:srgbClr val="285E88"/>
                </a:solidFill>
                <a:latin typeface="Arial"/>
                <a:cs typeface="Arial"/>
              </a:rPr>
              <a:t>ES</a:t>
            </a:r>
            <a:r>
              <a:rPr sz="1400" b="1" dirty="0">
                <a:solidFill>
                  <a:srgbClr val="285E88"/>
                </a:solidFill>
                <a:latin typeface="Arial"/>
                <a:cs typeface="Arial"/>
              </a:rPr>
              <a:t>P</a:t>
            </a:r>
            <a:r>
              <a:rPr lang="ar-SA" sz="1400" b="1" dirty="0">
                <a:solidFill>
                  <a:srgbClr val="285E88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85E88"/>
                </a:solidFill>
                <a:latin typeface="Arial"/>
                <a:cs typeface="Arial"/>
              </a:rPr>
              <a:t>Code</a:t>
            </a:r>
            <a:endParaRPr sz="1400" dirty="0">
              <a:solidFill>
                <a:srgbClr val="285E88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1701164" algn="l"/>
              </a:tabLst>
            </a:pPr>
            <a:r>
              <a:rPr sz="1400" b="1" dirty="0">
                <a:solidFill>
                  <a:srgbClr val="285E88"/>
                </a:solidFill>
                <a:latin typeface="Arial"/>
                <a:cs typeface="Arial"/>
              </a:rPr>
              <a:t>Im</a:t>
            </a:r>
            <a:r>
              <a:rPr sz="1400" b="1" spc="-10" dirty="0">
                <a:solidFill>
                  <a:srgbClr val="285E88"/>
                </a:solidFill>
                <a:latin typeface="Arial"/>
                <a:cs typeface="Arial"/>
              </a:rPr>
              <a:t>pl</a:t>
            </a:r>
            <a:r>
              <a:rPr sz="1400" b="1" dirty="0">
                <a:solidFill>
                  <a:srgbClr val="285E88"/>
                </a:solidFill>
                <a:latin typeface="Arial"/>
                <a:cs typeface="Arial"/>
              </a:rPr>
              <a:t>eme</a:t>
            </a:r>
            <a:r>
              <a:rPr sz="1400" b="1" spc="-20" dirty="0">
                <a:solidFill>
                  <a:srgbClr val="285E88"/>
                </a:solidFill>
                <a:latin typeface="Arial"/>
                <a:cs typeface="Arial"/>
              </a:rPr>
              <a:t>n</a:t>
            </a:r>
            <a:r>
              <a:rPr sz="1400" b="1" dirty="0">
                <a:solidFill>
                  <a:srgbClr val="285E88"/>
                </a:solidFill>
                <a:latin typeface="Arial"/>
                <a:cs typeface="Arial"/>
              </a:rPr>
              <a:t>t</a:t>
            </a:r>
            <a:r>
              <a:rPr sz="1400" b="1" spc="-15" dirty="0">
                <a:solidFill>
                  <a:srgbClr val="285E88"/>
                </a:solidFill>
                <a:latin typeface="Arial"/>
                <a:cs typeface="Arial"/>
              </a:rPr>
              <a:t>a</a:t>
            </a:r>
            <a:r>
              <a:rPr sz="1400" b="1" dirty="0">
                <a:solidFill>
                  <a:srgbClr val="285E88"/>
                </a:solidFill>
                <a:latin typeface="Arial"/>
                <a:cs typeface="Arial"/>
              </a:rPr>
              <a:t>ti</a:t>
            </a:r>
            <a:r>
              <a:rPr sz="1400" b="1" spc="-20" dirty="0">
                <a:solidFill>
                  <a:srgbClr val="285E88"/>
                </a:solidFill>
                <a:latin typeface="Arial"/>
                <a:cs typeface="Arial"/>
              </a:rPr>
              <a:t>o</a:t>
            </a:r>
            <a:r>
              <a:rPr sz="1400" b="1" spc="-5" dirty="0">
                <a:solidFill>
                  <a:srgbClr val="285E88"/>
                </a:solidFill>
                <a:latin typeface="Arial"/>
                <a:cs typeface="Arial"/>
              </a:rPr>
              <a:t>n</a:t>
            </a:r>
            <a:r>
              <a:rPr sz="1400" dirty="0">
                <a:solidFill>
                  <a:srgbClr val="285E88"/>
                </a:solidFill>
                <a:latin typeface="Arial MT"/>
                <a:cs typeface="Arial MT"/>
              </a:rPr>
              <a:t>:</a:t>
            </a:r>
            <a:r>
              <a:rPr lang="ar-SA" sz="1400" dirty="0">
                <a:solidFill>
                  <a:srgbClr val="285E88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85E88"/>
                </a:solidFill>
                <a:latin typeface="Arial MT"/>
                <a:cs typeface="Arial MT"/>
              </a:rPr>
              <a:t>T</a:t>
            </a:r>
            <a:r>
              <a:rPr sz="1400" spc="-15" dirty="0">
                <a:solidFill>
                  <a:srgbClr val="285E88"/>
                </a:solidFill>
                <a:latin typeface="Arial MT"/>
                <a:cs typeface="Arial MT"/>
              </a:rPr>
              <a:t>h</a:t>
            </a:r>
            <a:r>
              <a:rPr sz="1400" dirty="0">
                <a:solidFill>
                  <a:srgbClr val="285E88"/>
                </a:solidFill>
                <a:latin typeface="Arial MT"/>
                <a:cs typeface="Arial MT"/>
              </a:rPr>
              <a:t>e</a:t>
            </a:r>
            <a:r>
              <a:rPr lang="ar-SA" sz="1400" dirty="0">
                <a:solidFill>
                  <a:srgbClr val="285E88"/>
                </a:solidFill>
                <a:latin typeface="Arial MT"/>
                <a:cs typeface="Arial MT"/>
              </a:rPr>
              <a:t>  </a:t>
            </a:r>
            <a:r>
              <a:rPr lang="en-GB" sz="1400" dirty="0">
                <a:solidFill>
                  <a:srgbClr val="285E88"/>
                </a:solidFill>
                <a:latin typeface="Arial MT"/>
                <a:cs typeface="Arial MT"/>
              </a:rPr>
              <a:t>ESP code establishes Wi-Fi connectivity and MQTT communication to  control LEDs and a fan, facilitating seamless interaction with the Raspberry Pi. </a:t>
            </a:r>
            <a:endParaRPr sz="1400" dirty="0">
              <a:solidFill>
                <a:srgbClr val="285E88"/>
              </a:solidFill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28700" y="1621536"/>
            <a:ext cx="544195" cy="544195"/>
            <a:chOff x="1028700" y="1621536"/>
            <a:chExt cx="544195" cy="544195"/>
          </a:xfrm>
        </p:grpSpPr>
        <p:sp>
          <p:nvSpPr>
            <p:cNvPr id="33" name="object 33"/>
            <p:cNvSpPr/>
            <p:nvPr/>
          </p:nvSpPr>
          <p:spPr>
            <a:xfrm>
              <a:off x="1028700" y="1621536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4" h="544194">
                  <a:moveTo>
                    <a:pt x="544068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544068" y="544068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24712" y="1700783"/>
              <a:ext cx="350520" cy="256540"/>
            </a:xfrm>
            <a:custGeom>
              <a:avLst/>
              <a:gdLst/>
              <a:ahLst/>
              <a:cxnLst/>
              <a:rect l="l" t="t" r="r" b="b"/>
              <a:pathLst>
                <a:path w="350519" h="256539">
                  <a:moveTo>
                    <a:pt x="201168" y="106680"/>
                  </a:moveTo>
                  <a:lnTo>
                    <a:pt x="163068" y="82296"/>
                  </a:lnTo>
                  <a:lnTo>
                    <a:pt x="163068" y="131064"/>
                  </a:lnTo>
                  <a:lnTo>
                    <a:pt x="201168" y="106680"/>
                  </a:lnTo>
                  <a:close/>
                </a:path>
                <a:path w="350519" h="256539">
                  <a:moveTo>
                    <a:pt x="350520" y="0"/>
                  </a:moveTo>
                  <a:lnTo>
                    <a:pt x="303403" y="0"/>
                  </a:lnTo>
                  <a:lnTo>
                    <a:pt x="303403" y="187071"/>
                  </a:lnTo>
                  <a:lnTo>
                    <a:pt x="303403" y="210058"/>
                  </a:lnTo>
                  <a:lnTo>
                    <a:pt x="47104" y="210058"/>
                  </a:lnTo>
                  <a:lnTo>
                    <a:pt x="47104" y="187071"/>
                  </a:lnTo>
                  <a:lnTo>
                    <a:pt x="233934" y="187071"/>
                  </a:lnTo>
                  <a:lnTo>
                    <a:pt x="233934" y="174371"/>
                  </a:lnTo>
                  <a:lnTo>
                    <a:pt x="233934" y="164846"/>
                  </a:lnTo>
                  <a:lnTo>
                    <a:pt x="257175" y="164846"/>
                  </a:lnTo>
                  <a:lnTo>
                    <a:pt x="257175" y="187071"/>
                  </a:lnTo>
                  <a:lnTo>
                    <a:pt x="303403" y="187071"/>
                  </a:lnTo>
                  <a:lnTo>
                    <a:pt x="303403" y="0"/>
                  </a:lnTo>
                  <a:lnTo>
                    <a:pt x="242697" y="0"/>
                  </a:lnTo>
                  <a:lnTo>
                    <a:pt x="242697" y="106172"/>
                  </a:lnTo>
                  <a:lnTo>
                    <a:pt x="139738" y="174371"/>
                  </a:lnTo>
                  <a:lnTo>
                    <a:pt x="139738" y="38100"/>
                  </a:lnTo>
                  <a:lnTo>
                    <a:pt x="242697" y="106172"/>
                  </a:lnTo>
                  <a:lnTo>
                    <a:pt x="242697" y="0"/>
                  </a:lnTo>
                  <a:lnTo>
                    <a:pt x="0" y="0"/>
                  </a:lnTo>
                  <a:lnTo>
                    <a:pt x="0" y="256032"/>
                  </a:lnTo>
                  <a:lnTo>
                    <a:pt x="350520" y="256032"/>
                  </a:lnTo>
                  <a:lnTo>
                    <a:pt x="350520" y="210058"/>
                  </a:lnTo>
                  <a:lnTo>
                    <a:pt x="350520" y="164846"/>
                  </a:lnTo>
                  <a:lnTo>
                    <a:pt x="350520" y="38100"/>
                  </a:lnTo>
                  <a:lnTo>
                    <a:pt x="350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2163" y="1984247"/>
              <a:ext cx="187452" cy="11582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3414" y="1982724"/>
              <a:ext cx="184365" cy="115824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3590544" y="1621536"/>
            <a:ext cx="544195" cy="544195"/>
            <a:chOff x="3590544" y="1621536"/>
            <a:chExt cx="544195" cy="544195"/>
          </a:xfrm>
        </p:grpSpPr>
        <p:sp>
          <p:nvSpPr>
            <p:cNvPr id="38" name="object 38"/>
            <p:cNvSpPr/>
            <p:nvPr/>
          </p:nvSpPr>
          <p:spPr>
            <a:xfrm>
              <a:off x="3590544" y="1621536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4">
                  <a:moveTo>
                    <a:pt x="544068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544068" y="544068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656076" y="1694687"/>
              <a:ext cx="396240" cy="396240"/>
            </a:xfrm>
            <a:custGeom>
              <a:avLst/>
              <a:gdLst/>
              <a:ahLst/>
              <a:cxnLst/>
              <a:rect l="l" t="t" r="r" b="b"/>
              <a:pathLst>
                <a:path w="396239" h="396239">
                  <a:moveTo>
                    <a:pt x="115785" y="233210"/>
                  </a:moveTo>
                  <a:lnTo>
                    <a:pt x="45720" y="233210"/>
                  </a:lnTo>
                  <a:lnTo>
                    <a:pt x="45720" y="303276"/>
                  </a:lnTo>
                  <a:lnTo>
                    <a:pt x="115785" y="303276"/>
                  </a:lnTo>
                  <a:lnTo>
                    <a:pt x="115785" y="233210"/>
                  </a:lnTo>
                  <a:close/>
                </a:path>
                <a:path w="396239" h="396239">
                  <a:moveTo>
                    <a:pt x="208711" y="163144"/>
                  </a:moveTo>
                  <a:lnTo>
                    <a:pt x="138684" y="163144"/>
                  </a:lnTo>
                  <a:lnTo>
                    <a:pt x="138684" y="233172"/>
                  </a:lnTo>
                  <a:lnTo>
                    <a:pt x="208711" y="233172"/>
                  </a:lnTo>
                  <a:lnTo>
                    <a:pt x="208711" y="163144"/>
                  </a:lnTo>
                  <a:close/>
                </a:path>
                <a:path w="396239" h="396239">
                  <a:moveTo>
                    <a:pt x="301713" y="233210"/>
                  </a:moveTo>
                  <a:lnTo>
                    <a:pt x="233172" y="233210"/>
                  </a:lnTo>
                  <a:lnTo>
                    <a:pt x="233172" y="303276"/>
                  </a:lnTo>
                  <a:lnTo>
                    <a:pt x="301713" y="303276"/>
                  </a:lnTo>
                  <a:lnTo>
                    <a:pt x="301713" y="233210"/>
                  </a:lnTo>
                  <a:close/>
                </a:path>
                <a:path w="396239" h="396239">
                  <a:moveTo>
                    <a:pt x="394716" y="140246"/>
                  </a:moveTo>
                  <a:lnTo>
                    <a:pt x="324612" y="140246"/>
                  </a:lnTo>
                  <a:lnTo>
                    <a:pt x="324612" y="210312"/>
                  </a:lnTo>
                  <a:lnTo>
                    <a:pt x="394716" y="210312"/>
                  </a:lnTo>
                  <a:lnTo>
                    <a:pt x="394716" y="140246"/>
                  </a:lnTo>
                  <a:close/>
                </a:path>
                <a:path w="396239" h="396239">
                  <a:moveTo>
                    <a:pt x="394716" y="59309"/>
                  </a:moveTo>
                  <a:lnTo>
                    <a:pt x="392036" y="45504"/>
                  </a:lnTo>
                  <a:lnTo>
                    <a:pt x="384683" y="34429"/>
                  </a:lnTo>
                  <a:lnTo>
                    <a:pt x="373595" y="27063"/>
                  </a:lnTo>
                  <a:lnTo>
                    <a:pt x="359791" y="24384"/>
                  </a:lnTo>
                  <a:lnTo>
                    <a:pt x="346214" y="27165"/>
                  </a:lnTo>
                  <a:lnTo>
                    <a:pt x="335064" y="34709"/>
                  </a:lnTo>
                  <a:lnTo>
                    <a:pt x="327507" y="45821"/>
                  </a:lnTo>
                  <a:lnTo>
                    <a:pt x="324739" y="59309"/>
                  </a:lnTo>
                  <a:lnTo>
                    <a:pt x="324739" y="65659"/>
                  </a:lnTo>
                  <a:lnTo>
                    <a:pt x="327152" y="72009"/>
                  </a:lnTo>
                  <a:lnTo>
                    <a:pt x="329565" y="76835"/>
                  </a:lnTo>
                  <a:lnTo>
                    <a:pt x="277876" y="142748"/>
                  </a:lnTo>
                  <a:lnTo>
                    <a:pt x="271526" y="140335"/>
                  </a:lnTo>
                  <a:lnTo>
                    <a:pt x="262001" y="140335"/>
                  </a:lnTo>
                  <a:lnTo>
                    <a:pt x="257175" y="141224"/>
                  </a:lnTo>
                  <a:lnTo>
                    <a:pt x="252349" y="144399"/>
                  </a:lnTo>
                  <a:lnTo>
                    <a:pt x="205486" y="97536"/>
                  </a:lnTo>
                  <a:lnTo>
                    <a:pt x="207899" y="92710"/>
                  </a:lnTo>
                  <a:lnTo>
                    <a:pt x="209423" y="87884"/>
                  </a:lnTo>
                  <a:lnTo>
                    <a:pt x="209423" y="83185"/>
                  </a:lnTo>
                  <a:lnTo>
                    <a:pt x="206641" y="69697"/>
                  </a:lnTo>
                  <a:lnTo>
                    <a:pt x="199097" y="58585"/>
                  </a:lnTo>
                  <a:lnTo>
                    <a:pt x="187985" y="51041"/>
                  </a:lnTo>
                  <a:lnTo>
                    <a:pt x="174498" y="48260"/>
                  </a:lnTo>
                  <a:lnTo>
                    <a:pt x="161302" y="51041"/>
                  </a:lnTo>
                  <a:lnTo>
                    <a:pt x="150114" y="58585"/>
                  </a:lnTo>
                  <a:lnTo>
                    <a:pt x="142341" y="69697"/>
                  </a:lnTo>
                  <a:lnTo>
                    <a:pt x="139446" y="83185"/>
                  </a:lnTo>
                  <a:lnTo>
                    <a:pt x="139446" y="87884"/>
                  </a:lnTo>
                  <a:lnTo>
                    <a:pt x="141097" y="92710"/>
                  </a:lnTo>
                  <a:lnTo>
                    <a:pt x="143510" y="97536"/>
                  </a:lnTo>
                  <a:lnTo>
                    <a:pt x="97409" y="144399"/>
                  </a:lnTo>
                  <a:lnTo>
                    <a:pt x="91821" y="142748"/>
                  </a:lnTo>
                  <a:lnTo>
                    <a:pt x="86995" y="140335"/>
                  </a:lnTo>
                  <a:lnTo>
                    <a:pt x="82296" y="140335"/>
                  </a:lnTo>
                  <a:lnTo>
                    <a:pt x="68719" y="143116"/>
                  </a:lnTo>
                  <a:lnTo>
                    <a:pt x="57569" y="150672"/>
                  </a:lnTo>
                  <a:lnTo>
                    <a:pt x="50012" y="161823"/>
                  </a:lnTo>
                  <a:lnTo>
                    <a:pt x="47244" y="175387"/>
                  </a:lnTo>
                  <a:lnTo>
                    <a:pt x="50012" y="188887"/>
                  </a:lnTo>
                  <a:lnTo>
                    <a:pt x="57569" y="199999"/>
                  </a:lnTo>
                  <a:lnTo>
                    <a:pt x="68719" y="207543"/>
                  </a:lnTo>
                  <a:lnTo>
                    <a:pt x="82296" y="210312"/>
                  </a:lnTo>
                  <a:lnTo>
                    <a:pt x="95783" y="207543"/>
                  </a:lnTo>
                  <a:lnTo>
                    <a:pt x="106895" y="199999"/>
                  </a:lnTo>
                  <a:lnTo>
                    <a:pt x="114439" y="188887"/>
                  </a:lnTo>
                  <a:lnTo>
                    <a:pt x="117221" y="175387"/>
                  </a:lnTo>
                  <a:lnTo>
                    <a:pt x="117221" y="170561"/>
                  </a:lnTo>
                  <a:lnTo>
                    <a:pt x="115697" y="164973"/>
                  </a:lnTo>
                  <a:lnTo>
                    <a:pt x="113284" y="160274"/>
                  </a:lnTo>
                  <a:lnTo>
                    <a:pt x="159385" y="113411"/>
                  </a:lnTo>
                  <a:lnTo>
                    <a:pt x="164973" y="115824"/>
                  </a:lnTo>
                  <a:lnTo>
                    <a:pt x="169672" y="117348"/>
                  </a:lnTo>
                  <a:lnTo>
                    <a:pt x="179197" y="117348"/>
                  </a:lnTo>
                  <a:lnTo>
                    <a:pt x="184785" y="116586"/>
                  </a:lnTo>
                  <a:lnTo>
                    <a:pt x="189611" y="113411"/>
                  </a:lnTo>
                  <a:lnTo>
                    <a:pt x="236474" y="160274"/>
                  </a:lnTo>
                  <a:lnTo>
                    <a:pt x="234061" y="164973"/>
                  </a:lnTo>
                  <a:lnTo>
                    <a:pt x="232537" y="170561"/>
                  </a:lnTo>
                  <a:lnTo>
                    <a:pt x="232537" y="175387"/>
                  </a:lnTo>
                  <a:lnTo>
                    <a:pt x="235305" y="188887"/>
                  </a:lnTo>
                  <a:lnTo>
                    <a:pt x="242849" y="199999"/>
                  </a:lnTo>
                  <a:lnTo>
                    <a:pt x="253961" y="207543"/>
                  </a:lnTo>
                  <a:lnTo>
                    <a:pt x="267462" y="210312"/>
                  </a:lnTo>
                  <a:lnTo>
                    <a:pt x="280530" y="207543"/>
                  </a:lnTo>
                  <a:lnTo>
                    <a:pt x="291465" y="199999"/>
                  </a:lnTo>
                  <a:lnTo>
                    <a:pt x="298958" y="188887"/>
                  </a:lnTo>
                  <a:lnTo>
                    <a:pt x="301752" y="175387"/>
                  </a:lnTo>
                  <a:lnTo>
                    <a:pt x="301752" y="168148"/>
                  </a:lnTo>
                  <a:lnTo>
                    <a:pt x="300101" y="162687"/>
                  </a:lnTo>
                  <a:lnTo>
                    <a:pt x="296926" y="157099"/>
                  </a:lnTo>
                  <a:lnTo>
                    <a:pt x="348615" y="91948"/>
                  </a:lnTo>
                  <a:lnTo>
                    <a:pt x="355727" y="93472"/>
                  </a:lnTo>
                  <a:lnTo>
                    <a:pt x="359791" y="93472"/>
                  </a:lnTo>
                  <a:lnTo>
                    <a:pt x="373278" y="90716"/>
                  </a:lnTo>
                  <a:lnTo>
                    <a:pt x="384390" y="83248"/>
                  </a:lnTo>
                  <a:lnTo>
                    <a:pt x="391934" y="72364"/>
                  </a:lnTo>
                  <a:lnTo>
                    <a:pt x="394716" y="59309"/>
                  </a:lnTo>
                  <a:close/>
                </a:path>
                <a:path w="396239" h="396239">
                  <a:moveTo>
                    <a:pt x="396240" y="232283"/>
                  </a:moveTo>
                  <a:lnTo>
                    <a:pt x="327152" y="232283"/>
                  </a:lnTo>
                  <a:lnTo>
                    <a:pt x="327152" y="374015"/>
                  </a:lnTo>
                  <a:lnTo>
                    <a:pt x="301752" y="374015"/>
                  </a:lnTo>
                  <a:lnTo>
                    <a:pt x="301752" y="326263"/>
                  </a:lnTo>
                  <a:lnTo>
                    <a:pt x="232664" y="326263"/>
                  </a:lnTo>
                  <a:lnTo>
                    <a:pt x="232664" y="374015"/>
                  </a:lnTo>
                  <a:lnTo>
                    <a:pt x="209677" y="374015"/>
                  </a:lnTo>
                  <a:lnTo>
                    <a:pt x="209677" y="256159"/>
                  </a:lnTo>
                  <a:lnTo>
                    <a:pt x="140589" y="256159"/>
                  </a:lnTo>
                  <a:lnTo>
                    <a:pt x="140589" y="374015"/>
                  </a:lnTo>
                  <a:lnTo>
                    <a:pt x="117475" y="374015"/>
                  </a:lnTo>
                  <a:lnTo>
                    <a:pt x="117475" y="326263"/>
                  </a:lnTo>
                  <a:lnTo>
                    <a:pt x="47625" y="326263"/>
                  </a:lnTo>
                  <a:lnTo>
                    <a:pt x="47625" y="374015"/>
                  </a:lnTo>
                  <a:lnTo>
                    <a:pt x="22987" y="374015"/>
                  </a:lnTo>
                  <a:lnTo>
                    <a:pt x="22987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396240" y="396240"/>
                  </a:lnTo>
                  <a:lnTo>
                    <a:pt x="396240" y="2322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6353238" y="1561803"/>
            <a:ext cx="544195" cy="544195"/>
            <a:chOff x="6150864" y="1621536"/>
            <a:chExt cx="544195" cy="544195"/>
          </a:xfrm>
        </p:grpSpPr>
        <p:sp>
          <p:nvSpPr>
            <p:cNvPr id="41" name="object 41"/>
            <p:cNvSpPr/>
            <p:nvPr/>
          </p:nvSpPr>
          <p:spPr>
            <a:xfrm>
              <a:off x="6150864" y="1621536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4">
                  <a:moveTo>
                    <a:pt x="544067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544067" y="544068"/>
                  </a:lnTo>
                  <a:lnTo>
                    <a:pt x="544067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18504" y="1696212"/>
              <a:ext cx="210312" cy="23317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24016" y="1889760"/>
              <a:ext cx="401320" cy="203200"/>
            </a:xfrm>
            <a:custGeom>
              <a:avLst/>
              <a:gdLst/>
              <a:ahLst/>
              <a:cxnLst/>
              <a:rect l="l" t="t" r="r" b="b"/>
              <a:pathLst>
                <a:path w="401320" h="203200">
                  <a:moveTo>
                    <a:pt x="273304" y="116458"/>
                  </a:moveTo>
                  <a:lnTo>
                    <a:pt x="127508" y="116458"/>
                  </a:lnTo>
                  <a:lnTo>
                    <a:pt x="158623" y="146050"/>
                  </a:lnTo>
                  <a:lnTo>
                    <a:pt x="148209" y="202691"/>
                  </a:lnTo>
                  <a:lnTo>
                    <a:pt x="200025" y="176275"/>
                  </a:lnTo>
                  <a:lnTo>
                    <a:pt x="247398" y="176275"/>
                  </a:lnTo>
                  <a:lnTo>
                    <a:pt x="242316" y="146050"/>
                  </a:lnTo>
                  <a:lnTo>
                    <a:pt x="273304" y="116458"/>
                  </a:lnTo>
                  <a:close/>
                </a:path>
                <a:path w="401320" h="203200">
                  <a:moveTo>
                    <a:pt x="247398" y="176275"/>
                  </a:moveTo>
                  <a:lnTo>
                    <a:pt x="200025" y="176275"/>
                  </a:lnTo>
                  <a:lnTo>
                    <a:pt x="251841" y="202691"/>
                  </a:lnTo>
                  <a:lnTo>
                    <a:pt x="247398" y="176275"/>
                  </a:lnTo>
                  <a:close/>
                </a:path>
                <a:path w="401320" h="203200">
                  <a:moveTo>
                    <a:pt x="82931" y="0"/>
                  </a:moveTo>
                  <a:lnTo>
                    <a:pt x="56642" y="51053"/>
                  </a:lnTo>
                  <a:lnTo>
                    <a:pt x="0" y="59816"/>
                  </a:lnTo>
                  <a:lnTo>
                    <a:pt x="40639" y="100583"/>
                  </a:lnTo>
                  <a:lnTo>
                    <a:pt x="31114" y="157225"/>
                  </a:lnTo>
                  <a:lnTo>
                    <a:pt x="82931" y="130047"/>
                  </a:lnTo>
                  <a:lnTo>
                    <a:pt x="129921" y="130047"/>
                  </a:lnTo>
                  <a:lnTo>
                    <a:pt x="127508" y="116458"/>
                  </a:lnTo>
                  <a:lnTo>
                    <a:pt x="362293" y="116458"/>
                  </a:lnTo>
                  <a:lnTo>
                    <a:pt x="360263" y="105282"/>
                  </a:lnTo>
                  <a:lnTo>
                    <a:pt x="125984" y="105282"/>
                  </a:lnTo>
                  <a:lnTo>
                    <a:pt x="124333" y="100583"/>
                  </a:lnTo>
                  <a:lnTo>
                    <a:pt x="166497" y="59816"/>
                  </a:lnTo>
                  <a:lnTo>
                    <a:pt x="108458" y="51053"/>
                  </a:lnTo>
                  <a:lnTo>
                    <a:pt x="82931" y="0"/>
                  </a:lnTo>
                  <a:close/>
                </a:path>
                <a:path w="401320" h="203200">
                  <a:moveTo>
                    <a:pt x="129921" y="130047"/>
                  </a:moveTo>
                  <a:lnTo>
                    <a:pt x="82931" y="130047"/>
                  </a:lnTo>
                  <a:lnTo>
                    <a:pt x="134747" y="157225"/>
                  </a:lnTo>
                  <a:lnTo>
                    <a:pt x="129921" y="130047"/>
                  </a:lnTo>
                  <a:close/>
                </a:path>
                <a:path w="401320" h="203200">
                  <a:moveTo>
                    <a:pt x="362293" y="116458"/>
                  </a:moveTo>
                  <a:lnTo>
                    <a:pt x="273304" y="116458"/>
                  </a:lnTo>
                  <a:lnTo>
                    <a:pt x="266192" y="157225"/>
                  </a:lnTo>
                  <a:lnTo>
                    <a:pt x="317881" y="130047"/>
                  </a:lnTo>
                  <a:lnTo>
                    <a:pt x="364761" y="130047"/>
                  </a:lnTo>
                  <a:lnTo>
                    <a:pt x="362293" y="116458"/>
                  </a:lnTo>
                  <a:close/>
                </a:path>
                <a:path w="401320" h="203200">
                  <a:moveTo>
                    <a:pt x="364761" y="130047"/>
                  </a:moveTo>
                  <a:lnTo>
                    <a:pt x="317881" y="130047"/>
                  </a:lnTo>
                  <a:lnTo>
                    <a:pt x="369697" y="157225"/>
                  </a:lnTo>
                  <a:lnTo>
                    <a:pt x="364761" y="130047"/>
                  </a:lnTo>
                  <a:close/>
                </a:path>
                <a:path w="401320" h="203200">
                  <a:moveTo>
                    <a:pt x="200025" y="46354"/>
                  </a:moveTo>
                  <a:lnTo>
                    <a:pt x="174498" y="98170"/>
                  </a:lnTo>
                  <a:lnTo>
                    <a:pt x="125984" y="105282"/>
                  </a:lnTo>
                  <a:lnTo>
                    <a:pt x="274955" y="105282"/>
                  </a:lnTo>
                  <a:lnTo>
                    <a:pt x="226313" y="98170"/>
                  </a:lnTo>
                  <a:lnTo>
                    <a:pt x="200025" y="46354"/>
                  </a:lnTo>
                  <a:close/>
                </a:path>
                <a:path w="401320" h="203200">
                  <a:moveTo>
                    <a:pt x="317881" y="0"/>
                  </a:moveTo>
                  <a:lnTo>
                    <a:pt x="291591" y="51053"/>
                  </a:lnTo>
                  <a:lnTo>
                    <a:pt x="234314" y="59816"/>
                  </a:lnTo>
                  <a:lnTo>
                    <a:pt x="275717" y="100583"/>
                  </a:lnTo>
                  <a:lnTo>
                    <a:pt x="274955" y="105282"/>
                  </a:lnTo>
                  <a:lnTo>
                    <a:pt x="360263" y="105282"/>
                  </a:lnTo>
                  <a:lnTo>
                    <a:pt x="359410" y="100583"/>
                  </a:lnTo>
                  <a:lnTo>
                    <a:pt x="400812" y="59816"/>
                  </a:lnTo>
                  <a:lnTo>
                    <a:pt x="343408" y="51053"/>
                  </a:lnTo>
                  <a:lnTo>
                    <a:pt x="3178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algn="r" defTabSz="914400" rtl="1" eaLnBrk="1" latinLnBrk="0" hangingPunct="1"/>
              <a:endParaRPr/>
            </a:p>
          </p:txBody>
        </p:sp>
      </p:grpSp>
      <p:pic>
        <p:nvPicPr>
          <p:cNvPr id="44" name="object 4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82320" y="122169"/>
            <a:ext cx="1590952" cy="76769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24ED28-9CAB-991A-DEC4-545CDE9E90FF}"/>
              </a:ext>
            </a:extLst>
          </p:cNvPr>
          <p:cNvSpPr txBox="1"/>
          <p:nvPr/>
        </p:nvSpPr>
        <p:spPr>
          <a:xfrm>
            <a:off x="8678533" y="4796589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endParaRPr lang="en-SA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623310" cy="1256030"/>
          </a:xfrm>
          <a:custGeom>
            <a:avLst/>
            <a:gdLst/>
            <a:ahLst/>
            <a:cxnLst/>
            <a:rect l="l" t="t" r="r" b="b"/>
            <a:pathLst>
              <a:path w="3623310" h="1256030">
                <a:moveTo>
                  <a:pt x="3526683" y="0"/>
                </a:moveTo>
                <a:lnTo>
                  <a:pt x="1431979" y="0"/>
                </a:lnTo>
                <a:lnTo>
                  <a:pt x="1069076" y="93422"/>
                </a:lnTo>
                <a:lnTo>
                  <a:pt x="774837" y="163511"/>
                </a:lnTo>
                <a:lnTo>
                  <a:pt x="528617" y="217232"/>
                </a:lnTo>
                <a:lnTo>
                  <a:pt x="330898" y="256577"/>
                </a:lnTo>
                <a:lnTo>
                  <a:pt x="132461" y="292258"/>
                </a:lnTo>
                <a:lnTo>
                  <a:pt x="0" y="313742"/>
                </a:lnTo>
                <a:lnTo>
                  <a:pt x="0" y="1216316"/>
                </a:lnTo>
                <a:lnTo>
                  <a:pt x="43771" y="1233680"/>
                </a:lnTo>
                <a:lnTo>
                  <a:pt x="92723" y="1246504"/>
                </a:lnTo>
                <a:lnTo>
                  <a:pt x="132923" y="1252880"/>
                </a:lnTo>
                <a:lnTo>
                  <a:pt x="172177" y="1255791"/>
                </a:lnTo>
                <a:lnTo>
                  <a:pt x="210626" y="1255488"/>
                </a:lnTo>
                <a:lnTo>
                  <a:pt x="289741" y="1245471"/>
                </a:lnTo>
                <a:lnTo>
                  <a:pt x="330639" y="1235742"/>
                </a:lnTo>
                <a:lnTo>
                  <a:pt x="371310" y="1223374"/>
                </a:lnTo>
                <a:lnTo>
                  <a:pt x="411962" y="1208709"/>
                </a:lnTo>
                <a:lnTo>
                  <a:pt x="452800" y="1192089"/>
                </a:lnTo>
                <a:lnTo>
                  <a:pt x="494029" y="1173856"/>
                </a:lnTo>
                <a:lnTo>
                  <a:pt x="535856" y="1154352"/>
                </a:lnTo>
                <a:lnTo>
                  <a:pt x="666978" y="1091637"/>
                </a:lnTo>
                <a:lnTo>
                  <a:pt x="713252" y="1070471"/>
                </a:lnTo>
                <a:lnTo>
                  <a:pt x="761153" y="1049744"/>
                </a:lnTo>
                <a:lnTo>
                  <a:pt x="810885" y="1029799"/>
                </a:lnTo>
                <a:lnTo>
                  <a:pt x="862656" y="1010977"/>
                </a:lnTo>
                <a:lnTo>
                  <a:pt x="916670" y="993622"/>
                </a:lnTo>
                <a:lnTo>
                  <a:pt x="973133" y="978074"/>
                </a:lnTo>
                <a:lnTo>
                  <a:pt x="1032252" y="964676"/>
                </a:lnTo>
                <a:lnTo>
                  <a:pt x="1094232" y="953770"/>
                </a:lnTo>
                <a:lnTo>
                  <a:pt x="1171170" y="944771"/>
                </a:lnTo>
                <a:lnTo>
                  <a:pt x="1218262" y="941624"/>
                </a:lnTo>
                <a:lnTo>
                  <a:pt x="1265121" y="940145"/>
                </a:lnTo>
                <a:lnTo>
                  <a:pt x="3155536" y="940145"/>
                </a:lnTo>
                <a:lnTo>
                  <a:pt x="3163420" y="936118"/>
                </a:lnTo>
                <a:lnTo>
                  <a:pt x="3208276" y="910319"/>
                </a:lnTo>
                <a:lnTo>
                  <a:pt x="3251614" y="882479"/>
                </a:lnTo>
                <a:lnTo>
                  <a:pt x="3293293" y="852742"/>
                </a:lnTo>
                <a:lnTo>
                  <a:pt x="3333170" y="821253"/>
                </a:lnTo>
                <a:lnTo>
                  <a:pt x="3371104" y="788157"/>
                </a:lnTo>
                <a:lnTo>
                  <a:pt x="3406952" y="753599"/>
                </a:lnTo>
                <a:lnTo>
                  <a:pt x="3440572" y="717724"/>
                </a:lnTo>
                <a:lnTo>
                  <a:pt x="3471822" y="680677"/>
                </a:lnTo>
                <a:lnTo>
                  <a:pt x="3500560" y="642603"/>
                </a:lnTo>
                <a:lnTo>
                  <a:pt x="3526642" y="603646"/>
                </a:lnTo>
                <a:lnTo>
                  <a:pt x="3549928" y="563953"/>
                </a:lnTo>
                <a:lnTo>
                  <a:pt x="3570275" y="523666"/>
                </a:lnTo>
                <a:lnTo>
                  <a:pt x="3587541" y="482932"/>
                </a:lnTo>
                <a:lnTo>
                  <a:pt x="3601583" y="441896"/>
                </a:lnTo>
                <a:lnTo>
                  <a:pt x="3612260" y="400701"/>
                </a:lnTo>
                <a:lnTo>
                  <a:pt x="3619429" y="359494"/>
                </a:lnTo>
                <a:lnTo>
                  <a:pt x="3622948" y="318419"/>
                </a:lnTo>
                <a:lnTo>
                  <a:pt x="3622675" y="277622"/>
                </a:lnTo>
                <a:lnTo>
                  <a:pt x="3613078" y="207394"/>
                </a:lnTo>
                <a:lnTo>
                  <a:pt x="3592072" y="133161"/>
                </a:lnTo>
                <a:lnTo>
                  <a:pt x="3577209" y="95202"/>
                </a:lnTo>
                <a:lnTo>
                  <a:pt x="3559396" y="57032"/>
                </a:lnTo>
                <a:lnTo>
                  <a:pt x="3538599" y="18915"/>
                </a:lnTo>
                <a:lnTo>
                  <a:pt x="3526683" y="0"/>
                </a:lnTo>
                <a:close/>
              </a:path>
              <a:path w="3623310" h="1256030">
                <a:moveTo>
                  <a:pt x="3155536" y="940145"/>
                </a:moveTo>
                <a:lnTo>
                  <a:pt x="1265121" y="940145"/>
                </a:lnTo>
                <a:lnTo>
                  <a:pt x="1311782" y="940212"/>
                </a:lnTo>
                <a:lnTo>
                  <a:pt x="1358284" y="941702"/>
                </a:lnTo>
                <a:lnTo>
                  <a:pt x="1404660" y="944496"/>
                </a:lnTo>
                <a:lnTo>
                  <a:pt x="1450949" y="948470"/>
                </a:lnTo>
                <a:lnTo>
                  <a:pt x="1497185" y="953504"/>
                </a:lnTo>
                <a:lnTo>
                  <a:pt x="1543405" y="959475"/>
                </a:lnTo>
                <a:lnTo>
                  <a:pt x="1589646" y="966264"/>
                </a:lnTo>
                <a:lnTo>
                  <a:pt x="1635942" y="973747"/>
                </a:lnTo>
                <a:lnTo>
                  <a:pt x="1682331" y="981803"/>
                </a:lnTo>
                <a:lnTo>
                  <a:pt x="1964628" y="1035379"/>
                </a:lnTo>
                <a:lnTo>
                  <a:pt x="2061104" y="1052315"/>
                </a:lnTo>
                <a:lnTo>
                  <a:pt x="2109951" y="1060064"/>
                </a:lnTo>
                <a:lnTo>
                  <a:pt x="2159251" y="1067170"/>
                </a:lnTo>
                <a:lnTo>
                  <a:pt x="2209041" y="1073513"/>
                </a:lnTo>
                <a:lnTo>
                  <a:pt x="2259357" y="1078972"/>
                </a:lnTo>
                <a:lnTo>
                  <a:pt x="2310235" y="1083424"/>
                </a:lnTo>
                <a:lnTo>
                  <a:pt x="2361712" y="1086747"/>
                </a:lnTo>
                <a:lnTo>
                  <a:pt x="2413823" y="1088822"/>
                </a:lnTo>
                <a:lnTo>
                  <a:pt x="2466605" y="1089525"/>
                </a:lnTo>
                <a:lnTo>
                  <a:pt x="2520093" y="1088736"/>
                </a:lnTo>
                <a:lnTo>
                  <a:pt x="2574325" y="1086333"/>
                </a:lnTo>
                <a:lnTo>
                  <a:pt x="2629335" y="1082194"/>
                </a:lnTo>
                <a:lnTo>
                  <a:pt x="2685161" y="1076198"/>
                </a:lnTo>
                <a:lnTo>
                  <a:pt x="2731369" y="1069869"/>
                </a:lnTo>
                <a:lnTo>
                  <a:pt x="2778181" y="1062143"/>
                </a:lnTo>
                <a:lnTo>
                  <a:pt x="2825607" y="1052956"/>
                </a:lnTo>
                <a:lnTo>
                  <a:pt x="2873657" y="1042246"/>
                </a:lnTo>
                <a:lnTo>
                  <a:pt x="2922342" y="1029948"/>
                </a:lnTo>
                <a:lnTo>
                  <a:pt x="2971673" y="1016000"/>
                </a:lnTo>
                <a:lnTo>
                  <a:pt x="3021174" y="999816"/>
                </a:lnTo>
                <a:lnTo>
                  <a:pt x="3069727" y="981012"/>
                </a:lnTo>
                <a:lnTo>
                  <a:pt x="3117190" y="959731"/>
                </a:lnTo>
                <a:lnTo>
                  <a:pt x="3155536" y="940145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3047" y="348995"/>
            <a:ext cx="163067" cy="1630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2836" y="838200"/>
            <a:ext cx="99059" cy="990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18076" y="633983"/>
            <a:ext cx="99060" cy="975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82467" y="249936"/>
            <a:ext cx="97536" cy="9906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0"/>
            <a:ext cx="2786380" cy="1060450"/>
            <a:chOff x="0" y="0"/>
            <a:chExt cx="2786380" cy="1060450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2786380" cy="1060450"/>
            </a:xfrm>
            <a:custGeom>
              <a:avLst/>
              <a:gdLst/>
              <a:ahLst/>
              <a:cxnLst/>
              <a:rect l="l" t="t" r="r" b="b"/>
              <a:pathLst>
                <a:path w="2786380" h="1060450">
                  <a:moveTo>
                    <a:pt x="2786150" y="0"/>
                  </a:moveTo>
                  <a:lnTo>
                    <a:pt x="0" y="0"/>
                  </a:lnTo>
                  <a:lnTo>
                    <a:pt x="0" y="1059950"/>
                  </a:lnTo>
                  <a:lnTo>
                    <a:pt x="59912" y="1049244"/>
                  </a:lnTo>
                  <a:lnTo>
                    <a:pt x="109735" y="1037598"/>
                  </a:lnTo>
                  <a:lnTo>
                    <a:pt x="154255" y="1024569"/>
                  </a:lnTo>
                  <a:lnTo>
                    <a:pt x="193908" y="1010306"/>
                  </a:lnTo>
                  <a:lnTo>
                    <a:pt x="229129" y="994960"/>
                  </a:lnTo>
                  <a:lnTo>
                    <a:pt x="288019" y="961617"/>
                  </a:lnTo>
                  <a:lnTo>
                    <a:pt x="334412" y="925739"/>
                  </a:lnTo>
                  <a:lnTo>
                    <a:pt x="371795" y="888527"/>
                  </a:lnTo>
                  <a:lnTo>
                    <a:pt x="403654" y="851180"/>
                  </a:lnTo>
                  <a:lnTo>
                    <a:pt x="418601" y="832830"/>
                  </a:lnTo>
                  <a:lnTo>
                    <a:pt x="433475" y="814897"/>
                  </a:lnTo>
                  <a:lnTo>
                    <a:pt x="464746" y="780880"/>
                  </a:lnTo>
                  <a:lnTo>
                    <a:pt x="500951" y="750327"/>
                  </a:lnTo>
                  <a:lnTo>
                    <a:pt x="545579" y="724438"/>
                  </a:lnTo>
                  <a:lnTo>
                    <a:pt x="602116" y="704414"/>
                  </a:lnTo>
                  <a:lnTo>
                    <a:pt x="665520" y="692388"/>
                  </a:lnTo>
                  <a:lnTo>
                    <a:pt x="724409" y="687403"/>
                  </a:lnTo>
                  <a:lnTo>
                    <a:pt x="753782" y="686815"/>
                  </a:lnTo>
                  <a:lnTo>
                    <a:pt x="2153591" y="686815"/>
                  </a:lnTo>
                  <a:lnTo>
                    <a:pt x="2177102" y="676827"/>
                  </a:lnTo>
                  <a:lnTo>
                    <a:pt x="2231223" y="651533"/>
                  </a:lnTo>
                  <a:lnTo>
                    <a:pt x="2283386" y="624944"/>
                  </a:lnTo>
                  <a:lnTo>
                    <a:pt x="2333450" y="597291"/>
                  </a:lnTo>
                  <a:lnTo>
                    <a:pt x="2381273" y="568805"/>
                  </a:lnTo>
                  <a:lnTo>
                    <a:pt x="2426715" y="539718"/>
                  </a:lnTo>
                  <a:lnTo>
                    <a:pt x="2469635" y="510260"/>
                  </a:lnTo>
                  <a:lnTo>
                    <a:pt x="2509892" y="480664"/>
                  </a:lnTo>
                  <a:lnTo>
                    <a:pt x="2547345" y="451161"/>
                  </a:lnTo>
                  <a:lnTo>
                    <a:pt x="2581853" y="421982"/>
                  </a:lnTo>
                  <a:lnTo>
                    <a:pt x="2613275" y="393359"/>
                  </a:lnTo>
                  <a:lnTo>
                    <a:pt x="2641469" y="365524"/>
                  </a:lnTo>
                  <a:lnTo>
                    <a:pt x="2687613" y="313139"/>
                  </a:lnTo>
                  <a:lnTo>
                    <a:pt x="2719158" y="266681"/>
                  </a:lnTo>
                  <a:lnTo>
                    <a:pt x="2741257" y="207521"/>
                  </a:lnTo>
                  <a:lnTo>
                    <a:pt x="2751835" y="158143"/>
                  </a:lnTo>
                  <a:lnTo>
                    <a:pt x="2762202" y="102901"/>
                  </a:lnTo>
                  <a:lnTo>
                    <a:pt x="2773722" y="46580"/>
                  </a:lnTo>
                  <a:lnTo>
                    <a:pt x="2786150" y="0"/>
                  </a:lnTo>
                  <a:close/>
                </a:path>
                <a:path w="2786380" h="1060450">
                  <a:moveTo>
                    <a:pt x="2153591" y="686815"/>
                  </a:moveTo>
                  <a:lnTo>
                    <a:pt x="753782" y="686815"/>
                  </a:lnTo>
                  <a:lnTo>
                    <a:pt x="797280" y="688038"/>
                  </a:lnTo>
                  <a:lnTo>
                    <a:pt x="840865" y="691505"/>
                  </a:lnTo>
                  <a:lnTo>
                    <a:pt x="884650" y="696918"/>
                  </a:lnTo>
                  <a:lnTo>
                    <a:pt x="928744" y="703978"/>
                  </a:lnTo>
                  <a:lnTo>
                    <a:pt x="973258" y="712384"/>
                  </a:lnTo>
                  <a:lnTo>
                    <a:pt x="1018302" y="721838"/>
                  </a:lnTo>
                  <a:lnTo>
                    <a:pt x="1205991" y="764145"/>
                  </a:lnTo>
                  <a:lnTo>
                    <a:pt x="1255344" y="774348"/>
                  </a:lnTo>
                  <a:lnTo>
                    <a:pt x="1305890" y="783802"/>
                  </a:lnTo>
                  <a:lnTo>
                    <a:pt x="1357740" y="792208"/>
                  </a:lnTo>
                  <a:lnTo>
                    <a:pt x="1411004" y="799268"/>
                  </a:lnTo>
                  <a:lnTo>
                    <a:pt x="1465793" y="804681"/>
                  </a:lnTo>
                  <a:lnTo>
                    <a:pt x="1522217" y="808148"/>
                  </a:lnTo>
                  <a:lnTo>
                    <a:pt x="1580387" y="809371"/>
                  </a:lnTo>
                  <a:lnTo>
                    <a:pt x="1625811" y="808618"/>
                  </a:lnTo>
                  <a:lnTo>
                    <a:pt x="1672350" y="806274"/>
                  </a:lnTo>
                  <a:lnTo>
                    <a:pt x="1720053" y="802211"/>
                  </a:lnTo>
                  <a:lnTo>
                    <a:pt x="1768969" y="796301"/>
                  </a:lnTo>
                  <a:lnTo>
                    <a:pt x="1819147" y="788415"/>
                  </a:lnTo>
                  <a:lnTo>
                    <a:pt x="1882057" y="775757"/>
                  </a:lnTo>
                  <a:lnTo>
                    <a:pt x="1943855" y="760414"/>
                  </a:lnTo>
                  <a:lnTo>
                    <a:pt x="2004399" y="742618"/>
                  </a:lnTo>
                  <a:lnTo>
                    <a:pt x="2063549" y="722600"/>
                  </a:lnTo>
                  <a:lnTo>
                    <a:pt x="2121164" y="700593"/>
                  </a:lnTo>
                  <a:lnTo>
                    <a:pt x="2153591" y="686815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2190115" cy="634365"/>
            </a:xfrm>
            <a:custGeom>
              <a:avLst/>
              <a:gdLst/>
              <a:ahLst/>
              <a:cxnLst/>
              <a:rect l="l" t="t" r="r" b="b"/>
              <a:pathLst>
                <a:path w="2190115" h="634365">
                  <a:moveTo>
                    <a:pt x="2084212" y="424688"/>
                  </a:moveTo>
                  <a:lnTo>
                    <a:pt x="670674" y="424688"/>
                  </a:lnTo>
                  <a:lnTo>
                    <a:pt x="718049" y="426366"/>
                  </a:lnTo>
                  <a:lnTo>
                    <a:pt x="764664" y="431156"/>
                  </a:lnTo>
                  <a:lnTo>
                    <a:pt x="810661" y="438693"/>
                  </a:lnTo>
                  <a:lnTo>
                    <a:pt x="856186" y="448611"/>
                  </a:lnTo>
                  <a:lnTo>
                    <a:pt x="901382" y="460542"/>
                  </a:lnTo>
                  <a:lnTo>
                    <a:pt x="946393" y="474120"/>
                  </a:lnTo>
                  <a:lnTo>
                    <a:pt x="991362" y="488981"/>
                  </a:lnTo>
                  <a:lnTo>
                    <a:pt x="1173703" y="553915"/>
                  </a:lnTo>
                  <a:lnTo>
                    <a:pt x="1220624" y="569690"/>
                  </a:lnTo>
                  <a:lnTo>
                    <a:pt x="1268366" y="584551"/>
                  </a:lnTo>
                  <a:lnTo>
                    <a:pt x="1317074" y="598129"/>
                  </a:lnTo>
                  <a:lnTo>
                    <a:pt x="1366891" y="610060"/>
                  </a:lnTo>
                  <a:lnTo>
                    <a:pt x="1417962" y="619978"/>
                  </a:lnTo>
                  <a:lnTo>
                    <a:pt x="1470430" y="627515"/>
                  </a:lnTo>
                  <a:lnTo>
                    <a:pt x="1524439" y="632305"/>
                  </a:lnTo>
                  <a:lnTo>
                    <a:pt x="1580134" y="633984"/>
                  </a:lnTo>
                  <a:lnTo>
                    <a:pt x="1621788" y="633033"/>
                  </a:lnTo>
                  <a:lnTo>
                    <a:pt x="1664477" y="630094"/>
                  </a:lnTo>
                  <a:lnTo>
                    <a:pt x="1708239" y="625036"/>
                  </a:lnTo>
                  <a:lnTo>
                    <a:pt x="1753108" y="617727"/>
                  </a:lnTo>
                  <a:lnTo>
                    <a:pt x="1800578" y="606567"/>
                  </a:lnTo>
                  <a:lnTo>
                    <a:pt x="1847007" y="591099"/>
                  </a:lnTo>
                  <a:lnTo>
                    <a:pt x="1892029" y="571647"/>
                  </a:lnTo>
                  <a:lnTo>
                    <a:pt x="1935277" y="548534"/>
                  </a:lnTo>
                  <a:lnTo>
                    <a:pt x="1976388" y="522082"/>
                  </a:lnTo>
                  <a:lnTo>
                    <a:pt x="2014994" y="492614"/>
                  </a:lnTo>
                  <a:lnTo>
                    <a:pt x="2050732" y="460454"/>
                  </a:lnTo>
                  <a:lnTo>
                    <a:pt x="2083235" y="425924"/>
                  </a:lnTo>
                  <a:lnTo>
                    <a:pt x="2084212" y="424688"/>
                  </a:lnTo>
                  <a:close/>
                </a:path>
                <a:path w="2190115" h="634365">
                  <a:moveTo>
                    <a:pt x="2154245" y="0"/>
                  </a:moveTo>
                  <a:lnTo>
                    <a:pt x="0" y="0"/>
                  </a:lnTo>
                  <a:lnTo>
                    <a:pt x="0" y="514492"/>
                  </a:lnTo>
                  <a:lnTo>
                    <a:pt x="42392" y="535432"/>
                  </a:lnTo>
                  <a:lnTo>
                    <a:pt x="88468" y="547957"/>
                  </a:lnTo>
                  <a:lnTo>
                    <a:pt x="133578" y="551814"/>
                  </a:lnTo>
                  <a:lnTo>
                    <a:pt x="174150" y="549008"/>
                  </a:lnTo>
                  <a:lnTo>
                    <a:pt x="214787" y="541293"/>
                  </a:lnTo>
                  <a:lnTo>
                    <a:pt x="255910" y="529723"/>
                  </a:lnTo>
                  <a:lnTo>
                    <a:pt x="297940" y="515353"/>
                  </a:lnTo>
                  <a:lnTo>
                    <a:pt x="386411" y="482431"/>
                  </a:lnTo>
                  <a:lnTo>
                    <a:pt x="433694" y="465988"/>
                  </a:lnTo>
                  <a:lnTo>
                    <a:pt x="483571" y="450963"/>
                  </a:lnTo>
                  <a:lnTo>
                    <a:pt x="536464" y="438410"/>
                  </a:lnTo>
                  <a:lnTo>
                    <a:pt x="592794" y="429385"/>
                  </a:lnTo>
                  <a:lnTo>
                    <a:pt x="652983" y="424941"/>
                  </a:lnTo>
                  <a:lnTo>
                    <a:pt x="664806" y="424688"/>
                  </a:lnTo>
                  <a:lnTo>
                    <a:pt x="2084212" y="424688"/>
                  </a:lnTo>
                  <a:lnTo>
                    <a:pt x="2112138" y="389348"/>
                  </a:lnTo>
                  <a:lnTo>
                    <a:pt x="2137075" y="351048"/>
                  </a:lnTo>
                  <a:lnTo>
                    <a:pt x="2157682" y="311347"/>
                  </a:lnTo>
                  <a:lnTo>
                    <a:pt x="2173592" y="270569"/>
                  </a:lnTo>
                  <a:lnTo>
                    <a:pt x="2184440" y="229036"/>
                  </a:lnTo>
                  <a:lnTo>
                    <a:pt x="2189861" y="187071"/>
                  </a:lnTo>
                  <a:lnTo>
                    <a:pt x="2189899" y="149145"/>
                  </a:lnTo>
                  <a:lnTo>
                    <a:pt x="2185675" y="108672"/>
                  </a:lnTo>
                  <a:lnTo>
                    <a:pt x="2177021" y="66398"/>
                  </a:lnTo>
                  <a:lnTo>
                    <a:pt x="2163769" y="23067"/>
                  </a:lnTo>
                  <a:lnTo>
                    <a:pt x="2154245" y="0"/>
                  </a:lnTo>
                  <a:close/>
                </a:path>
              </a:pathLst>
            </a:custGeom>
            <a:solidFill>
              <a:srgbClr val="1A4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5444528" y="3847782"/>
            <a:ext cx="3699510" cy="1296035"/>
          </a:xfrm>
          <a:custGeom>
            <a:avLst/>
            <a:gdLst/>
            <a:ahLst/>
            <a:cxnLst/>
            <a:rect l="l" t="t" r="r" b="b"/>
            <a:pathLst>
              <a:path w="3699509" h="1296035">
                <a:moveTo>
                  <a:pt x="1142813" y="182780"/>
                </a:moveTo>
                <a:lnTo>
                  <a:pt x="1089714" y="183986"/>
                </a:lnTo>
                <a:lnTo>
                  <a:pt x="1035888" y="186793"/>
                </a:lnTo>
                <a:lnTo>
                  <a:pt x="981301" y="191320"/>
                </a:lnTo>
                <a:lnTo>
                  <a:pt x="925918" y="197688"/>
                </a:lnTo>
                <a:lnTo>
                  <a:pt x="880047" y="204342"/>
                </a:lnTo>
                <a:lnTo>
                  <a:pt x="833603" y="212369"/>
                </a:lnTo>
                <a:lnTo>
                  <a:pt x="786568" y="221835"/>
                </a:lnTo>
                <a:lnTo>
                  <a:pt x="738918" y="232803"/>
                </a:lnTo>
                <a:lnTo>
                  <a:pt x="690633" y="245336"/>
                </a:lnTo>
                <a:lnTo>
                  <a:pt x="641692" y="259499"/>
                </a:lnTo>
                <a:lnTo>
                  <a:pt x="592664" y="275895"/>
                </a:lnTo>
                <a:lnTo>
                  <a:pt x="544592" y="294872"/>
                </a:lnTo>
                <a:lnTo>
                  <a:pt x="497619" y="316284"/>
                </a:lnTo>
                <a:lnTo>
                  <a:pt x="451884" y="339989"/>
                </a:lnTo>
                <a:lnTo>
                  <a:pt x="407528" y="365842"/>
                </a:lnTo>
                <a:lnTo>
                  <a:pt x="364690" y="393698"/>
                </a:lnTo>
                <a:lnTo>
                  <a:pt x="323513" y="423414"/>
                </a:lnTo>
                <a:lnTo>
                  <a:pt x="284135" y="454845"/>
                </a:lnTo>
                <a:lnTo>
                  <a:pt x="246698" y="487848"/>
                </a:lnTo>
                <a:lnTo>
                  <a:pt x="211341" y="522277"/>
                </a:lnTo>
                <a:lnTo>
                  <a:pt x="178206" y="557990"/>
                </a:lnTo>
                <a:lnTo>
                  <a:pt x="147432" y="594841"/>
                </a:lnTo>
                <a:lnTo>
                  <a:pt x="119160" y="632687"/>
                </a:lnTo>
                <a:lnTo>
                  <a:pt x="93531" y="671383"/>
                </a:lnTo>
                <a:lnTo>
                  <a:pt x="70684" y="710786"/>
                </a:lnTo>
                <a:lnTo>
                  <a:pt x="50760" y="750750"/>
                </a:lnTo>
                <a:lnTo>
                  <a:pt x="33901" y="791133"/>
                </a:lnTo>
                <a:lnTo>
                  <a:pt x="20245" y="831789"/>
                </a:lnTo>
                <a:lnTo>
                  <a:pt x="9933" y="872575"/>
                </a:lnTo>
                <a:lnTo>
                  <a:pt x="3107" y="913347"/>
                </a:lnTo>
                <a:lnTo>
                  <a:pt x="0" y="952762"/>
                </a:lnTo>
                <a:lnTo>
                  <a:pt x="15" y="961815"/>
                </a:lnTo>
                <a:lnTo>
                  <a:pt x="4363" y="1030339"/>
                </a:lnTo>
                <a:lnTo>
                  <a:pt x="21638" y="1106251"/>
                </a:lnTo>
                <a:lnTo>
                  <a:pt x="35093" y="1145474"/>
                </a:lnTo>
                <a:lnTo>
                  <a:pt x="51807" y="1185128"/>
                </a:lnTo>
                <a:lnTo>
                  <a:pt x="71817" y="1224904"/>
                </a:lnTo>
                <a:lnTo>
                  <a:pt x="95160" y="1264491"/>
                </a:lnTo>
                <a:lnTo>
                  <a:pt x="116497" y="1295715"/>
                </a:lnTo>
                <a:lnTo>
                  <a:pt x="2014848" y="1295715"/>
                </a:lnTo>
                <a:lnTo>
                  <a:pt x="2415214" y="1187116"/>
                </a:lnTo>
                <a:lnTo>
                  <a:pt x="2711585" y="1112048"/>
                </a:lnTo>
                <a:lnTo>
                  <a:pt x="2959585" y="1053849"/>
                </a:lnTo>
                <a:lnTo>
                  <a:pt x="3158737" y="1010729"/>
                </a:lnTo>
                <a:lnTo>
                  <a:pt x="3358620" y="971120"/>
                </a:lnTo>
                <a:lnTo>
                  <a:pt x="3509047" y="943968"/>
                </a:lnTo>
                <a:lnTo>
                  <a:pt x="3659941" y="919201"/>
                </a:lnTo>
                <a:lnTo>
                  <a:pt x="3699471" y="913166"/>
                </a:lnTo>
                <a:lnTo>
                  <a:pt x="3699471" y="320935"/>
                </a:lnTo>
                <a:lnTo>
                  <a:pt x="2290497" y="320935"/>
                </a:lnTo>
                <a:lnTo>
                  <a:pt x="2244310" y="319844"/>
                </a:lnTo>
                <a:lnTo>
                  <a:pt x="2198237" y="317466"/>
                </a:lnTo>
                <a:lnTo>
                  <a:pt x="2152245" y="313919"/>
                </a:lnTo>
                <a:lnTo>
                  <a:pt x="2106298" y="309325"/>
                </a:lnTo>
                <a:lnTo>
                  <a:pt x="2060361" y="303803"/>
                </a:lnTo>
                <a:lnTo>
                  <a:pt x="2014398" y="297475"/>
                </a:lnTo>
                <a:lnTo>
                  <a:pt x="1968375" y="290460"/>
                </a:lnTo>
                <a:lnTo>
                  <a:pt x="1876008" y="274852"/>
                </a:lnTo>
                <a:lnTo>
                  <a:pt x="1641585" y="232241"/>
                </a:lnTo>
                <a:lnTo>
                  <a:pt x="1545677" y="216288"/>
                </a:lnTo>
                <a:lnTo>
                  <a:pt x="1497124" y="209026"/>
                </a:lnTo>
                <a:lnTo>
                  <a:pt x="1448126" y="202402"/>
                </a:lnTo>
                <a:lnTo>
                  <a:pt x="1398647" y="196536"/>
                </a:lnTo>
                <a:lnTo>
                  <a:pt x="1348652" y="191547"/>
                </a:lnTo>
                <a:lnTo>
                  <a:pt x="1298106" y="187557"/>
                </a:lnTo>
                <a:lnTo>
                  <a:pt x="1246974" y="184685"/>
                </a:lnTo>
                <a:lnTo>
                  <a:pt x="1195222" y="183053"/>
                </a:lnTo>
                <a:lnTo>
                  <a:pt x="1142813" y="182780"/>
                </a:lnTo>
                <a:close/>
              </a:path>
              <a:path w="3699509" h="1296035">
                <a:moveTo>
                  <a:pt x="3419976" y="0"/>
                </a:moveTo>
                <a:lnTo>
                  <a:pt x="3381781" y="623"/>
                </a:lnTo>
                <a:lnTo>
                  <a:pt x="3303270" y="11128"/>
                </a:lnTo>
                <a:lnTo>
                  <a:pt x="3262734" y="21070"/>
                </a:lnTo>
                <a:lnTo>
                  <a:pt x="3222440" y="33617"/>
                </a:lnTo>
                <a:lnTo>
                  <a:pt x="3182179" y="48432"/>
                </a:lnTo>
                <a:lnTo>
                  <a:pt x="3141746" y="65180"/>
                </a:lnTo>
                <a:lnTo>
                  <a:pt x="3100934" y="83524"/>
                </a:lnTo>
                <a:lnTo>
                  <a:pt x="3059501" y="103146"/>
                </a:lnTo>
                <a:lnTo>
                  <a:pt x="2929765" y="166139"/>
                </a:lnTo>
                <a:lnTo>
                  <a:pt x="2883959" y="187421"/>
                </a:lnTo>
                <a:lnTo>
                  <a:pt x="2836535" y="208283"/>
                </a:lnTo>
                <a:lnTo>
                  <a:pt x="2787285" y="228387"/>
                </a:lnTo>
                <a:lnTo>
                  <a:pt x="2736004" y="247399"/>
                </a:lnTo>
                <a:lnTo>
                  <a:pt x="2682485" y="264981"/>
                </a:lnTo>
                <a:lnTo>
                  <a:pt x="2626521" y="280798"/>
                </a:lnTo>
                <a:lnTo>
                  <a:pt x="2567906" y="294513"/>
                </a:lnTo>
                <a:lnTo>
                  <a:pt x="2506433" y="305790"/>
                </a:lnTo>
                <a:lnTo>
                  <a:pt x="2430099" y="315273"/>
                </a:lnTo>
                <a:lnTo>
                  <a:pt x="2383356" y="318769"/>
                </a:lnTo>
                <a:lnTo>
                  <a:pt x="2336834" y="320617"/>
                </a:lnTo>
                <a:lnTo>
                  <a:pt x="2290497" y="320935"/>
                </a:lnTo>
                <a:lnTo>
                  <a:pt x="3699471" y="320935"/>
                </a:lnTo>
                <a:lnTo>
                  <a:pt x="3699449" y="103128"/>
                </a:lnTo>
                <a:lnTo>
                  <a:pt x="3638894" y="61761"/>
                </a:lnTo>
                <a:lnTo>
                  <a:pt x="3594316" y="38737"/>
                </a:lnTo>
                <a:lnTo>
                  <a:pt x="3547635" y="20732"/>
                </a:lnTo>
                <a:lnTo>
                  <a:pt x="3498938" y="8445"/>
                </a:lnTo>
                <a:lnTo>
                  <a:pt x="3458981" y="2520"/>
                </a:lnTo>
                <a:lnTo>
                  <a:pt x="3419976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pPr marL="0" algn="r" defTabSz="914400" rtl="1" eaLnBrk="1" latinLnBrk="0" hangingPunct="1"/>
            <a:endParaRPr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10684" y="4724400"/>
            <a:ext cx="163067" cy="16306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91143" y="4168140"/>
            <a:ext cx="99059" cy="9905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26836" y="4050794"/>
            <a:ext cx="99060" cy="9905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03035" y="4756403"/>
            <a:ext cx="97536" cy="9906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6282244" y="4037277"/>
            <a:ext cx="2861945" cy="1106805"/>
            <a:chOff x="6282244" y="4037277"/>
            <a:chExt cx="2861945" cy="1106805"/>
          </a:xfrm>
        </p:grpSpPr>
        <p:sp>
          <p:nvSpPr>
            <p:cNvPr id="16" name="object 16"/>
            <p:cNvSpPr/>
            <p:nvPr/>
          </p:nvSpPr>
          <p:spPr>
            <a:xfrm>
              <a:off x="6282244" y="4037277"/>
              <a:ext cx="2861945" cy="1106805"/>
            </a:xfrm>
            <a:custGeom>
              <a:avLst/>
              <a:gdLst/>
              <a:ahLst/>
              <a:cxnLst/>
              <a:rect l="l" t="t" r="r" b="b"/>
              <a:pathLst>
                <a:path w="2861945" h="1106804">
                  <a:moveTo>
                    <a:pt x="1220407" y="258700"/>
                  </a:moveTo>
                  <a:lnTo>
                    <a:pt x="1174984" y="259455"/>
                  </a:lnTo>
                  <a:lnTo>
                    <a:pt x="1128445" y="261807"/>
                  </a:lnTo>
                  <a:lnTo>
                    <a:pt x="1080742" y="265890"/>
                  </a:lnTo>
                  <a:lnTo>
                    <a:pt x="1031825" y="271833"/>
                  </a:lnTo>
                  <a:lnTo>
                    <a:pt x="981647" y="279769"/>
                  </a:lnTo>
                  <a:lnTo>
                    <a:pt x="918737" y="292413"/>
                  </a:lnTo>
                  <a:lnTo>
                    <a:pt x="856939" y="307743"/>
                  </a:lnTo>
                  <a:lnTo>
                    <a:pt x="796395" y="325528"/>
                  </a:lnTo>
                  <a:lnTo>
                    <a:pt x="737245" y="345535"/>
                  </a:lnTo>
                  <a:lnTo>
                    <a:pt x="679631" y="367534"/>
                  </a:lnTo>
                  <a:lnTo>
                    <a:pt x="623692" y="391292"/>
                  </a:lnTo>
                  <a:lnTo>
                    <a:pt x="569571" y="416579"/>
                  </a:lnTo>
                  <a:lnTo>
                    <a:pt x="517408" y="443162"/>
                  </a:lnTo>
                  <a:lnTo>
                    <a:pt x="467345" y="470811"/>
                  </a:lnTo>
                  <a:lnTo>
                    <a:pt x="419521" y="499293"/>
                  </a:lnTo>
                  <a:lnTo>
                    <a:pt x="374079" y="528378"/>
                  </a:lnTo>
                  <a:lnTo>
                    <a:pt x="331159" y="557833"/>
                  </a:lnTo>
                  <a:lnTo>
                    <a:pt x="290902" y="587427"/>
                  </a:lnTo>
                  <a:lnTo>
                    <a:pt x="253449" y="616929"/>
                  </a:lnTo>
                  <a:lnTo>
                    <a:pt x="218941" y="646107"/>
                  </a:lnTo>
                  <a:lnTo>
                    <a:pt x="187520" y="674729"/>
                  </a:lnTo>
                  <a:lnTo>
                    <a:pt x="159325" y="702564"/>
                  </a:lnTo>
                  <a:lnTo>
                    <a:pt x="113181" y="754947"/>
                  </a:lnTo>
                  <a:lnTo>
                    <a:pt x="81637" y="801404"/>
                  </a:lnTo>
                  <a:lnTo>
                    <a:pt x="59537" y="860580"/>
                  </a:lnTo>
                  <a:lnTo>
                    <a:pt x="48959" y="909972"/>
                  </a:lnTo>
                  <a:lnTo>
                    <a:pt x="38593" y="965221"/>
                  </a:lnTo>
                  <a:lnTo>
                    <a:pt x="27073" y="1021541"/>
                  </a:lnTo>
                  <a:lnTo>
                    <a:pt x="13034" y="1074146"/>
                  </a:lnTo>
                  <a:lnTo>
                    <a:pt x="0" y="1106222"/>
                  </a:lnTo>
                  <a:lnTo>
                    <a:pt x="2861755" y="1106222"/>
                  </a:lnTo>
                  <a:lnTo>
                    <a:pt x="2861755" y="381344"/>
                  </a:lnTo>
                  <a:lnTo>
                    <a:pt x="2047050" y="381344"/>
                  </a:lnTo>
                  <a:lnTo>
                    <a:pt x="2003542" y="380120"/>
                  </a:lnTo>
                  <a:lnTo>
                    <a:pt x="1959948" y="376651"/>
                  </a:lnTo>
                  <a:lnTo>
                    <a:pt x="1916156" y="371234"/>
                  </a:lnTo>
                  <a:lnTo>
                    <a:pt x="1872055" y="364169"/>
                  </a:lnTo>
                  <a:lnTo>
                    <a:pt x="1827537" y="355756"/>
                  </a:lnTo>
                  <a:lnTo>
                    <a:pt x="1782489" y="346295"/>
                  </a:lnTo>
                  <a:lnTo>
                    <a:pt x="1594793" y="303958"/>
                  </a:lnTo>
                  <a:lnTo>
                    <a:pt x="1545441" y="293748"/>
                  </a:lnTo>
                  <a:lnTo>
                    <a:pt x="1494895" y="284287"/>
                  </a:lnTo>
                  <a:lnTo>
                    <a:pt x="1443047" y="275874"/>
                  </a:lnTo>
                  <a:lnTo>
                    <a:pt x="1389784" y="268810"/>
                  </a:lnTo>
                  <a:lnTo>
                    <a:pt x="1334997" y="263393"/>
                  </a:lnTo>
                  <a:lnTo>
                    <a:pt x="1278575" y="259923"/>
                  </a:lnTo>
                  <a:lnTo>
                    <a:pt x="1220407" y="258700"/>
                  </a:lnTo>
                  <a:close/>
                </a:path>
                <a:path w="2861945" h="1106804">
                  <a:moveTo>
                    <a:pt x="2861755" y="0"/>
                  </a:moveTo>
                  <a:lnTo>
                    <a:pt x="2796478" y="8771"/>
                  </a:lnTo>
                  <a:lnTo>
                    <a:pt x="2740913" y="18884"/>
                  </a:lnTo>
                  <a:lnTo>
                    <a:pt x="2691087" y="30530"/>
                  </a:lnTo>
                  <a:lnTo>
                    <a:pt x="2646565" y="43559"/>
                  </a:lnTo>
                  <a:lnTo>
                    <a:pt x="2606910" y="57821"/>
                  </a:lnTo>
                  <a:lnTo>
                    <a:pt x="2571687" y="73166"/>
                  </a:lnTo>
                  <a:lnTo>
                    <a:pt x="2512792" y="106506"/>
                  </a:lnTo>
                  <a:lnTo>
                    <a:pt x="2466395" y="142379"/>
                  </a:lnTo>
                  <a:lnTo>
                    <a:pt x="2429010" y="179586"/>
                  </a:lnTo>
                  <a:lnTo>
                    <a:pt x="2397150" y="216927"/>
                  </a:lnTo>
                  <a:lnTo>
                    <a:pt x="2382203" y="235273"/>
                  </a:lnTo>
                  <a:lnTo>
                    <a:pt x="2367330" y="253203"/>
                  </a:lnTo>
                  <a:lnTo>
                    <a:pt x="2336063" y="287214"/>
                  </a:lnTo>
                  <a:lnTo>
                    <a:pt x="2299863" y="317760"/>
                  </a:lnTo>
                  <a:lnTo>
                    <a:pt x="2255245" y="343641"/>
                  </a:lnTo>
                  <a:lnTo>
                    <a:pt x="2198722" y="363659"/>
                  </a:lnTo>
                  <a:lnTo>
                    <a:pt x="2135275" y="375707"/>
                  </a:lnTo>
                  <a:lnTo>
                    <a:pt x="2076395" y="380746"/>
                  </a:lnTo>
                  <a:lnTo>
                    <a:pt x="2047050" y="381344"/>
                  </a:lnTo>
                  <a:lnTo>
                    <a:pt x="2861755" y="381344"/>
                  </a:lnTo>
                  <a:lnTo>
                    <a:pt x="2861755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93140" y="4472978"/>
              <a:ext cx="2251075" cy="670560"/>
            </a:xfrm>
            <a:custGeom>
              <a:avLst/>
              <a:gdLst/>
              <a:ahLst/>
              <a:cxnLst/>
              <a:rect l="l" t="t" r="r" b="b"/>
              <a:pathLst>
                <a:path w="2251075" h="670560">
                  <a:moveTo>
                    <a:pt x="609765" y="0"/>
                  </a:moveTo>
                  <a:lnTo>
                    <a:pt x="568111" y="942"/>
                  </a:lnTo>
                  <a:lnTo>
                    <a:pt x="525421" y="3860"/>
                  </a:lnTo>
                  <a:lnTo>
                    <a:pt x="481659" y="8893"/>
                  </a:lnTo>
                  <a:lnTo>
                    <a:pt x="436791" y="16179"/>
                  </a:lnTo>
                  <a:lnTo>
                    <a:pt x="389320" y="27328"/>
                  </a:lnTo>
                  <a:lnTo>
                    <a:pt x="342891" y="42775"/>
                  </a:lnTo>
                  <a:lnTo>
                    <a:pt x="297869" y="62201"/>
                  </a:lnTo>
                  <a:lnTo>
                    <a:pt x="254621" y="85281"/>
                  </a:lnTo>
                  <a:lnTo>
                    <a:pt x="213510" y="111693"/>
                  </a:lnTo>
                  <a:lnTo>
                    <a:pt x="174904" y="141115"/>
                  </a:lnTo>
                  <a:lnTo>
                    <a:pt x="139166" y="173224"/>
                  </a:lnTo>
                  <a:lnTo>
                    <a:pt x="106663" y="207699"/>
                  </a:lnTo>
                  <a:lnTo>
                    <a:pt x="77760" y="244216"/>
                  </a:lnTo>
                  <a:lnTo>
                    <a:pt x="52823" y="282452"/>
                  </a:lnTo>
                  <a:lnTo>
                    <a:pt x="32217" y="322087"/>
                  </a:lnTo>
                  <a:lnTo>
                    <a:pt x="16307" y="362796"/>
                  </a:lnTo>
                  <a:lnTo>
                    <a:pt x="5458" y="404258"/>
                  </a:lnTo>
                  <a:lnTo>
                    <a:pt x="38" y="446151"/>
                  </a:lnTo>
                  <a:lnTo>
                    <a:pt x="0" y="484024"/>
                  </a:lnTo>
                  <a:lnTo>
                    <a:pt x="4223" y="524436"/>
                  </a:lnTo>
                  <a:lnTo>
                    <a:pt x="12877" y="566643"/>
                  </a:lnTo>
                  <a:lnTo>
                    <a:pt x="26129" y="609901"/>
                  </a:lnTo>
                  <a:lnTo>
                    <a:pt x="44147" y="653465"/>
                  </a:lnTo>
                  <a:lnTo>
                    <a:pt x="53225" y="670520"/>
                  </a:lnTo>
                  <a:lnTo>
                    <a:pt x="2250859" y="670520"/>
                  </a:lnTo>
                  <a:lnTo>
                    <a:pt x="2250859" y="208889"/>
                  </a:lnTo>
                  <a:lnTo>
                    <a:pt x="1519212" y="208889"/>
                  </a:lnTo>
                  <a:lnTo>
                    <a:pt x="1471835" y="207214"/>
                  </a:lnTo>
                  <a:lnTo>
                    <a:pt x="1425220" y="202433"/>
                  </a:lnTo>
                  <a:lnTo>
                    <a:pt x="1379222" y="194910"/>
                  </a:lnTo>
                  <a:lnTo>
                    <a:pt x="1333698" y="185013"/>
                  </a:lnTo>
                  <a:lnTo>
                    <a:pt x="1288504" y="173105"/>
                  </a:lnTo>
                  <a:lnTo>
                    <a:pt x="1243495" y="159552"/>
                  </a:lnTo>
                  <a:lnTo>
                    <a:pt x="1198528" y="144721"/>
                  </a:lnTo>
                  <a:lnTo>
                    <a:pt x="1153459" y="128976"/>
                  </a:lnTo>
                  <a:lnTo>
                    <a:pt x="1016197" y="79913"/>
                  </a:lnTo>
                  <a:lnTo>
                    <a:pt x="969278" y="64168"/>
                  </a:lnTo>
                  <a:lnTo>
                    <a:pt x="921538" y="49336"/>
                  </a:lnTo>
                  <a:lnTo>
                    <a:pt x="872831" y="35784"/>
                  </a:lnTo>
                  <a:lnTo>
                    <a:pt x="823014" y="23876"/>
                  </a:lnTo>
                  <a:lnTo>
                    <a:pt x="771943" y="13978"/>
                  </a:lnTo>
                  <a:lnTo>
                    <a:pt x="719473" y="6456"/>
                  </a:lnTo>
                  <a:lnTo>
                    <a:pt x="665462" y="1675"/>
                  </a:lnTo>
                  <a:lnTo>
                    <a:pt x="609765" y="0"/>
                  </a:lnTo>
                  <a:close/>
                </a:path>
                <a:path w="2251075" h="670560">
                  <a:moveTo>
                    <a:pt x="2056295" y="82003"/>
                  </a:moveTo>
                  <a:lnTo>
                    <a:pt x="2015738" y="84803"/>
                  </a:lnTo>
                  <a:lnTo>
                    <a:pt x="1975112" y="92502"/>
                  </a:lnTo>
                  <a:lnTo>
                    <a:pt x="1933996" y="104047"/>
                  </a:lnTo>
                  <a:lnTo>
                    <a:pt x="1891969" y="118387"/>
                  </a:lnTo>
                  <a:lnTo>
                    <a:pt x="1803495" y="151244"/>
                  </a:lnTo>
                  <a:lnTo>
                    <a:pt x="1756205" y="167657"/>
                  </a:lnTo>
                  <a:lnTo>
                    <a:pt x="1706319" y="182657"/>
                  </a:lnTo>
                  <a:lnTo>
                    <a:pt x="1653414" y="195192"/>
                  </a:lnTo>
                  <a:lnTo>
                    <a:pt x="1597070" y="204211"/>
                  </a:lnTo>
                  <a:lnTo>
                    <a:pt x="1536865" y="208661"/>
                  </a:lnTo>
                  <a:lnTo>
                    <a:pt x="1525054" y="208889"/>
                  </a:lnTo>
                  <a:lnTo>
                    <a:pt x="2250859" y="208889"/>
                  </a:lnTo>
                  <a:lnTo>
                    <a:pt x="2250859" y="170484"/>
                  </a:lnTo>
                  <a:lnTo>
                    <a:pt x="2232080" y="150888"/>
                  </a:lnTo>
                  <a:lnTo>
                    <a:pt x="2191941" y="120221"/>
                  </a:lnTo>
                  <a:lnTo>
                    <a:pt x="2147481" y="98298"/>
                  </a:lnTo>
                  <a:lnTo>
                    <a:pt x="2101411" y="85850"/>
                  </a:lnTo>
                  <a:lnTo>
                    <a:pt x="2078758" y="82937"/>
                  </a:lnTo>
                  <a:lnTo>
                    <a:pt x="2056295" y="82003"/>
                  </a:lnTo>
                  <a:close/>
                </a:path>
              </a:pathLst>
            </a:custGeom>
            <a:solidFill>
              <a:srgbClr val="1A4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404996" y="336549"/>
            <a:ext cx="23450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Hardware</a:t>
            </a:r>
            <a:r>
              <a:rPr sz="2800" spc="-70" dirty="0"/>
              <a:t> </a:t>
            </a:r>
            <a:r>
              <a:rPr sz="2800" spc="-5" dirty="0"/>
              <a:t>Part</a:t>
            </a:r>
            <a:endParaRPr sz="2800"/>
          </a:p>
        </p:txBody>
      </p:sp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82320" y="122169"/>
            <a:ext cx="1590952" cy="76769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668" y="1071372"/>
            <a:ext cx="1185671" cy="128625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56944" y="1071372"/>
            <a:ext cx="1306068" cy="128625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68167" y="1120139"/>
            <a:ext cx="1306068" cy="1141475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4403506" y="882396"/>
            <a:ext cx="2465705" cy="1551940"/>
            <a:chOff x="4403506" y="882396"/>
            <a:chExt cx="2465705" cy="1551940"/>
          </a:xfrm>
        </p:grpSpPr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03506" y="928116"/>
              <a:ext cx="1290157" cy="128625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81471" y="882396"/>
              <a:ext cx="1187196" cy="1551431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15620" y="2289175"/>
            <a:ext cx="1343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ESP8266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5" dirty="0">
                <a:latin typeface="Arial MT"/>
                <a:cs typeface="Arial MT"/>
              </a:rPr>
              <a:t>microcontroller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chip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24252" y="2282139"/>
            <a:ext cx="4159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R</a:t>
            </a:r>
            <a:r>
              <a:rPr sz="1200" dirty="0">
                <a:latin typeface="Arial MT"/>
                <a:cs typeface="Arial MT"/>
              </a:rPr>
              <a:t>elay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63951" y="2325370"/>
            <a:ext cx="322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L</a:t>
            </a:r>
            <a:r>
              <a:rPr sz="1200" dirty="0">
                <a:latin typeface="Arial MT"/>
                <a:cs typeface="Arial MT"/>
              </a:rPr>
              <a:t>E</a:t>
            </a:r>
            <a:r>
              <a:rPr sz="1200" spc="-5" dirty="0">
                <a:latin typeface="Arial MT"/>
                <a:cs typeface="Arial MT"/>
              </a:rPr>
              <a:t>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90415" y="2289175"/>
            <a:ext cx="288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Fa</a:t>
            </a:r>
            <a:r>
              <a:rPr sz="1200" spc="-5" dirty="0"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12358" y="2325370"/>
            <a:ext cx="8902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B</a:t>
            </a:r>
            <a:r>
              <a:rPr sz="1200" spc="-5" dirty="0">
                <a:latin typeface="Arial MT"/>
                <a:cs typeface="Arial MT"/>
              </a:rPr>
              <a:t>a</a:t>
            </a:r>
            <a:r>
              <a:rPr sz="1200" dirty="0">
                <a:latin typeface="Arial MT"/>
                <a:cs typeface="Arial MT"/>
              </a:rPr>
              <a:t>tt</a:t>
            </a:r>
            <a:r>
              <a:rPr sz="1200" spc="-5" dirty="0">
                <a:latin typeface="Arial MT"/>
                <a:cs typeface="Arial MT"/>
              </a:rPr>
              <a:t>e</a:t>
            </a:r>
            <a:r>
              <a:rPr sz="1200" dirty="0">
                <a:latin typeface="Arial MT"/>
                <a:cs typeface="Arial MT"/>
              </a:rPr>
              <a:t>ry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</a:t>
            </a:r>
            <a:r>
              <a:rPr sz="1200" spc="-5" dirty="0">
                <a:latin typeface="Arial MT"/>
                <a:cs typeface="Arial MT"/>
              </a:rPr>
              <a:t>a</a:t>
            </a:r>
            <a:r>
              <a:rPr sz="1200" dirty="0">
                <a:latin typeface="Arial MT"/>
                <a:cs typeface="Arial MT"/>
              </a:rPr>
              <a:t>ck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63732" y="3086306"/>
            <a:ext cx="1171723" cy="921744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328066" y="4172813"/>
            <a:ext cx="11010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Battery</a:t>
            </a:r>
            <a:r>
              <a:rPr sz="1200" spc="-6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Charger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26063" y="3045934"/>
            <a:ext cx="1078260" cy="93688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431469" y="3023817"/>
            <a:ext cx="1008888" cy="1013460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844420" y="4172813"/>
            <a:ext cx="7054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latin typeface="Arial MT"/>
                <a:cs typeface="Arial MT"/>
              </a:rPr>
              <a:t>T</a:t>
            </a:r>
            <a:r>
              <a:rPr sz="1200" spc="-5" dirty="0">
                <a:latin typeface="Arial MT"/>
                <a:cs typeface="Arial MT"/>
              </a:rPr>
              <a:t>r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5" dirty="0">
                <a:latin typeface="Arial MT"/>
                <a:cs typeface="Arial MT"/>
              </a:rPr>
              <a:t>n</a:t>
            </a:r>
            <a:r>
              <a:rPr sz="1200" dirty="0">
                <a:latin typeface="Arial MT"/>
                <a:cs typeface="Arial MT"/>
              </a:rPr>
              <a:t>s</a:t>
            </a:r>
            <a:r>
              <a:rPr sz="1200" spc="-5" dirty="0">
                <a:latin typeface="Arial MT"/>
                <a:cs typeface="Arial MT"/>
              </a:rPr>
              <a:t>i</a:t>
            </a:r>
            <a:r>
              <a:rPr sz="1200" dirty="0">
                <a:latin typeface="Arial MT"/>
                <a:cs typeface="Arial MT"/>
              </a:rPr>
              <a:t>stor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56234" y="4198922"/>
            <a:ext cx="593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Speaker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8" name="object 3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221224" y="2929130"/>
            <a:ext cx="1382268" cy="1144524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5459349" y="4126790"/>
            <a:ext cx="9029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</a:rPr>
              <a:t>Raspberry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Pi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552943" y="1159763"/>
            <a:ext cx="1085088" cy="998219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7649971" y="2360167"/>
            <a:ext cx="8902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Arial MT"/>
                <a:cs typeface="Arial MT"/>
              </a:rPr>
              <a:t>W</a:t>
            </a:r>
            <a:r>
              <a:rPr sz="1200" spc="-15" dirty="0">
                <a:latin typeface="Arial MT"/>
                <a:cs typeface="Arial MT"/>
              </a:rPr>
              <a:t>e</a:t>
            </a:r>
            <a:r>
              <a:rPr sz="1200" spc="-5" dirty="0">
                <a:latin typeface="Arial MT"/>
                <a:cs typeface="Arial MT"/>
              </a:rPr>
              <a:t>b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ca</a:t>
            </a:r>
            <a:r>
              <a:rPr sz="1200" spc="5" dirty="0">
                <a:latin typeface="Arial MT"/>
                <a:cs typeface="Arial MT"/>
              </a:rPr>
              <a:t>m</a:t>
            </a:r>
            <a:r>
              <a:rPr sz="1200" spc="-5" dirty="0">
                <a:latin typeface="Arial MT"/>
                <a:cs typeface="Arial MT"/>
              </a:rPr>
              <a:t>era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DD9CE74D-5A74-B2D0-0238-3D73FFB58938}"/>
              </a:ext>
            </a:extLst>
          </p:cNvPr>
          <p:cNvSpPr txBox="1"/>
          <p:nvPr/>
        </p:nvSpPr>
        <p:spPr>
          <a:xfrm>
            <a:off x="7552180" y="4084764"/>
            <a:ext cx="89026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SA" sz="1200" spc="40" dirty="0">
                <a:latin typeface="Arial MT"/>
                <a:cs typeface="Arial MT"/>
              </a:rPr>
              <a:t>Resistor</a:t>
            </a:r>
            <a:endParaRPr sz="1200" dirty="0">
              <a:latin typeface="Arial MT"/>
              <a:cs typeface="Arial MT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A980C7A-AA00-1B79-A91E-D7A7228BF8D3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230" y="2872834"/>
            <a:ext cx="1726167" cy="1144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68289" y="0"/>
            <a:ext cx="3176270" cy="1804670"/>
            <a:chOff x="5968289" y="0"/>
            <a:chExt cx="3176270" cy="1804670"/>
          </a:xfrm>
        </p:grpSpPr>
        <p:sp>
          <p:nvSpPr>
            <p:cNvPr id="3" name="object 3"/>
            <p:cNvSpPr/>
            <p:nvPr/>
          </p:nvSpPr>
          <p:spPr>
            <a:xfrm>
              <a:off x="7131337" y="0"/>
              <a:ext cx="2012950" cy="882650"/>
            </a:xfrm>
            <a:custGeom>
              <a:avLst/>
              <a:gdLst/>
              <a:ahLst/>
              <a:cxnLst/>
              <a:rect l="l" t="t" r="r" b="b"/>
              <a:pathLst>
                <a:path w="2012950" h="882650">
                  <a:moveTo>
                    <a:pt x="1922333" y="533952"/>
                  </a:moveTo>
                  <a:lnTo>
                    <a:pt x="1018595" y="533952"/>
                  </a:lnTo>
                  <a:lnTo>
                    <a:pt x="1049698" y="538239"/>
                  </a:lnTo>
                  <a:lnTo>
                    <a:pt x="1079085" y="548513"/>
                  </a:lnTo>
                  <a:lnTo>
                    <a:pt x="1121929" y="578677"/>
                  </a:lnTo>
                  <a:lnTo>
                    <a:pt x="1172847" y="635763"/>
                  </a:lnTo>
                  <a:lnTo>
                    <a:pt x="1210369" y="674727"/>
                  </a:lnTo>
                  <a:lnTo>
                    <a:pt x="1247626" y="709868"/>
                  </a:lnTo>
                  <a:lnTo>
                    <a:pt x="1284587" y="741330"/>
                  </a:lnTo>
                  <a:lnTo>
                    <a:pt x="1321220" y="769256"/>
                  </a:lnTo>
                  <a:lnTo>
                    <a:pt x="1357495" y="793789"/>
                  </a:lnTo>
                  <a:lnTo>
                    <a:pt x="1393379" y="815072"/>
                  </a:lnTo>
                  <a:lnTo>
                    <a:pt x="1428843" y="833247"/>
                  </a:lnTo>
                  <a:lnTo>
                    <a:pt x="1709179" y="882620"/>
                  </a:lnTo>
                  <a:lnTo>
                    <a:pt x="1935128" y="806370"/>
                  </a:lnTo>
                  <a:lnTo>
                    <a:pt x="2012662" y="748886"/>
                  </a:lnTo>
                  <a:lnTo>
                    <a:pt x="2012662" y="576676"/>
                  </a:lnTo>
                  <a:lnTo>
                    <a:pt x="1922333" y="533952"/>
                  </a:lnTo>
                  <a:close/>
                </a:path>
                <a:path w="2012950" h="882650">
                  <a:moveTo>
                    <a:pt x="793422" y="0"/>
                  </a:moveTo>
                  <a:lnTo>
                    <a:pt x="34320" y="0"/>
                  </a:lnTo>
                  <a:lnTo>
                    <a:pt x="25699" y="32924"/>
                  </a:lnTo>
                  <a:lnTo>
                    <a:pt x="0" y="337562"/>
                  </a:lnTo>
                  <a:lnTo>
                    <a:pt x="80230" y="613028"/>
                  </a:lnTo>
                  <a:lnTo>
                    <a:pt x="115187" y="659546"/>
                  </a:lnTo>
                  <a:lnTo>
                    <a:pt x="151382" y="697230"/>
                  </a:lnTo>
                  <a:lnTo>
                    <a:pt x="188672" y="726721"/>
                  </a:lnTo>
                  <a:lnTo>
                    <a:pt x="226915" y="748664"/>
                  </a:lnTo>
                  <a:lnTo>
                    <a:pt x="266336" y="763682"/>
                  </a:lnTo>
                  <a:lnTo>
                    <a:pt x="306517" y="772262"/>
                  </a:lnTo>
                  <a:lnTo>
                    <a:pt x="347334" y="775024"/>
                  </a:lnTo>
                  <a:lnTo>
                    <a:pt x="388663" y="772590"/>
                  </a:lnTo>
                  <a:lnTo>
                    <a:pt x="430380" y="765582"/>
                  </a:lnTo>
                  <a:lnTo>
                    <a:pt x="472362" y="754621"/>
                  </a:lnTo>
                  <a:lnTo>
                    <a:pt x="514484" y="740327"/>
                  </a:lnTo>
                  <a:lnTo>
                    <a:pt x="556624" y="723323"/>
                  </a:lnTo>
                  <a:lnTo>
                    <a:pt x="598657" y="704229"/>
                  </a:lnTo>
                  <a:lnTo>
                    <a:pt x="640460" y="683666"/>
                  </a:lnTo>
                  <a:lnTo>
                    <a:pt x="681908" y="662257"/>
                  </a:lnTo>
                  <a:lnTo>
                    <a:pt x="763248" y="619381"/>
                  </a:lnTo>
                  <a:lnTo>
                    <a:pt x="802892" y="599158"/>
                  </a:lnTo>
                  <a:lnTo>
                    <a:pt x="841687" y="580572"/>
                  </a:lnTo>
                  <a:lnTo>
                    <a:pt x="879509" y="564245"/>
                  </a:lnTo>
                  <a:lnTo>
                    <a:pt x="916235" y="550798"/>
                  </a:lnTo>
                  <a:lnTo>
                    <a:pt x="985901" y="535031"/>
                  </a:lnTo>
                  <a:lnTo>
                    <a:pt x="1018595" y="533952"/>
                  </a:lnTo>
                  <a:lnTo>
                    <a:pt x="1922333" y="533952"/>
                  </a:lnTo>
                  <a:lnTo>
                    <a:pt x="793422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968289" y="0"/>
              <a:ext cx="3176270" cy="1356360"/>
            </a:xfrm>
            <a:custGeom>
              <a:avLst/>
              <a:gdLst/>
              <a:ahLst/>
              <a:cxnLst/>
              <a:rect l="l" t="t" r="r" b="b"/>
              <a:pathLst>
                <a:path w="3176270" h="1356360">
                  <a:moveTo>
                    <a:pt x="501746" y="0"/>
                  </a:moveTo>
                  <a:lnTo>
                    <a:pt x="0" y="0"/>
                  </a:lnTo>
                  <a:lnTo>
                    <a:pt x="6182" y="4587"/>
                  </a:lnTo>
                  <a:lnTo>
                    <a:pt x="73326" y="35621"/>
                  </a:lnTo>
                  <a:lnTo>
                    <a:pt x="113663" y="45838"/>
                  </a:lnTo>
                  <a:lnTo>
                    <a:pt x="156554" y="51884"/>
                  </a:lnTo>
                  <a:lnTo>
                    <a:pt x="201657" y="54036"/>
                  </a:lnTo>
                  <a:lnTo>
                    <a:pt x="248628" y="52573"/>
                  </a:lnTo>
                  <a:lnTo>
                    <a:pt x="297123" y="47773"/>
                  </a:lnTo>
                  <a:lnTo>
                    <a:pt x="346798" y="39915"/>
                  </a:lnTo>
                  <a:lnTo>
                    <a:pt x="397310" y="29276"/>
                  </a:lnTo>
                  <a:lnTo>
                    <a:pt x="448315" y="16136"/>
                  </a:lnTo>
                  <a:lnTo>
                    <a:pt x="499470" y="772"/>
                  </a:lnTo>
                  <a:lnTo>
                    <a:pt x="501746" y="0"/>
                  </a:lnTo>
                  <a:close/>
                </a:path>
                <a:path w="3176270" h="1356360">
                  <a:moveTo>
                    <a:pt x="3175709" y="1104729"/>
                  </a:moveTo>
                  <a:lnTo>
                    <a:pt x="2781335" y="1104729"/>
                  </a:lnTo>
                  <a:lnTo>
                    <a:pt x="2829253" y="1105947"/>
                  </a:lnTo>
                  <a:lnTo>
                    <a:pt x="2872410" y="1114548"/>
                  </a:lnTo>
                  <a:lnTo>
                    <a:pt x="2911422" y="1129411"/>
                  </a:lnTo>
                  <a:lnTo>
                    <a:pt x="2953687" y="1153889"/>
                  </a:lnTo>
                  <a:lnTo>
                    <a:pt x="2991956" y="1183836"/>
                  </a:lnTo>
                  <a:lnTo>
                    <a:pt x="3027321" y="1217317"/>
                  </a:lnTo>
                  <a:lnTo>
                    <a:pt x="3060870" y="1252394"/>
                  </a:lnTo>
                  <a:lnTo>
                    <a:pt x="3093692" y="1287132"/>
                  </a:lnTo>
                  <a:lnTo>
                    <a:pt x="3126878" y="1319595"/>
                  </a:lnTo>
                  <a:lnTo>
                    <a:pt x="3161516" y="1347846"/>
                  </a:lnTo>
                  <a:lnTo>
                    <a:pt x="3175709" y="1356283"/>
                  </a:lnTo>
                  <a:lnTo>
                    <a:pt x="3175709" y="1104729"/>
                  </a:lnTo>
                  <a:close/>
                </a:path>
                <a:path w="3176270" h="1356360">
                  <a:moveTo>
                    <a:pt x="3175709" y="511016"/>
                  </a:moveTo>
                  <a:lnTo>
                    <a:pt x="2282026" y="511016"/>
                  </a:lnTo>
                  <a:lnTo>
                    <a:pt x="2323303" y="512889"/>
                  </a:lnTo>
                  <a:lnTo>
                    <a:pt x="2357067" y="523239"/>
                  </a:lnTo>
                  <a:lnTo>
                    <a:pt x="2406206" y="567057"/>
                  </a:lnTo>
                  <a:lnTo>
                    <a:pt x="2434686" y="634726"/>
                  </a:lnTo>
                  <a:lnTo>
                    <a:pt x="2443426" y="675064"/>
                  </a:lnTo>
                  <a:lnTo>
                    <a:pt x="2449697" y="718438"/>
                  </a:lnTo>
                  <a:lnTo>
                    <a:pt x="2454399" y="763871"/>
                  </a:lnTo>
                  <a:lnTo>
                    <a:pt x="2458429" y="810387"/>
                  </a:lnTo>
                  <a:lnTo>
                    <a:pt x="2462687" y="857009"/>
                  </a:lnTo>
                  <a:lnTo>
                    <a:pt x="2468072" y="902764"/>
                  </a:lnTo>
                  <a:lnTo>
                    <a:pt x="2475482" y="946673"/>
                  </a:lnTo>
                  <a:lnTo>
                    <a:pt x="2485816" y="987762"/>
                  </a:lnTo>
                  <a:lnTo>
                    <a:pt x="2499972" y="1025054"/>
                  </a:lnTo>
                  <a:lnTo>
                    <a:pt x="2543348" y="1084345"/>
                  </a:lnTo>
                  <a:lnTo>
                    <a:pt x="2604465" y="1114976"/>
                  </a:lnTo>
                  <a:lnTo>
                    <a:pt x="2639817" y="1120108"/>
                  </a:lnTo>
                  <a:lnTo>
                    <a:pt x="2680860" y="1119286"/>
                  </a:lnTo>
                  <a:lnTo>
                    <a:pt x="2728034" y="1112012"/>
                  </a:lnTo>
                  <a:lnTo>
                    <a:pt x="2781335" y="1104729"/>
                  </a:lnTo>
                  <a:lnTo>
                    <a:pt x="3175709" y="1104729"/>
                  </a:lnTo>
                  <a:lnTo>
                    <a:pt x="3175709" y="511016"/>
                  </a:lnTo>
                  <a:close/>
                </a:path>
                <a:path w="3176270" h="1356360">
                  <a:moveTo>
                    <a:pt x="3175709" y="0"/>
                  </a:moveTo>
                  <a:lnTo>
                    <a:pt x="1404191" y="0"/>
                  </a:lnTo>
                  <a:lnTo>
                    <a:pt x="1404962" y="2695"/>
                  </a:lnTo>
                  <a:lnTo>
                    <a:pt x="1416568" y="52668"/>
                  </a:lnTo>
                  <a:lnTo>
                    <a:pt x="1426182" y="102807"/>
                  </a:lnTo>
                  <a:lnTo>
                    <a:pt x="1434158" y="152146"/>
                  </a:lnTo>
                  <a:lnTo>
                    <a:pt x="1445708" y="212978"/>
                  </a:lnTo>
                  <a:lnTo>
                    <a:pt x="1460977" y="268289"/>
                  </a:lnTo>
                  <a:lnTo>
                    <a:pt x="1479699" y="318294"/>
                  </a:lnTo>
                  <a:lnTo>
                    <a:pt x="1501609" y="363211"/>
                  </a:lnTo>
                  <a:lnTo>
                    <a:pt x="1526440" y="403256"/>
                  </a:lnTo>
                  <a:lnTo>
                    <a:pt x="1553926" y="438645"/>
                  </a:lnTo>
                  <a:lnTo>
                    <a:pt x="1583803" y="469595"/>
                  </a:lnTo>
                  <a:lnTo>
                    <a:pt x="1615803" y="496322"/>
                  </a:lnTo>
                  <a:lnTo>
                    <a:pt x="1649661" y="519042"/>
                  </a:lnTo>
                  <a:lnTo>
                    <a:pt x="1685110" y="537972"/>
                  </a:lnTo>
                  <a:lnTo>
                    <a:pt x="1733625" y="557453"/>
                  </a:lnTo>
                  <a:lnTo>
                    <a:pt x="1783823" y="571267"/>
                  </a:lnTo>
                  <a:lnTo>
                    <a:pt x="1835099" y="579900"/>
                  </a:lnTo>
                  <a:lnTo>
                    <a:pt x="1886851" y="583842"/>
                  </a:lnTo>
                  <a:lnTo>
                    <a:pt x="1938475" y="583580"/>
                  </a:lnTo>
                  <a:lnTo>
                    <a:pt x="1989368" y="579604"/>
                  </a:lnTo>
                  <a:lnTo>
                    <a:pt x="2038925" y="572402"/>
                  </a:lnTo>
                  <a:lnTo>
                    <a:pt x="2086544" y="562461"/>
                  </a:lnTo>
                  <a:lnTo>
                    <a:pt x="2131621" y="550271"/>
                  </a:lnTo>
                  <a:lnTo>
                    <a:pt x="2173552" y="536321"/>
                  </a:lnTo>
                  <a:lnTo>
                    <a:pt x="2232391" y="518525"/>
                  </a:lnTo>
                  <a:lnTo>
                    <a:pt x="2282026" y="511016"/>
                  </a:lnTo>
                  <a:lnTo>
                    <a:pt x="3175709" y="511016"/>
                  </a:lnTo>
                  <a:lnTo>
                    <a:pt x="3175709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77306" y="0"/>
              <a:ext cx="1466850" cy="1804670"/>
            </a:xfrm>
            <a:custGeom>
              <a:avLst/>
              <a:gdLst/>
              <a:ahLst/>
              <a:cxnLst/>
              <a:rect l="l" t="t" r="r" b="b"/>
              <a:pathLst>
                <a:path w="1466850" h="1804670">
                  <a:moveTo>
                    <a:pt x="1466693" y="613810"/>
                  </a:moveTo>
                  <a:lnTo>
                    <a:pt x="901257" y="613810"/>
                  </a:lnTo>
                  <a:lnTo>
                    <a:pt x="942500" y="615950"/>
                  </a:lnTo>
                  <a:lnTo>
                    <a:pt x="978695" y="622946"/>
                  </a:lnTo>
                  <a:lnTo>
                    <a:pt x="1036588" y="650030"/>
                  </a:lnTo>
                  <a:lnTo>
                    <a:pt x="1077713" y="692525"/>
                  </a:lnTo>
                  <a:lnTo>
                    <a:pt x="1104925" y="748544"/>
                  </a:lnTo>
                  <a:lnTo>
                    <a:pt x="1120404" y="816045"/>
                  </a:lnTo>
                  <a:lnTo>
                    <a:pt x="1126328" y="892984"/>
                  </a:lnTo>
                  <a:lnTo>
                    <a:pt x="1126388" y="934354"/>
                  </a:lnTo>
                  <a:lnTo>
                    <a:pt x="1124877" y="977318"/>
                  </a:lnTo>
                  <a:lnTo>
                    <a:pt x="1122067" y="1021620"/>
                  </a:lnTo>
                  <a:lnTo>
                    <a:pt x="1118230" y="1067005"/>
                  </a:lnTo>
                  <a:lnTo>
                    <a:pt x="1113639" y="1113217"/>
                  </a:lnTo>
                  <a:lnTo>
                    <a:pt x="1108565" y="1160001"/>
                  </a:lnTo>
                  <a:lnTo>
                    <a:pt x="1103283" y="1207103"/>
                  </a:lnTo>
                  <a:lnTo>
                    <a:pt x="1098063" y="1254265"/>
                  </a:lnTo>
                  <a:lnTo>
                    <a:pt x="1093178" y="1301234"/>
                  </a:lnTo>
                  <a:lnTo>
                    <a:pt x="1088901" y="1347754"/>
                  </a:lnTo>
                  <a:lnTo>
                    <a:pt x="1085504" y="1393569"/>
                  </a:lnTo>
                  <a:lnTo>
                    <a:pt x="1083259" y="1438423"/>
                  </a:lnTo>
                  <a:lnTo>
                    <a:pt x="1082440" y="1482063"/>
                  </a:lnTo>
                  <a:lnTo>
                    <a:pt x="1083317" y="1524232"/>
                  </a:lnTo>
                  <a:lnTo>
                    <a:pt x="1086164" y="1564675"/>
                  </a:lnTo>
                  <a:lnTo>
                    <a:pt x="1091252" y="1603137"/>
                  </a:lnTo>
                  <a:lnTo>
                    <a:pt x="1109245" y="1673095"/>
                  </a:lnTo>
                  <a:lnTo>
                    <a:pt x="1139474" y="1732063"/>
                  </a:lnTo>
                  <a:lnTo>
                    <a:pt x="1184118" y="1778000"/>
                  </a:lnTo>
                  <a:lnTo>
                    <a:pt x="1230189" y="1800374"/>
                  </a:lnTo>
                  <a:lnTo>
                    <a:pt x="1254148" y="1804137"/>
                  </a:lnTo>
                  <a:lnTo>
                    <a:pt x="1279061" y="1803621"/>
                  </a:lnTo>
                  <a:lnTo>
                    <a:pt x="1331571" y="1790687"/>
                  </a:lnTo>
                  <a:lnTo>
                    <a:pt x="1387354" y="1763443"/>
                  </a:lnTo>
                  <a:lnTo>
                    <a:pt x="1446042" y="1723764"/>
                  </a:lnTo>
                  <a:lnTo>
                    <a:pt x="1466693" y="1707474"/>
                  </a:lnTo>
                  <a:lnTo>
                    <a:pt x="1466693" y="613810"/>
                  </a:lnTo>
                  <a:close/>
                </a:path>
                <a:path w="1466850" h="1804670">
                  <a:moveTo>
                    <a:pt x="1466693" y="0"/>
                  </a:moveTo>
                  <a:lnTo>
                    <a:pt x="0" y="0"/>
                  </a:lnTo>
                  <a:lnTo>
                    <a:pt x="4508" y="18724"/>
                  </a:lnTo>
                  <a:lnTo>
                    <a:pt x="15493" y="62131"/>
                  </a:lnTo>
                  <a:lnTo>
                    <a:pt x="27266" y="105431"/>
                  </a:lnTo>
                  <a:lnTo>
                    <a:pt x="40056" y="148413"/>
                  </a:lnTo>
                  <a:lnTo>
                    <a:pt x="54092" y="190865"/>
                  </a:lnTo>
                  <a:lnTo>
                    <a:pt x="69604" y="232577"/>
                  </a:lnTo>
                  <a:lnTo>
                    <a:pt x="86819" y="273337"/>
                  </a:lnTo>
                  <a:lnTo>
                    <a:pt x="105967" y="312934"/>
                  </a:lnTo>
                  <a:lnTo>
                    <a:pt x="127277" y="351157"/>
                  </a:lnTo>
                  <a:lnTo>
                    <a:pt x="150977" y="387794"/>
                  </a:lnTo>
                  <a:lnTo>
                    <a:pt x="177297" y="422633"/>
                  </a:lnTo>
                  <a:lnTo>
                    <a:pt x="206466" y="455465"/>
                  </a:lnTo>
                  <a:lnTo>
                    <a:pt x="238712" y="486077"/>
                  </a:lnTo>
                  <a:lnTo>
                    <a:pt x="274265" y="514258"/>
                  </a:lnTo>
                  <a:lnTo>
                    <a:pt x="313352" y="539797"/>
                  </a:lnTo>
                  <a:lnTo>
                    <a:pt x="356205" y="562483"/>
                  </a:lnTo>
                  <a:lnTo>
                    <a:pt x="392941" y="578303"/>
                  </a:lnTo>
                  <a:lnTo>
                    <a:pt x="432284" y="592093"/>
                  </a:lnTo>
                  <a:lnTo>
                    <a:pt x="474348" y="603747"/>
                  </a:lnTo>
                  <a:lnTo>
                    <a:pt x="519250" y="613163"/>
                  </a:lnTo>
                  <a:lnTo>
                    <a:pt x="567104" y="620236"/>
                  </a:lnTo>
                  <a:lnTo>
                    <a:pt x="618025" y="624863"/>
                  </a:lnTo>
                  <a:lnTo>
                    <a:pt x="672128" y="626940"/>
                  </a:lnTo>
                  <a:lnTo>
                    <a:pt x="729528" y="626365"/>
                  </a:lnTo>
                  <a:lnTo>
                    <a:pt x="790340" y="623032"/>
                  </a:lnTo>
                  <a:lnTo>
                    <a:pt x="854680" y="616838"/>
                  </a:lnTo>
                  <a:lnTo>
                    <a:pt x="901257" y="613810"/>
                  </a:lnTo>
                  <a:lnTo>
                    <a:pt x="1466693" y="613810"/>
                  </a:lnTo>
                  <a:lnTo>
                    <a:pt x="1466693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9775" y="164592"/>
              <a:ext cx="163068" cy="1645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5571" y="330708"/>
              <a:ext cx="99059" cy="975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0627" y="382524"/>
              <a:ext cx="99060" cy="990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96883" y="900683"/>
              <a:ext cx="164592" cy="16306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250185" y="419480"/>
            <a:ext cx="46424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ahoma"/>
                <a:cs typeface="Tahoma"/>
              </a:rPr>
              <a:t>Hardware</a:t>
            </a:r>
            <a:r>
              <a:rPr spc="-12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Configuration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ESP8266 </a:t>
            </a:r>
            <a:r>
              <a:rPr b="1" dirty="0">
                <a:latin typeface="Times New Roman"/>
                <a:cs typeface="Times New Roman"/>
              </a:rPr>
              <a:t>microcontroller</a:t>
            </a:r>
            <a:r>
              <a:rPr dirty="0"/>
              <a:t>: WiFi- </a:t>
            </a:r>
            <a:r>
              <a:rPr spc="5" dirty="0"/>
              <a:t> </a:t>
            </a:r>
            <a:r>
              <a:rPr spc="-5" dirty="0"/>
              <a:t>enabled,</a:t>
            </a:r>
            <a:r>
              <a:rPr spc="240" dirty="0"/>
              <a:t> </a:t>
            </a:r>
            <a:r>
              <a:rPr spc="-5" dirty="0"/>
              <a:t>with</a:t>
            </a:r>
            <a:r>
              <a:rPr spc="235" dirty="0"/>
              <a:t> </a:t>
            </a:r>
            <a:r>
              <a:rPr dirty="0"/>
              <a:t>pins</a:t>
            </a:r>
            <a:r>
              <a:rPr spc="240" dirty="0"/>
              <a:t> </a:t>
            </a:r>
            <a:r>
              <a:rPr spc="-5" dirty="0"/>
              <a:t>for</a:t>
            </a:r>
            <a:r>
              <a:rPr spc="235" dirty="0"/>
              <a:t> </a:t>
            </a:r>
            <a:r>
              <a:rPr dirty="0"/>
              <a:t>connecting </a:t>
            </a:r>
            <a:r>
              <a:rPr spc="-285" dirty="0"/>
              <a:t> </a:t>
            </a:r>
            <a:r>
              <a:rPr dirty="0"/>
              <a:t>to accessories like </a:t>
            </a:r>
            <a:r>
              <a:rPr spc="-5" dirty="0"/>
              <a:t>LEDs, fans, </a:t>
            </a:r>
            <a:r>
              <a:rPr dirty="0"/>
              <a:t>and </a:t>
            </a:r>
            <a:r>
              <a:rPr spc="-285" dirty="0"/>
              <a:t> </a:t>
            </a:r>
            <a:r>
              <a:rPr spc="-10" dirty="0"/>
              <a:t>relays.</a:t>
            </a:r>
          </a:p>
          <a:p>
            <a:pPr>
              <a:lnSpc>
                <a:spcPct val="100000"/>
              </a:lnSpc>
            </a:pPr>
            <a:endParaRPr sz="1300" dirty="0"/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 dirty="0"/>
          </a:p>
          <a:p>
            <a:pPr marL="12700" marR="17145" algn="just">
              <a:lnSpc>
                <a:spcPct val="100000"/>
              </a:lnSpc>
            </a:pPr>
            <a:r>
              <a:rPr b="1" spc="-5" dirty="0">
                <a:latin typeface="Times New Roman"/>
                <a:cs typeface="Times New Roman"/>
              </a:rPr>
              <a:t>LED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connections</a:t>
            </a:r>
            <a:r>
              <a:rPr spc="-5" dirty="0"/>
              <a:t>:</a:t>
            </a:r>
            <a:r>
              <a:rPr dirty="0"/>
              <a:t> </a:t>
            </a:r>
            <a:r>
              <a:rPr spc="-5" dirty="0"/>
              <a:t>Two</a:t>
            </a:r>
            <a:r>
              <a:rPr dirty="0"/>
              <a:t> pins</a:t>
            </a:r>
            <a:r>
              <a:rPr spc="5" dirty="0"/>
              <a:t> </a:t>
            </a:r>
            <a:r>
              <a:rPr dirty="0"/>
              <a:t>for </a:t>
            </a:r>
            <a:r>
              <a:rPr spc="-285" dirty="0"/>
              <a:t> </a:t>
            </a:r>
            <a:r>
              <a:rPr spc="-5" dirty="0"/>
              <a:t>each LED, </a:t>
            </a:r>
            <a:r>
              <a:rPr dirty="0"/>
              <a:t>one for power </a:t>
            </a:r>
            <a:r>
              <a:rPr spc="-5" dirty="0"/>
              <a:t>and </a:t>
            </a:r>
            <a:r>
              <a:rPr spc="5" dirty="0"/>
              <a:t>one </a:t>
            </a:r>
            <a:r>
              <a:rPr spc="10" dirty="0"/>
              <a:t> </a:t>
            </a:r>
            <a:r>
              <a:rPr dirty="0"/>
              <a:t>for </a:t>
            </a:r>
            <a:r>
              <a:rPr spc="-5" dirty="0"/>
              <a:t>ground, </a:t>
            </a:r>
            <a:r>
              <a:rPr dirty="0"/>
              <a:t>connected </a:t>
            </a:r>
            <a:r>
              <a:rPr spc="5" dirty="0"/>
              <a:t>to </a:t>
            </a:r>
            <a:r>
              <a:rPr spc="-5" dirty="0"/>
              <a:t>D4 </a:t>
            </a:r>
            <a:r>
              <a:rPr dirty="0"/>
              <a:t>and </a:t>
            </a:r>
            <a:r>
              <a:rPr spc="5" dirty="0"/>
              <a:t> </a:t>
            </a:r>
            <a:r>
              <a:rPr spc="-5" dirty="0"/>
              <a:t>D3 on </a:t>
            </a:r>
            <a:r>
              <a:rPr dirty="0"/>
              <a:t>the</a:t>
            </a:r>
            <a:r>
              <a:rPr spc="5" dirty="0"/>
              <a:t> </a:t>
            </a:r>
            <a:r>
              <a:rPr spc="-5" dirty="0"/>
              <a:t>controller.</a:t>
            </a:r>
          </a:p>
          <a:p>
            <a:pPr>
              <a:lnSpc>
                <a:spcPct val="100000"/>
              </a:lnSpc>
            </a:pPr>
            <a:endParaRPr sz="1300" dirty="0"/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 dirty="0"/>
          </a:p>
          <a:p>
            <a:pPr marL="14604" marR="104139" algn="just">
              <a:lnSpc>
                <a:spcPct val="100000"/>
              </a:lnSpc>
              <a:spcBef>
                <a:spcPts val="5"/>
              </a:spcBef>
            </a:pPr>
            <a:r>
              <a:rPr b="1" spc="-5" dirty="0">
                <a:latin typeface="Times New Roman"/>
                <a:cs typeface="Times New Roman"/>
              </a:rPr>
              <a:t>Relay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control</a:t>
            </a:r>
            <a:r>
              <a:rPr spc="-5" dirty="0"/>
              <a:t>:</a:t>
            </a:r>
            <a:r>
              <a:rPr spc="290" dirty="0"/>
              <a:t> </a:t>
            </a:r>
            <a:r>
              <a:rPr spc="5" dirty="0"/>
              <a:t>Relay  </a:t>
            </a:r>
            <a:r>
              <a:rPr spc="-5" dirty="0"/>
              <a:t>operated </a:t>
            </a:r>
            <a:r>
              <a:rPr dirty="0"/>
              <a:t> </a:t>
            </a:r>
            <a:r>
              <a:rPr spc="5" dirty="0"/>
              <a:t>by </a:t>
            </a:r>
            <a:r>
              <a:rPr dirty="0"/>
              <a:t>the controller for </a:t>
            </a:r>
            <a:r>
              <a:rPr spc="-5" dirty="0"/>
              <a:t>fan </a:t>
            </a:r>
            <a:r>
              <a:rPr dirty="0"/>
              <a:t>control, </a:t>
            </a:r>
            <a:r>
              <a:rPr spc="5" dirty="0"/>
              <a:t> </a:t>
            </a:r>
            <a:r>
              <a:rPr dirty="0"/>
              <a:t>requiring a transistor for voltage </a:t>
            </a:r>
            <a:r>
              <a:rPr spc="5" dirty="0"/>
              <a:t> </a:t>
            </a:r>
            <a:r>
              <a:rPr spc="-5" dirty="0"/>
              <a:t>conversion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sz="half" idx="3"/>
          </p:nvPr>
        </p:nvSpPr>
        <p:spPr>
          <a:xfrm>
            <a:off x="5540755" y="1524380"/>
            <a:ext cx="2193925" cy="2877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Transistor</a:t>
            </a:r>
            <a:r>
              <a:rPr b="1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function</a:t>
            </a:r>
            <a:r>
              <a:rPr spc="-5" dirty="0"/>
              <a:t>:</a:t>
            </a:r>
            <a:r>
              <a:rPr dirty="0"/>
              <a:t> </a:t>
            </a:r>
            <a:r>
              <a:rPr spc="-5" dirty="0"/>
              <a:t>Converts </a:t>
            </a:r>
            <a:r>
              <a:rPr dirty="0"/>
              <a:t> controller voltage </a:t>
            </a:r>
            <a:r>
              <a:rPr spc="-5" dirty="0"/>
              <a:t>from </a:t>
            </a:r>
            <a:r>
              <a:rPr dirty="0"/>
              <a:t>3.3V to </a:t>
            </a:r>
            <a:r>
              <a:rPr spc="-5" dirty="0"/>
              <a:t>5V </a:t>
            </a:r>
            <a:r>
              <a:rPr spc="-285" dirty="0"/>
              <a:t> </a:t>
            </a:r>
            <a:r>
              <a:rPr dirty="0"/>
              <a:t>for</a:t>
            </a:r>
            <a:r>
              <a:rPr spc="5" dirty="0"/>
              <a:t> </a:t>
            </a:r>
            <a:r>
              <a:rPr dirty="0"/>
              <a:t>relay</a:t>
            </a:r>
            <a:r>
              <a:rPr spc="5" dirty="0"/>
              <a:t> </a:t>
            </a:r>
            <a:r>
              <a:rPr dirty="0"/>
              <a:t>operation,</a:t>
            </a:r>
            <a:r>
              <a:rPr spc="5" dirty="0"/>
              <a:t> </a:t>
            </a:r>
            <a:r>
              <a:rPr dirty="0"/>
              <a:t>with </a:t>
            </a:r>
            <a:r>
              <a:rPr spc="5" dirty="0"/>
              <a:t> </a:t>
            </a:r>
            <a:r>
              <a:rPr dirty="0"/>
              <a:t>connections to </a:t>
            </a:r>
            <a:r>
              <a:rPr spc="-5" dirty="0"/>
              <a:t>D0 </a:t>
            </a:r>
            <a:r>
              <a:rPr dirty="0"/>
              <a:t>pin, </a:t>
            </a:r>
            <a:r>
              <a:rPr spc="-5" dirty="0"/>
              <a:t>ground, and </a:t>
            </a:r>
            <a:r>
              <a:rPr spc="-285" dirty="0"/>
              <a:t> </a:t>
            </a:r>
            <a:r>
              <a:rPr spc="-5" dirty="0"/>
              <a:t>relay</a:t>
            </a:r>
            <a:r>
              <a:rPr spc="15" dirty="0"/>
              <a:t> </a:t>
            </a:r>
            <a:r>
              <a:rPr spc="-5" dirty="0"/>
              <a:t>control.</a:t>
            </a:r>
            <a:endParaRPr lang="ar-SA" spc="-5" dirty="0"/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endParaRPr lang="ar-SA" spc="-5" dirty="0"/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GB" b="1" spc="-10" dirty="0">
                <a:latin typeface="Times New Roman"/>
                <a:cs typeface="Times New Roman"/>
              </a:rPr>
              <a:t>Fan</a:t>
            </a:r>
            <a:r>
              <a:rPr lang="en-GB" b="1" spc="-5" dirty="0">
                <a:latin typeface="Times New Roman"/>
                <a:cs typeface="Times New Roman"/>
              </a:rPr>
              <a:t> connection</a:t>
            </a:r>
            <a:r>
              <a:rPr lang="en-GB" spc="-5" dirty="0"/>
              <a:t>:</a:t>
            </a:r>
            <a:r>
              <a:rPr lang="en-GB" dirty="0"/>
              <a:t> Red</a:t>
            </a:r>
            <a:r>
              <a:rPr lang="en-GB" spc="5" dirty="0"/>
              <a:t> </a:t>
            </a:r>
            <a:r>
              <a:rPr lang="en-GB" dirty="0"/>
              <a:t>cable </a:t>
            </a:r>
            <a:r>
              <a:rPr lang="en-GB" spc="5" dirty="0"/>
              <a:t> </a:t>
            </a:r>
            <a:r>
              <a:rPr lang="en-GB" dirty="0"/>
              <a:t>connected</a:t>
            </a:r>
            <a:r>
              <a:rPr lang="en-GB" spc="5" dirty="0"/>
              <a:t> </a:t>
            </a:r>
            <a:r>
              <a:rPr lang="en-GB" dirty="0"/>
              <a:t>to</a:t>
            </a:r>
            <a:r>
              <a:rPr lang="en-GB" spc="5" dirty="0"/>
              <a:t> relay</a:t>
            </a:r>
            <a:r>
              <a:rPr lang="en-GB" spc="315" dirty="0"/>
              <a:t> </a:t>
            </a:r>
            <a:r>
              <a:rPr lang="en-GB" dirty="0"/>
              <a:t>terminal, </a:t>
            </a:r>
            <a:r>
              <a:rPr lang="en-GB" spc="5" dirty="0"/>
              <a:t> </a:t>
            </a:r>
            <a:r>
              <a:rPr lang="en-GB" dirty="0"/>
              <a:t>black</a:t>
            </a:r>
            <a:r>
              <a:rPr lang="en-GB" spc="5" dirty="0"/>
              <a:t> </a:t>
            </a:r>
            <a:r>
              <a:rPr lang="en-GB" dirty="0"/>
              <a:t>cable</a:t>
            </a:r>
            <a:r>
              <a:rPr lang="en-GB" spc="5" dirty="0"/>
              <a:t> </a:t>
            </a:r>
            <a:r>
              <a:rPr lang="en-GB" dirty="0"/>
              <a:t>to</a:t>
            </a:r>
            <a:r>
              <a:rPr lang="en-GB" spc="5" dirty="0"/>
              <a:t> </a:t>
            </a:r>
            <a:r>
              <a:rPr lang="en-GB" dirty="0"/>
              <a:t>battery</a:t>
            </a:r>
            <a:r>
              <a:rPr lang="en-GB" spc="5" dirty="0"/>
              <a:t> </a:t>
            </a:r>
            <a:r>
              <a:rPr lang="en-GB" dirty="0"/>
              <a:t>box </a:t>
            </a:r>
            <a:r>
              <a:rPr lang="en-GB" spc="-285" dirty="0"/>
              <a:t> </a:t>
            </a:r>
            <a:r>
              <a:rPr lang="en-GB" spc="-5" dirty="0"/>
              <a:t>negative</a:t>
            </a:r>
            <a:r>
              <a:rPr lang="en-GB" spc="40" dirty="0"/>
              <a:t> </a:t>
            </a:r>
            <a:r>
              <a:rPr lang="en-GB" spc="-5" dirty="0"/>
              <a:t>terminal.</a:t>
            </a:r>
            <a:endParaRPr spc="-5" dirty="0"/>
          </a:p>
          <a:p>
            <a:pPr>
              <a:lnSpc>
                <a:spcPct val="100000"/>
              </a:lnSpc>
            </a:pPr>
            <a:endParaRPr sz="1300" dirty="0"/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 dirty="0"/>
          </a:p>
          <a:p>
            <a:pPr marL="25400" marR="5715" algn="just">
              <a:lnSpc>
                <a:spcPct val="100000"/>
              </a:lnSpc>
            </a:pPr>
            <a:r>
              <a:rPr b="1" spc="-5" dirty="0">
                <a:latin typeface="Times New Roman"/>
                <a:cs typeface="Times New Roman"/>
              </a:rPr>
              <a:t>Battery box setup: </a:t>
            </a:r>
            <a:r>
              <a:rPr spc="-5" dirty="0"/>
              <a:t>Connected </a:t>
            </a:r>
            <a:r>
              <a:rPr spc="10" dirty="0"/>
              <a:t>to </a:t>
            </a:r>
            <a:r>
              <a:rPr spc="15" dirty="0"/>
              <a:t> </a:t>
            </a:r>
            <a:r>
              <a:rPr spc="-5" dirty="0"/>
              <a:t>switch and </a:t>
            </a:r>
            <a:r>
              <a:rPr dirty="0"/>
              <a:t>battery charger circuit </a:t>
            </a:r>
            <a:r>
              <a:rPr spc="5" dirty="0"/>
              <a:t> </a:t>
            </a:r>
            <a:r>
              <a:rPr dirty="0"/>
              <a:t>for</a:t>
            </a:r>
            <a:r>
              <a:rPr spc="-5" dirty="0"/>
              <a:t> power</a:t>
            </a:r>
            <a:r>
              <a:rPr dirty="0"/>
              <a:t> </a:t>
            </a:r>
            <a:r>
              <a:rPr spc="-5" dirty="0"/>
              <a:t>management.</a:t>
            </a:r>
          </a:p>
        </p:txBody>
      </p:sp>
      <p:sp>
        <p:nvSpPr>
          <p:cNvPr id="14" name="object 14"/>
          <p:cNvSpPr/>
          <p:nvPr/>
        </p:nvSpPr>
        <p:spPr>
          <a:xfrm>
            <a:off x="4364735" y="4271771"/>
            <a:ext cx="414655" cy="158750"/>
          </a:xfrm>
          <a:custGeom>
            <a:avLst/>
            <a:gdLst/>
            <a:ahLst/>
            <a:cxnLst/>
            <a:rect l="l" t="t" r="r" b="b"/>
            <a:pathLst>
              <a:path w="414654" h="158750">
                <a:moveTo>
                  <a:pt x="414527" y="0"/>
                </a:moveTo>
                <a:lnTo>
                  <a:pt x="0" y="0"/>
                </a:lnTo>
                <a:lnTo>
                  <a:pt x="0" y="158495"/>
                </a:lnTo>
                <a:lnTo>
                  <a:pt x="414527" y="158495"/>
                </a:lnTo>
                <a:lnTo>
                  <a:pt x="414527" y="0"/>
                </a:lnTo>
                <a:close/>
              </a:path>
            </a:pathLst>
          </a:custGeom>
          <a:solidFill>
            <a:srgbClr val="285E8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713231" y="1510283"/>
            <a:ext cx="544195" cy="544195"/>
            <a:chOff x="713231" y="1510283"/>
            <a:chExt cx="544195" cy="544195"/>
          </a:xfrm>
        </p:grpSpPr>
        <p:sp>
          <p:nvSpPr>
            <p:cNvPr id="16" name="object 16"/>
            <p:cNvSpPr/>
            <p:nvPr/>
          </p:nvSpPr>
          <p:spPr>
            <a:xfrm>
              <a:off x="713231" y="1510283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4" h="544194">
                  <a:moveTo>
                    <a:pt x="544068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544068" y="544068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7946" y="1604771"/>
              <a:ext cx="396240" cy="363220"/>
            </a:xfrm>
            <a:custGeom>
              <a:avLst/>
              <a:gdLst/>
              <a:ahLst/>
              <a:cxnLst/>
              <a:rect l="l" t="t" r="r" b="b"/>
              <a:pathLst>
                <a:path w="396240" h="363219">
                  <a:moveTo>
                    <a:pt x="208749" y="109982"/>
                  </a:moveTo>
                  <a:lnTo>
                    <a:pt x="203873" y="105156"/>
                  </a:lnTo>
                  <a:lnTo>
                    <a:pt x="196570" y="105156"/>
                  </a:lnTo>
                  <a:lnTo>
                    <a:pt x="190055" y="105156"/>
                  </a:lnTo>
                  <a:lnTo>
                    <a:pt x="184365" y="110871"/>
                  </a:lnTo>
                  <a:lnTo>
                    <a:pt x="184365" y="124714"/>
                  </a:lnTo>
                  <a:lnTo>
                    <a:pt x="190055" y="129540"/>
                  </a:lnTo>
                  <a:lnTo>
                    <a:pt x="203873" y="129540"/>
                  </a:lnTo>
                  <a:lnTo>
                    <a:pt x="208749" y="123063"/>
                  </a:lnTo>
                  <a:lnTo>
                    <a:pt x="208749" y="109982"/>
                  </a:lnTo>
                  <a:close/>
                </a:path>
                <a:path w="396240" h="363219">
                  <a:moveTo>
                    <a:pt x="254431" y="117348"/>
                  </a:moveTo>
                  <a:lnTo>
                    <a:pt x="249834" y="94513"/>
                  </a:lnTo>
                  <a:lnTo>
                    <a:pt x="241566" y="82042"/>
                  </a:lnTo>
                  <a:lnTo>
                    <a:pt x="237286" y="75590"/>
                  </a:lnTo>
                  <a:lnTo>
                    <a:pt x="231444" y="71551"/>
                  </a:lnTo>
                  <a:lnTo>
                    <a:pt x="231444" y="117348"/>
                  </a:lnTo>
                  <a:lnTo>
                    <a:pt x="228663" y="131013"/>
                  </a:lnTo>
                  <a:lnTo>
                    <a:pt x="221145" y="142240"/>
                  </a:lnTo>
                  <a:lnTo>
                    <a:pt x="210045" y="149860"/>
                  </a:lnTo>
                  <a:lnTo>
                    <a:pt x="196596" y="152654"/>
                  </a:lnTo>
                  <a:lnTo>
                    <a:pt x="183565" y="149860"/>
                  </a:lnTo>
                  <a:lnTo>
                    <a:pt x="172707" y="142240"/>
                  </a:lnTo>
                  <a:lnTo>
                    <a:pt x="165265" y="131013"/>
                  </a:lnTo>
                  <a:lnTo>
                    <a:pt x="162509" y="117348"/>
                  </a:lnTo>
                  <a:lnTo>
                    <a:pt x="165265" y="103695"/>
                  </a:lnTo>
                  <a:lnTo>
                    <a:pt x="172707" y="92456"/>
                  </a:lnTo>
                  <a:lnTo>
                    <a:pt x="183565" y="84848"/>
                  </a:lnTo>
                  <a:lnTo>
                    <a:pt x="196596" y="82042"/>
                  </a:lnTo>
                  <a:lnTo>
                    <a:pt x="210045" y="84848"/>
                  </a:lnTo>
                  <a:lnTo>
                    <a:pt x="221145" y="92456"/>
                  </a:lnTo>
                  <a:lnTo>
                    <a:pt x="228663" y="103695"/>
                  </a:lnTo>
                  <a:lnTo>
                    <a:pt x="231444" y="117348"/>
                  </a:lnTo>
                  <a:lnTo>
                    <a:pt x="231444" y="71551"/>
                  </a:lnTo>
                  <a:lnTo>
                    <a:pt x="218655" y="62687"/>
                  </a:lnTo>
                  <a:lnTo>
                    <a:pt x="195795" y="57912"/>
                  </a:lnTo>
                  <a:lnTo>
                    <a:pt x="172910" y="62585"/>
                  </a:lnTo>
                  <a:lnTo>
                    <a:pt x="154266" y="75298"/>
                  </a:lnTo>
                  <a:lnTo>
                    <a:pt x="141706" y="94195"/>
                  </a:lnTo>
                  <a:lnTo>
                    <a:pt x="137121" y="117348"/>
                  </a:lnTo>
                  <a:lnTo>
                    <a:pt x="141706" y="140512"/>
                  </a:lnTo>
                  <a:lnTo>
                    <a:pt x="154266" y="159410"/>
                  </a:lnTo>
                  <a:lnTo>
                    <a:pt x="172910" y="172123"/>
                  </a:lnTo>
                  <a:lnTo>
                    <a:pt x="195795" y="176784"/>
                  </a:lnTo>
                  <a:lnTo>
                    <a:pt x="218655" y="172021"/>
                  </a:lnTo>
                  <a:lnTo>
                    <a:pt x="237286" y="159118"/>
                  </a:lnTo>
                  <a:lnTo>
                    <a:pt x="241566" y="152654"/>
                  </a:lnTo>
                  <a:lnTo>
                    <a:pt x="249834" y="140195"/>
                  </a:lnTo>
                  <a:lnTo>
                    <a:pt x="254431" y="117348"/>
                  </a:lnTo>
                  <a:close/>
                </a:path>
                <a:path w="396240" h="363219">
                  <a:moveTo>
                    <a:pt x="396163" y="122555"/>
                  </a:moveTo>
                  <a:lnTo>
                    <a:pt x="352831" y="72644"/>
                  </a:lnTo>
                  <a:lnTo>
                    <a:pt x="311886" y="39204"/>
                  </a:lnTo>
                  <a:lnTo>
                    <a:pt x="279209" y="21869"/>
                  </a:lnTo>
                  <a:lnTo>
                    <a:pt x="279209" y="117729"/>
                  </a:lnTo>
                  <a:lnTo>
                    <a:pt x="272783" y="149225"/>
                  </a:lnTo>
                  <a:lnTo>
                    <a:pt x="255244" y="175031"/>
                  </a:lnTo>
                  <a:lnTo>
                    <a:pt x="229209" y="192481"/>
                  </a:lnTo>
                  <a:lnTo>
                    <a:pt x="197294" y="198882"/>
                  </a:lnTo>
                  <a:lnTo>
                    <a:pt x="165811" y="192481"/>
                  </a:lnTo>
                  <a:lnTo>
                    <a:pt x="140004" y="175031"/>
                  </a:lnTo>
                  <a:lnTo>
                    <a:pt x="122555" y="149225"/>
                  </a:lnTo>
                  <a:lnTo>
                    <a:pt x="116154" y="117729"/>
                  </a:lnTo>
                  <a:lnTo>
                    <a:pt x="122555" y="86131"/>
                  </a:lnTo>
                  <a:lnTo>
                    <a:pt x="140004" y="60058"/>
                  </a:lnTo>
                  <a:lnTo>
                    <a:pt x="165811" y="42354"/>
                  </a:lnTo>
                  <a:lnTo>
                    <a:pt x="197294" y="35814"/>
                  </a:lnTo>
                  <a:lnTo>
                    <a:pt x="229209" y="42354"/>
                  </a:lnTo>
                  <a:lnTo>
                    <a:pt x="255244" y="60058"/>
                  </a:lnTo>
                  <a:lnTo>
                    <a:pt x="272783" y="86131"/>
                  </a:lnTo>
                  <a:lnTo>
                    <a:pt x="279209" y="117729"/>
                  </a:lnTo>
                  <a:lnTo>
                    <a:pt x="279209" y="21869"/>
                  </a:lnTo>
                  <a:lnTo>
                    <a:pt x="259740" y="11531"/>
                  </a:lnTo>
                  <a:lnTo>
                    <a:pt x="198869" y="0"/>
                  </a:lnTo>
                  <a:lnTo>
                    <a:pt x="137744" y="11633"/>
                  </a:lnTo>
                  <a:lnTo>
                    <a:pt x="85051" y="39573"/>
                  </a:lnTo>
                  <a:lnTo>
                    <a:pt x="43522" y="73380"/>
                  </a:lnTo>
                  <a:lnTo>
                    <a:pt x="15849" y="102666"/>
                  </a:lnTo>
                  <a:lnTo>
                    <a:pt x="0" y="123317"/>
                  </a:lnTo>
                  <a:lnTo>
                    <a:pt x="4737" y="130429"/>
                  </a:lnTo>
                  <a:lnTo>
                    <a:pt x="40703" y="170789"/>
                  </a:lnTo>
                  <a:lnTo>
                    <a:pt x="79387" y="202984"/>
                  </a:lnTo>
                  <a:lnTo>
                    <a:pt x="128892" y="230809"/>
                  </a:lnTo>
                  <a:lnTo>
                    <a:pt x="186944" y="244983"/>
                  </a:lnTo>
                  <a:lnTo>
                    <a:pt x="186944" y="281559"/>
                  </a:lnTo>
                  <a:lnTo>
                    <a:pt x="189712" y="295084"/>
                  </a:lnTo>
                  <a:lnTo>
                    <a:pt x="197180" y="306235"/>
                  </a:lnTo>
                  <a:lnTo>
                    <a:pt x="208076" y="313817"/>
                  </a:lnTo>
                  <a:lnTo>
                    <a:pt x="221145" y="316611"/>
                  </a:lnTo>
                  <a:lnTo>
                    <a:pt x="237045" y="316611"/>
                  </a:lnTo>
                  <a:lnTo>
                    <a:pt x="260134" y="362712"/>
                  </a:lnTo>
                  <a:lnTo>
                    <a:pt x="396163" y="362712"/>
                  </a:lnTo>
                  <a:lnTo>
                    <a:pt x="396163" y="315722"/>
                  </a:lnTo>
                  <a:lnTo>
                    <a:pt x="396163" y="245745"/>
                  </a:lnTo>
                  <a:lnTo>
                    <a:pt x="302298" y="245745"/>
                  </a:lnTo>
                  <a:lnTo>
                    <a:pt x="302298" y="292735"/>
                  </a:lnTo>
                  <a:lnTo>
                    <a:pt x="302298" y="315722"/>
                  </a:lnTo>
                  <a:lnTo>
                    <a:pt x="279209" y="315722"/>
                  </a:lnTo>
                  <a:lnTo>
                    <a:pt x="279209" y="292735"/>
                  </a:lnTo>
                  <a:lnTo>
                    <a:pt x="302298" y="292735"/>
                  </a:lnTo>
                  <a:lnTo>
                    <a:pt x="302298" y="245745"/>
                  </a:lnTo>
                  <a:lnTo>
                    <a:pt x="260134" y="245745"/>
                  </a:lnTo>
                  <a:lnTo>
                    <a:pt x="237045" y="292735"/>
                  </a:lnTo>
                  <a:lnTo>
                    <a:pt x="215569" y="292735"/>
                  </a:lnTo>
                  <a:lnTo>
                    <a:pt x="209219" y="287909"/>
                  </a:lnTo>
                  <a:lnTo>
                    <a:pt x="209219" y="244221"/>
                  </a:lnTo>
                  <a:lnTo>
                    <a:pt x="266877" y="229616"/>
                  </a:lnTo>
                  <a:lnTo>
                    <a:pt x="316179" y="201587"/>
                  </a:lnTo>
                  <a:lnTo>
                    <a:pt x="319417" y="198882"/>
                  </a:lnTo>
                  <a:lnTo>
                    <a:pt x="354863" y="169392"/>
                  </a:lnTo>
                  <a:lnTo>
                    <a:pt x="380682" y="142328"/>
                  </a:lnTo>
                  <a:lnTo>
                    <a:pt x="391388" y="129667"/>
                  </a:lnTo>
                  <a:lnTo>
                    <a:pt x="396163" y="1225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13231" y="2663951"/>
            <a:ext cx="544195" cy="544195"/>
            <a:chOff x="713231" y="2663951"/>
            <a:chExt cx="544195" cy="544195"/>
          </a:xfrm>
        </p:grpSpPr>
        <p:sp>
          <p:nvSpPr>
            <p:cNvPr id="19" name="object 19"/>
            <p:cNvSpPr/>
            <p:nvPr/>
          </p:nvSpPr>
          <p:spPr>
            <a:xfrm>
              <a:off x="713231" y="2663951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4" h="544194">
                  <a:moveTo>
                    <a:pt x="544068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544068" y="544068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5528" y="2741675"/>
              <a:ext cx="356870" cy="398145"/>
            </a:xfrm>
            <a:custGeom>
              <a:avLst/>
              <a:gdLst/>
              <a:ahLst/>
              <a:cxnLst/>
              <a:rect l="l" t="t" r="r" b="b"/>
              <a:pathLst>
                <a:path w="356869" h="398144">
                  <a:moveTo>
                    <a:pt x="169164" y="362788"/>
                  </a:moveTo>
                  <a:lnTo>
                    <a:pt x="99060" y="362788"/>
                  </a:lnTo>
                  <a:lnTo>
                    <a:pt x="99060" y="397764"/>
                  </a:lnTo>
                  <a:lnTo>
                    <a:pt x="169164" y="397764"/>
                  </a:lnTo>
                  <a:lnTo>
                    <a:pt x="169164" y="362788"/>
                  </a:lnTo>
                  <a:close/>
                </a:path>
                <a:path w="356869" h="398144">
                  <a:moveTo>
                    <a:pt x="169164" y="304838"/>
                  </a:moveTo>
                  <a:lnTo>
                    <a:pt x="99060" y="304838"/>
                  </a:lnTo>
                  <a:lnTo>
                    <a:pt x="99060" y="339852"/>
                  </a:lnTo>
                  <a:lnTo>
                    <a:pt x="169164" y="339852"/>
                  </a:lnTo>
                  <a:lnTo>
                    <a:pt x="169164" y="304838"/>
                  </a:lnTo>
                  <a:close/>
                </a:path>
                <a:path w="356869" h="398144">
                  <a:moveTo>
                    <a:pt x="216369" y="245402"/>
                  </a:moveTo>
                  <a:lnTo>
                    <a:pt x="146304" y="245402"/>
                  </a:lnTo>
                  <a:lnTo>
                    <a:pt x="146304" y="280416"/>
                  </a:lnTo>
                  <a:lnTo>
                    <a:pt x="216369" y="280416"/>
                  </a:lnTo>
                  <a:lnTo>
                    <a:pt x="216369" y="245402"/>
                  </a:lnTo>
                  <a:close/>
                </a:path>
                <a:path w="356869" h="398144">
                  <a:moveTo>
                    <a:pt x="262089" y="362788"/>
                  </a:moveTo>
                  <a:lnTo>
                    <a:pt x="193586" y="362788"/>
                  </a:lnTo>
                  <a:lnTo>
                    <a:pt x="193586" y="397764"/>
                  </a:lnTo>
                  <a:lnTo>
                    <a:pt x="262089" y="397764"/>
                  </a:lnTo>
                  <a:lnTo>
                    <a:pt x="262089" y="362788"/>
                  </a:lnTo>
                  <a:close/>
                </a:path>
                <a:path w="356869" h="398144">
                  <a:moveTo>
                    <a:pt x="262089" y="304838"/>
                  </a:moveTo>
                  <a:lnTo>
                    <a:pt x="193586" y="304838"/>
                  </a:lnTo>
                  <a:lnTo>
                    <a:pt x="193586" y="339852"/>
                  </a:lnTo>
                  <a:lnTo>
                    <a:pt x="262089" y="339852"/>
                  </a:lnTo>
                  <a:lnTo>
                    <a:pt x="262089" y="304838"/>
                  </a:lnTo>
                  <a:close/>
                </a:path>
                <a:path w="356869" h="398144">
                  <a:moveTo>
                    <a:pt x="356577" y="328549"/>
                  </a:moveTo>
                  <a:lnTo>
                    <a:pt x="274447" y="153543"/>
                  </a:lnTo>
                  <a:lnTo>
                    <a:pt x="245706" y="118491"/>
                  </a:lnTo>
                  <a:lnTo>
                    <a:pt x="262572" y="116319"/>
                  </a:lnTo>
                  <a:lnTo>
                    <a:pt x="278307" y="111086"/>
                  </a:lnTo>
                  <a:lnTo>
                    <a:pt x="292709" y="103009"/>
                  </a:lnTo>
                  <a:lnTo>
                    <a:pt x="305536" y="92329"/>
                  </a:lnTo>
                  <a:lnTo>
                    <a:pt x="288785" y="75565"/>
                  </a:lnTo>
                  <a:lnTo>
                    <a:pt x="278841" y="83654"/>
                  </a:lnTo>
                  <a:lnTo>
                    <a:pt x="267589" y="89687"/>
                  </a:lnTo>
                  <a:lnTo>
                    <a:pt x="255600" y="93446"/>
                  </a:lnTo>
                  <a:lnTo>
                    <a:pt x="240919" y="94742"/>
                  </a:lnTo>
                  <a:lnTo>
                    <a:pt x="249885" y="82905"/>
                  </a:lnTo>
                  <a:lnTo>
                    <a:pt x="256387" y="70726"/>
                  </a:lnTo>
                  <a:lnTo>
                    <a:pt x="260337" y="59016"/>
                  </a:lnTo>
                  <a:lnTo>
                    <a:pt x="261683" y="48514"/>
                  </a:lnTo>
                  <a:lnTo>
                    <a:pt x="257632" y="31394"/>
                  </a:lnTo>
                  <a:lnTo>
                    <a:pt x="248513" y="17627"/>
                  </a:lnTo>
                  <a:lnTo>
                    <a:pt x="238785" y="8191"/>
                  </a:lnTo>
                  <a:lnTo>
                    <a:pt x="232943" y="4064"/>
                  </a:lnTo>
                  <a:lnTo>
                    <a:pt x="225767" y="0"/>
                  </a:lnTo>
                  <a:lnTo>
                    <a:pt x="216992" y="4826"/>
                  </a:lnTo>
                  <a:lnTo>
                    <a:pt x="209029" y="11176"/>
                  </a:lnTo>
                  <a:lnTo>
                    <a:pt x="201828" y="19939"/>
                  </a:lnTo>
                  <a:lnTo>
                    <a:pt x="194652" y="11176"/>
                  </a:lnTo>
                  <a:lnTo>
                    <a:pt x="186677" y="4826"/>
                  </a:lnTo>
                  <a:lnTo>
                    <a:pt x="177901" y="0"/>
                  </a:lnTo>
                  <a:lnTo>
                    <a:pt x="169125" y="4826"/>
                  </a:lnTo>
                  <a:lnTo>
                    <a:pt x="161163" y="11176"/>
                  </a:lnTo>
                  <a:lnTo>
                    <a:pt x="153987" y="19939"/>
                  </a:lnTo>
                  <a:lnTo>
                    <a:pt x="146786" y="11176"/>
                  </a:lnTo>
                  <a:lnTo>
                    <a:pt x="138811" y="4826"/>
                  </a:lnTo>
                  <a:lnTo>
                    <a:pt x="130035" y="0"/>
                  </a:lnTo>
                  <a:lnTo>
                    <a:pt x="122872" y="4064"/>
                  </a:lnTo>
                  <a:lnTo>
                    <a:pt x="117030" y="8191"/>
                  </a:lnTo>
                  <a:lnTo>
                    <a:pt x="107315" y="17627"/>
                  </a:lnTo>
                  <a:lnTo>
                    <a:pt x="98183" y="31394"/>
                  </a:lnTo>
                  <a:lnTo>
                    <a:pt x="94157" y="48514"/>
                  </a:lnTo>
                  <a:lnTo>
                    <a:pt x="96380" y="63576"/>
                  </a:lnTo>
                  <a:lnTo>
                    <a:pt x="103022" y="79108"/>
                  </a:lnTo>
                  <a:lnTo>
                    <a:pt x="113995" y="93865"/>
                  </a:lnTo>
                  <a:lnTo>
                    <a:pt x="129235" y="106553"/>
                  </a:lnTo>
                  <a:lnTo>
                    <a:pt x="114820" y="114935"/>
                  </a:lnTo>
                  <a:lnTo>
                    <a:pt x="82169" y="152019"/>
                  </a:lnTo>
                  <a:lnTo>
                    <a:pt x="8001" y="295148"/>
                  </a:lnTo>
                  <a:lnTo>
                    <a:pt x="0" y="326898"/>
                  </a:lnTo>
                  <a:lnTo>
                    <a:pt x="9169" y="354291"/>
                  </a:lnTo>
                  <a:lnTo>
                    <a:pt x="26035" y="376516"/>
                  </a:lnTo>
                  <a:lnTo>
                    <a:pt x="49034" y="391426"/>
                  </a:lnTo>
                  <a:lnTo>
                    <a:pt x="76606" y="396875"/>
                  </a:lnTo>
                  <a:lnTo>
                    <a:pt x="76606" y="280797"/>
                  </a:lnTo>
                  <a:lnTo>
                    <a:pt x="122872" y="280797"/>
                  </a:lnTo>
                  <a:lnTo>
                    <a:pt x="122872" y="222758"/>
                  </a:lnTo>
                  <a:lnTo>
                    <a:pt x="240144" y="222758"/>
                  </a:lnTo>
                  <a:lnTo>
                    <a:pt x="240144" y="281559"/>
                  </a:lnTo>
                  <a:lnTo>
                    <a:pt x="286410" y="281559"/>
                  </a:lnTo>
                  <a:lnTo>
                    <a:pt x="286410" y="397764"/>
                  </a:lnTo>
                  <a:lnTo>
                    <a:pt x="313855" y="392315"/>
                  </a:lnTo>
                  <a:lnTo>
                    <a:pt x="336143" y="377444"/>
                  </a:lnTo>
                  <a:lnTo>
                    <a:pt x="351104" y="355447"/>
                  </a:lnTo>
                  <a:lnTo>
                    <a:pt x="356577" y="328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717376" y="3817620"/>
            <a:ext cx="544195" cy="544195"/>
            <a:chOff x="713231" y="3817620"/>
            <a:chExt cx="544195" cy="544195"/>
          </a:xfrm>
        </p:grpSpPr>
        <p:sp>
          <p:nvSpPr>
            <p:cNvPr id="22" name="object 22"/>
            <p:cNvSpPr/>
            <p:nvPr/>
          </p:nvSpPr>
          <p:spPr>
            <a:xfrm>
              <a:off x="713231" y="381762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4" h="544195">
                  <a:moveTo>
                    <a:pt x="544068" y="0"/>
                  </a:moveTo>
                  <a:lnTo>
                    <a:pt x="0" y="0"/>
                  </a:lnTo>
                  <a:lnTo>
                    <a:pt x="0" y="544067"/>
                  </a:lnTo>
                  <a:lnTo>
                    <a:pt x="544068" y="544067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38" y="3893858"/>
              <a:ext cx="208711" cy="16302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83374" y="4081272"/>
              <a:ext cx="398145" cy="210820"/>
            </a:xfrm>
            <a:custGeom>
              <a:avLst/>
              <a:gdLst/>
              <a:ahLst/>
              <a:cxnLst/>
              <a:rect l="l" t="t" r="r" b="b"/>
              <a:pathLst>
                <a:path w="398144" h="210820">
                  <a:moveTo>
                    <a:pt x="140169" y="94894"/>
                  </a:moveTo>
                  <a:lnTo>
                    <a:pt x="138569" y="85725"/>
                  </a:lnTo>
                  <a:lnTo>
                    <a:pt x="134086" y="78346"/>
                  </a:lnTo>
                  <a:lnTo>
                    <a:pt x="127203" y="73418"/>
                  </a:lnTo>
                  <a:lnTo>
                    <a:pt x="118389" y="71628"/>
                  </a:lnTo>
                  <a:lnTo>
                    <a:pt x="116903" y="71691"/>
                  </a:lnTo>
                  <a:lnTo>
                    <a:pt x="107988" y="73406"/>
                  </a:lnTo>
                  <a:lnTo>
                    <a:pt x="100876" y="78193"/>
                  </a:lnTo>
                  <a:lnTo>
                    <a:pt x="96177" y="85534"/>
                  </a:lnTo>
                  <a:lnTo>
                    <a:pt x="94488" y="94894"/>
                  </a:lnTo>
                  <a:lnTo>
                    <a:pt x="96177" y="103809"/>
                  </a:lnTo>
                  <a:lnTo>
                    <a:pt x="100876" y="110909"/>
                  </a:lnTo>
                  <a:lnTo>
                    <a:pt x="107988" y="115608"/>
                  </a:lnTo>
                  <a:lnTo>
                    <a:pt x="116903" y="117309"/>
                  </a:lnTo>
                  <a:lnTo>
                    <a:pt x="126288" y="115608"/>
                  </a:lnTo>
                  <a:lnTo>
                    <a:pt x="133642" y="110909"/>
                  </a:lnTo>
                  <a:lnTo>
                    <a:pt x="138442" y="103809"/>
                  </a:lnTo>
                  <a:lnTo>
                    <a:pt x="140169" y="94894"/>
                  </a:lnTo>
                  <a:close/>
                </a:path>
                <a:path w="398144" h="210820">
                  <a:moveTo>
                    <a:pt x="397687" y="0"/>
                  </a:moveTo>
                  <a:lnTo>
                    <a:pt x="349872" y="0"/>
                  </a:lnTo>
                  <a:lnTo>
                    <a:pt x="349872" y="93980"/>
                  </a:lnTo>
                  <a:lnTo>
                    <a:pt x="349872" y="116293"/>
                  </a:lnTo>
                  <a:lnTo>
                    <a:pt x="326771" y="116293"/>
                  </a:lnTo>
                  <a:lnTo>
                    <a:pt x="326771" y="93980"/>
                  </a:lnTo>
                  <a:lnTo>
                    <a:pt x="349872" y="93980"/>
                  </a:lnTo>
                  <a:lnTo>
                    <a:pt x="349872" y="0"/>
                  </a:lnTo>
                  <a:lnTo>
                    <a:pt x="303644" y="0"/>
                  </a:lnTo>
                  <a:lnTo>
                    <a:pt x="303644" y="93980"/>
                  </a:lnTo>
                  <a:lnTo>
                    <a:pt x="303644" y="116293"/>
                  </a:lnTo>
                  <a:lnTo>
                    <a:pt x="280517" y="116293"/>
                  </a:lnTo>
                  <a:lnTo>
                    <a:pt x="280517" y="93980"/>
                  </a:lnTo>
                  <a:lnTo>
                    <a:pt x="303644" y="93980"/>
                  </a:lnTo>
                  <a:lnTo>
                    <a:pt x="303644" y="0"/>
                  </a:lnTo>
                  <a:lnTo>
                    <a:pt x="256628" y="0"/>
                  </a:lnTo>
                  <a:lnTo>
                    <a:pt x="256628" y="93980"/>
                  </a:lnTo>
                  <a:lnTo>
                    <a:pt x="256628" y="116293"/>
                  </a:lnTo>
                  <a:lnTo>
                    <a:pt x="234302" y="116293"/>
                  </a:lnTo>
                  <a:lnTo>
                    <a:pt x="234302" y="93980"/>
                  </a:lnTo>
                  <a:lnTo>
                    <a:pt x="256628" y="93980"/>
                  </a:lnTo>
                  <a:lnTo>
                    <a:pt x="256628" y="0"/>
                  </a:lnTo>
                  <a:lnTo>
                    <a:pt x="210400" y="0"/>
                  </a:lnTo>
                  <a:lnTo>
                    <a:pt x="210400" y="93980"/>
                  </a:lnTo>
                  <a:lnTo>
                    <a:pt x="210400" y="116293"/>
                  </a:lnTo>
                  <a:lnTo>
                    <a:pt x="187286" y="116293"/>
                  </a:lnTo>
                  <a:lnTo>
                    <a:pt x="187286" y="93980"/>
                  </a:lnTo>
                  <a:lnTo>
                    <a:pt x="210400" y="93980"/>
                  </a:lnTo>
                  <a:lnTo>
                    <a:pt x="210400" y="0"/>
                  </a:lnTo>
                  <a:lnTo>
                    <a:pt x="164160" y="0"/>
                  </a:lnTo>
                  <a:lnTo>
                    <a:pt x="164160" y="93980"/>
                  </a:lnTo>
                  <a:lnTo>
                    <a:pt x="160502" y="111950"/>
                  </a:lnTo>
                  <a:lnTo>
                    <a:pt x="150507" y="126644"/>
                  </a:lnTo>
                  <a:lnTo>
                    <a:pt x="135572" y="136537"/>
                  </a:lnTo>
                  <a:lnTo>
                    <a:pt x="117132" y="140169"/>
                  </a:lnTo>
                  <a:lnTo>
                    <a:pt x="108369" y="140169"/>
                  </a:lnTo>
                  <a:lnTo>
                    <a:pt x="100393" y="136994"/>
                  </a:lnTo>
                  <a:lnTo>
                    <a:pt x="93230" y="133819"/>
                  </a:lnTo>
                  <a:lnTo>
                    <a:pt x="66929" y="160108"/>
                  </a:lnTo>
                  <a:lnTo>
                    <a:pt x="49390" y="143383"/>
                  </a:lnTo>
                  <a:lnTo>
                    <a:pt x="76504" y="116293"/>
                  </a:lnTo>
                  <a:lnTo>
                    <a:pt x="72517" y="110705"/>
                  </a:lnTo>
                  <a:lnTo>
                    <a:pt x="70916" y="102743"/>
                  </a:lnTo>
                  <a:lnTo>
                    <a:pt x="70916" y="93980"/>
                  </a:lnTo>
                  <a:lnTo>
                    <a:pt x="74549" y="75552"/>
                  </a:lnTo>
                  <a:lnTo>
                    <a:pt x="84455" y="60629"/>
                  </a:lnTo>
                  <a:lnTo>
                    <a:pt x="99148" y="50647"/>
                  </a:lnTo>
                  <a:lnTo>
                    <a:pt x="117132" y="46990"/>
                  </a:lnTo>
                  <a:lnTo>
                    <a:pt x="135572" y="50647"/>
                  </a:lnTo>
                  <a:lnTo>
                    <a:pt x="150507" y="60629"/>
                  </a:lnTo>
                  <a:lnTo>
                    <a:pt x="160502" y="75552"/>
                  </a:lnTo>
                  <a:lnTo>
                    <a:pt x="164160" y="93980"/>
                  </a:lnTo>
                  <a:lnTo>
                    <a:pt x="164160" y="0"/>
                  </a:lnTo>
                  <a:lnTo>
                    <a:pt x="0" y="0"/>
                  </a:lnTo>
                  <a:lnTo>
                    <a:pt x="0" y="210273"/>
                  </a:lnTo>
                  <a:lnTo>
                    <a:pt x="397687" y="210273"/>
                  </a:lnTo>
                  <a:lnTo>
                    <a:pt x="397687" y="160108"/>
                  </a:lnTo>
                  <a:lnTo>
                    <a:pt x="397687" y="140169"/>
                  </a:lnTo>
                  <a:lnTo>
                    <a:pt x="397687" y="116293"/>
                  </a:lnTo>
                  <a:lnTo>
                    <a:pt x="397687" y="93980"/>
                  </a:lnTo>
                  <a:lnTo>
                    <a:pt x="397687" y="46990"/>
                  </a:lnTo>
                  <a:lnTo>
                    <a:pt x="3976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7886574" y="2663951"/>
            <a:ext cx="544195" cy="544195"/>
            <a:chOff x="7886700" y="2663951"/>
            <a:chExt cx="544195" cy="544195"/>
          </a:xfrm>
        </p:grpSpPr>
        <p:sp>
          <p:nvSpPr>
            <p:cNvPr id="26" name="object 26"/>
            <p:cNvSpPr/>
            <p:nvPr/>
          </p:nvSpPr>
          <p:spPr>
            <a:xfrm>
              <a:off x="7886700" y="2663951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4">
                  <a:moveTo>
                    <a:pt x="544068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544068" y="544068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68055" y="2810255"/>
              <a:ext cx="163068" cy="18745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997952" y="2740151"/>
              <a:ext cx="303530" cy="326390"/>
            </a:xfrm>
            <a:custGeom>
              <a:avLst/>
              <a:gdLst/>
              <a:ahLst/>
              <a:cxnLst/>
              <a:rect l="l" t="t" r="r" b="b"/>
              <a:pathLst>
                <a:path w="303529" h="326389">
                  <a:moveTo>
                    <a:pt x="151638" y="0"/>
                  </a:moveTo>
                  <a:lnTo>
                    <a:pt x="103680" y="7707"/>
                  </a:lnTo>
                  <a:lnTo>
                    <a:pt x="62051" y="29167"/>
                  </a:lnTo>
                  <a:lnTo>
                    <a:pt x="29236" y="61886"/>
                  </a:lnTo>
                  <a:lnTo>
                    <a:pt x="7723" y="103371"/>
                  </a:lnTo>
                  <a:lnTo>
                    <a:pt x="0" y="151130"/>
                  </a:lnTo>
                  <a:lnTo>
                    <a:pt x="124" y="175768"/>
                  </a:lnTo>
                  <a:lnTo>
                    <a:pt x="7882" y="223105"/>
                  </a:lnTo>
                  <a:lnTo>
                    <a:pt x="29711" y="264633"/>
                  </a:lnTo>
                  <a:lnTo>
                    <a:pt x="62764" y="297224"/>
                  </a:lnTo>
                  <a:lnTo>
                    <a:pt x="104314" y="318513"/>
                  </a:lnTo>
                  <a:lnTo>
                    <a:pt x="151638" y="326136"/>
                  </a:lnTo>
                  <a:lnTo>
                    <a:pt x="198961" y="318513"/>
                  </a:lnTo>
                  <a:lnTo>
                    <a:pt x="240511" y="297224"/>
                  </a:lnTo>
                  <a:lnTo>
                    <a:pt x="257944" y="280035"/>
                  </a:lnTo>
                  <a:lnTo>
                    <a:pt x="151638" y="280035"/>
                  </a:lnTo>
                  <a:lnTo>
                    <a:pt x="110714" y="271905"/>
                  </a:lnTo>
                  <a:lnTo>
                    <a:pt x="77517" y="249666"/>
                  </a:lnTo>
                  <a:lnTo>
                    <a:pt x="55250" y="216544"/>
                  </a:lnTo>
                  <a:lnTo>
                    <a:pt x="47117" y="175768"/>
                  </a:lnTo>
                  <a:lnTo>
                    <a:pt x="47117" y="152019"/>
                  </a:lnTo>
                  <a:lnTo>
                    <a:pt x="55250" y="111563"/>
                  </a:lnTo>
                  <a:lnTo>
                    <a:pt x="77517" y="78406"/>
                  </a:lnTo>
                  <a:lnTo>
                    <a:pt x="110714" y="55989"/>
                  </a:lnTo>
                  <a:lnTo>
                    <a:pt x="151638" y="47752"/>
                  </a:lnTo>
                  <a:lnTo>
                    <a:pt x="259582" y="47752"/>
                  </a:lnTo>
                  <a:lnTo>
                    <a:pt x="241224" y="29386"/>
                  </a:lnTo>
                  <a:lnTo>
                    <a:pt x="199595" y="7780"/>
                  </a:lnTo>
                  <a:lnTo>
                    <a:pt x="151638" y="0"/>
                  </a:lnTo>
                  <a:close/>
                </a:path>
                <a:path w="303529" h="326389">
                  <a:moveTo>
                    <a:pt x="259582" y="47752"/>
                  </a:moveTo>
                  <a:lnTo>
                    <a:pt x="151638" y="47752"/>
                  </a:lnTo>
                  <a:lnTo>
                    <a:pt x="192240" y="55989"/>
                  </a:lnTo>
                  <a:lnTo>
                    <a:pt x="225472" y="78406"/>
                  </a:lnTo>
                  <a:lnTo>
                    <a:pt x="247917" y="111563"/>
                  </a:lnTo>
                  <a:lnTo>
                    <a:pt x="256158" y="152019"/>
                  </a:lnTo>
                  <a:lnTo>
                    <a:pt x="256158" y="175768"/>
                  </a:lnTo>
                  <a:lnTo>
                    <a:pt x="247917" y="216544"/>
                  </a:lnTo>
                  <a:lnTo>
                    <a:pt x="225472" y="249666"/>
                  </a:lnTo>
                  <a:lnTo>
                    <a:pt x="192240" y="271905"/>
                  </a:lnTo>
                  <a:lnTo>
                    <a:pt x="151638" y="280035"/>
                  </a:lnTo>
                  <a:lnTo>
                    <a:pt x="257944" y="280035"/>
                  </a:lnTo>
                  <a:lnTo>
                    <a:pt x="273564" y="264633"/>
                  </a:lnTo>
                  <a:lnTo>
                    <a:pt x="295393" y="223105"/>
                  </a:lnTo>
                  <a:lnTo>
                    <a:pt x="303151" y="175768"/>
                  </a:lnTo>
                  <a:lnTo>
                    <a:pt x="303275" y="151130"/>
                  </a:lnTo>
                  <a:lnTo>
                    <a:pt x="295552" y="103664"/>
                  </a:lnTo>
                  <a:lnTo>
                    <a:pt x="274039" y="62215"/>
                  </a:lnTo>
                  <a:lnTo>
                    <a:pt x="259582" y="477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88807" y="3031235"/>
              <a:ext cx="129540" cy="1066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79308" y="3029711"/>
              <a:ext cx="131064" cy="106680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7886700" y="3817620"/>
            <a:ext cx="544195" cy="544195"/>
            <a:chOff x="7886700" y="3817620"/>
            <a:chExt cx="544195" cy="544195"/>
          </a:xfrm>
        </p:grpSpPr>
        <p:sp>
          <p:nvSpPr>
            <p:cNvPr id="32" name="object 32"/>
            <p:cNvSpPr/>
            <p:nvPr/>
          </p:nvSpPr>
          <p:spPr>
            <a:xfrm>
              <a:off x="7886700" y="3817620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5">
                  <a:moveTo>
                    <a:pt x="544068" y="0"/>
                  </a:moveTo>
                  <a:lnTo>
                    <a:pt x="0" y="0"/>
                  </a:lnTo>
                  <a:lnTo>
                    <a:pt x="0" y="544067"/>
                  </a:lnTo>
                  <a:lnTo>
                    <a:pt x="544068" y="544067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997952" y="3892334"/>
              <a:ext cx="304800" cy="399415"/>
            </a:xfrm>
            <a:custGeom>
              <a:avLst/>
              <a:gdLst/>
              <a:ahLst/>
              <a:cxnLst/>
              <a:rect l="l" t="t" r="r" b="b"/>
              <a:pathLst>
                <a:path w="304800" h="399414">
                  <a:moveTo>
                    <a:pt x="175260" y="164592"/>
                  </a:moveTo>
                  <a:lnTo>
                    <a:pt x="173507" y="155879"/>
                  </a:lnTo>
                  <a:lnTo>
                    <a:pt x="168744" y="148590"/>
                  </a:lnTo>
                  <a:lnTo>
                    <a:pt x="161645" y="143598"/>
                  </a:lnTo>
                  <a:lnTo>
                    <a:pt x="152908" y="141732"/>
                  </a:lnTo>
                  <a:lnTo>
                    <a:pt x="151638" y="141757"/>
                  </a:lnTo>
                  <a:lnTo>
                    <a:pt x="142417" y="143560"/>
                  </a:lnTo>
                  <a:lnTo>
                    <a:pt x="134912" y="148450"/>
                  </a:lnTo>
                  <a:lnTo>
                    <a:pt x="129857" y="155702"/>
                  </a:lnTo>
                  <a:lnTo>
                    <a:pt x="128016" y="164592"/>
                  </a:lnTo>
                  <a:lnTo>
                    <a:pt x="129857" y="173469"/>
                  </a:lnTo>
                  <a:lnTo>
                    <a:pt x="134912" y="180708"/>
                  </a:lnTo>
                  <a:lnTo>
                    <a:pt x="142417" y="185597"/>
                  </a:lnTo>
                  <a:lnTo>
                    <a:pt x="151638" y="187375"/>
                  </a:lnTo>
                  <a:lnTo>
                    <a:pt x="160845" y="185597"/>
                  </a:lnTo>
                  <a:lnTo>
                    <a:pt x="168351" y="180708"/>
                  </a:lnTo>
                  <a:lnTo>
                    <a:pt x="173405" y="173469"/>
                  </a:lnTo>
                  <a:lnTo>
                    <a:pt x="175260" y="164592"/>
                  </a:lnTo>
                  <a:close/>
                </a:path>
                <a:path w="304800" h="399414">
                  <a:moveTo>
                    <a:pt x="201168" y="263042"/>
                  </a:moveTo>
                  <a:lnTo>
                    <a:pt x="192354" y="250964"/>
                  </a:lnTo>
                  <a:lnTo>
                    <a:pt x="180733" y="242062"/>
                  </a:lnTo>
                  <a:lnTo>
                    <a:pt x="167030" y="236550"/>
                  </a:lnTo>
                  <a:lnTo>
                    <a:pt x="152019" y="234657"/>
                  </a:lnTo>
                  <a:lnTo>
                    <a:pt x="136982" y="236550"/>
                  </a:lnTo>
                  <a:lnTo>
                    <a:pt x="123202" y="242062"/>
                  </a:lnTo>
                  <a:lnTo>
                    <a:pt x="111340" y="250964"/>
                  </a:lnTo>
                  <a:lnTo>
                    <a:pt x="102108" y="263042"/>
                  </a:lnTo>
                  <a:lnTo>
                    <a:pt x="113245" y="270395"/>
                  </a:lnTo>
                  <a:lnTo>
                    <a:pt x="125298" y="275831"/>
                  </a:lnTo>
                  <a:lnTo>
                    <a:pt x="138226" y="279196"/>
                  </a:lnTo>
                  <a:lnTo>
                    <a:pt x="152019" y="280339"/>
                  </a:lnTo>
                  <a:lnTo>
                    <a:pt x="165938" y="279196"/>
                  </a:lnTo>
                  <a:lnTo>
                    <a:pt x="178968" y="275831"/>
                  </a:lnTo>
                  <a:lnTo>
                    <a:pt x="190804" y="270395"/>
                  </a:lnTo>
                  <a:lnTo>
                    <a:pt x="201168" y="263042"/>
                  </a:lnTo>
                  <a:close/>
                </a:path>
                <a:path w="304800" h="399414">
                  <a:moveTo>
                    <a:pt x="304800" y="49491"/>
                  </a:moveTo>
                  <a:lnTo>
                    <a:pt x="292862" y="49491"/>
                  </a:lnTo>
                  <a:lnTo>
                    <a:pt x="255270" y="44462"/>
                  </a:lnTo>
                  <a:lnTo>
                    <a:pt x="255270" y="175666"/>
                  </a:lnTo>
                  <a:lnTo>
                    <a:pt x="255270" y="198831"/>
                  </a:lnTo>
                  <a:lnTo>
                    <a:pt x="247027" y="239433"/>
                  </a:lnTo>
                  <a:lnTo>
                    <a:pt x="224574" y="272681"/>
                  </a:lnTo>
                  <a:lnTo>
                    <a:pt x="191350" y="295160"/>
                  </a:lnTo>
                  <a:lnTo>
                    <a:pt x="150749" y="303415"/>
                  </a:lnTo>
                  <a:lnTo>
                    <a:pt x="109753" y="295160"/>
                  </a:lnTo>
                  <a:lnTo>
                    <a:pt x="76288" y="272681"/>
                  </a:lnTo>
                  <a:lnTo>
                    <a:pt x="53733" y="239433"/>
                  </a:lnTo>
                  <a:lnTo>
                    <a:pt x="45466" y="198831"/>
                  </a:lnTo>
                  <a:lnTo>
                    <a:pt x="45466" y="175666"/>
                  </a:lnTo>
                  <a:lnTo>
                    <a:pt x="53733" y="134721"/>
                  </a:lnTo>
                  <a:lnTo>
                    <a:pt x="76288" y="101485"/>
                  </a:lnTo>
                  <a:lnTo>
                    <a:pt x="109753" y="79197"/>
                  </a:lnTo>
                  <a:lnTo>
                    <a:pt x="150749" y="71043"/>
                  </a:lnTo>
                  <a:lnTo>
                    <a:pt x="191350" y="79197"/>
                  </a:lnTo>
                  <a:lnTo>
                    <a:pt x="224574" y="101485"/>
                  </a:lnTo>
                  <a:lnTo>
                    <a:pt x="247027" y="134721"/>
                  </a:lnTo>
                  <a:lnTo>
                    <a:pt x="255270" y="175666"/>
                  </a:lnTo>
                  <a:lnTo>
                    <a:pt x="255270" y="44462"/>
                  </a:lnTo>
                  <a:lnTo>
                    <a:pt x="241515" y="42621"/>
                  </a:lnTo>
                  <a:lnTo>
                    <a:pt x="199390" y="27432"/>
                  </a:lnTo>
                  <a:lnTo>
                    <a:pt x="170878" y="12103"/>
                  </a:lnTo>
                  <a:lnTo>
                    <a:pt x="160401" y="4787"/>
                  </a:lnTo>
                  <a:lnTo>
                    <a:pt x="153162" y="0"/>
                  </a:lnTo>
                  <a:lnTo>
                    <a:pt x="106438" y="27139"/>
                  </a:lnTo>
                  <a:lnTo>
                    <a:pt x="64439" y="42506"/>
                  </a:lnTo>
                  <a:lnTo>
                    <a:pt x="13589" y="49491"/>
                  </a:lnTo>
                  <a:lnTo>
                    <a:pt x="0" y="49491"/>
                  </a:lnTo>
                  <a:lnTo>
                    <a:pt x="0" y="212382"/>
                  </a:lnTo>
                  <a:lnTo>
                    <a:pt x="7086" y="264553"/>
                  </a:lnTo>
                  <a:lnTo>
                    <a:pt x="27241" y="311353"/>
                  </a:lnTo>
                  <a:lnTo>
                    <a:pt x="58775" y="350672"/>
                  </a:lnTo>
                  <a:lnTo>
                    <a:pt x="99999" y="380415"/>
                  </a:lnTo>
                  <a:lnTo>
                    <a:pt x="149225" y="398449"/>
                  </a:lnTo>
                  <a:lnTo>
                    <a:pt x="152400" y="399249"/>
                  </a:lnTo>
                  <a:lnTo>
                    <a:pt x="155575" y="398449"/>
                  </a:lnTo>
                  <a:lnTo>
                    <a:pt x="204787" y="380415"/>
                  </a:lnTo>
                  <a:lnTo>
                    <a:pt x="246011" y="350672"/>
                  </a:lnTo>
                  <a:lnTo>
                    <a:pt x="277545" y="311353"/>
                  </a:lnTo>
                  <a:lnTo>
                    <a:pt x="280949" y="303415"/>
                  </a:lnTo>
                  <a:lnTo>
                    <a:pt x="297700" y="264553"/>
                  </a:lnTo>
                  <a:lnTo>
                    <a:pt x="304800" y="212382"/>
                  </a:lnTo>
                  <a:lnTo>
                    <a:pt x="304800" y="71043"/>
                  </a:lnTo>
                  <a:lnTo>
                    <a:pt x="304800" y="49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68055" y="3985260"/>
              <a:ext cx="163068" cy="15240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7359395" y="76200"/>
            <a:ext cx="1627631" cy="1978278"/>
            <a:chOff x="7359395" y="76200"/>
            <a:chExt cx="1627631" cy="1978278"/>
          </a:xfrm>
        </p:grpSpPr>
        <p:sp>
          <p:nvSpPr>
            <p:cNvPr id="36" name="object 36"/>
            <p:cNvSpPr/>
            <p:nvPr/>
          </p:nvSpPr>
          <p:spPr>
            <a:xfrm>
              <a:off x="7886699" y="1510283"/>
              <a:ext cx="544195" cy="544195"/>
            </a:xfrm>
            <a:custGeom>
              <a:avLst/>
              <a:gdLst/>
              <a:ahLst/>
              <a:cxnLst/>
              <a:rect l="l" t="t" r="r" b="b"/>
              <a:pathLst>
                <a:path w="544195" h="544194">
                  <a:moveTo>
                    <a:pt x="544068" y="0"/>
                  </a:moveTo>
                  <a:lnTo>
                    <a:pt x="0" y="0"/>
                  </a:lnTo>
                  <a:lnTo>
                    <a:pt x="0" y="544068"/>
                  </a:lnTo>
                  <a:lnTo>
                    <a:pt x="544068" y="544068"/>
                  </a:lnTo>
                  <a:lnTo>
                    <a:pt x="544068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983495" y="1577656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5" h="398144">
                  <a:moveTo>
                    <a:pt x="92887" y="313982"/>
                  </a:moveTo>
                  <a:lnTo>
                    <a:pt x="68580" y="313982"/>
                  </a:lnTo>
                  <a:lnTo>
                    <a:pt x="68580" y="336804"/>
                  </a:lnTo>
                  <a:lnTo>
                    <a:pt x="92887" y="336804"/>
                  </a:lnTo>
                  <a:lnTo>
                    <a:pt x="92887" y="313982"/>
                  </a:lnTo>
                  <a:close/>
                </a:path>
                <a:path w="398145" h="398144">
                  <a:moveTo>
                    <a:pt x="92887" y="222542"/>
                  </a:moveTo>
                  <a:lnTo>
                    <a:pt x="68580" y="222542"/>
                  </a:lnTo>
                  <a:lnTo>
                    <a:pt x="68580" y="243840"/>
                  </a:lnTo>
                  <a:lnTo>
                    <a:pt x="92887" y="243840"/>
                  </a:lnTo>
                  <a:lnTo>
                    <a:pt x="92887" y="222542"/>
                  </a:lnTo>
                  <a:close/>
                </a:path>
                <a:path w="398145" h="398144">
                  <a:moveTo>
                    <a:pt x="92887" y="128092"/>
                  </a:moveTo>
                  <a:lnTo>
                    <a:pt x="68580" y="128092"/>
                  </a:lnTo>
                  <a:lnTo>
                    <a:pt x="68580" y="150876"/>
                  </a:lnTo>
                  <a:lnTo>
                    <a:pt x="92887" y="150876"/>
                  </a:lnTo>
                  <a:lnTo>
                    <a:pt x="92887" y="128092"/>
                  </a:lnTo>
                  <a:close/>
                </a:path>
                <a:path w="398145" h="398144">
                  <a:moveTo>
                    <a:pt x="231648" y="23241"/>
                  </a:moveTo>
                  <a:lnTo>
                    <a:pt x="208407" y="0"/>
                  </a:lnTo>
                  <a:lnTo>
                    <a:pt x="92583" y="0"/>
                  </a:lnTo>
                  <a:lnTo>
                    <a:pt x="68580" y="23241"/>
                  </a:lnTo>
                  <a:lnTo>
                    <a:pt x="91821" y="45720"/>
                  </a:lnTo>
                  <a:lnTo>
                    <a:pt x="208407" y="45720"/>
                  </a:lnTo>
                  <a:lnTo>
                    <a:pt x="231648" y="23241"/>
                  </a:lnTo>
                  <a:close/>
                </a:path>
                <a:path w="398145" h="398144">
                  <a:moveTo>
                    <a:pt x="303276" y="22860"/>
                  </a:moveTo>
                  <a:lnTo>
                    <a:pt x="265684" y="22860"/>
                  </a:lnTo>
                  <a:lnTo>
                    <a:pt x="256159" y="32385"/>
                  </a:lnTo>
                  <a:lnTo>
                    <a:pt x="256159" y="105029"/>
                  </a:lnTo>
                  <a:lnTo>
                    <a:pt x="256159" y="128143"/>
                  </a:lnTo>
                  <a:lnTo>
                    <a:pt x="256159" y="199136"/>
                  </a:lnTo>
                  <a:lnTo>
                    <a:pt x="256159" y="222250"/>
                  </a:lnTo>
                  <a:lnTo>
                    <a:pt x="256159" y="291719"/>
                  </a:lnTo>
                  <a:lnTo>
                    <a:pt x="256159" y="314833"/>
                  </a:lnTo>
                  <a:lnTo>
                    <a:pt x="209931" y="314833"/>
                  </a:lnTo>
                  <a:lnTo>
                    <a:pt x="209931" y="338709"/>
                  </a:lnTo>
                  <a:lnTo>
                    <a:pt x="209931" y="361823"/>
                  </a:lnTo>
                  <a:lnTo>
                    <a:pt x="140462" y="361823"/>
                  </a:lnTo>
                  <a:lnTo>
                    <a:pt x="140462" y="338709"/>
                  </a:lnTo>
                  <a:lnTo>
                    <a:pt x="209931" y="338709"/>
                  </a:lnTo>
                  <a:lnTo>
                    <a:pt x="209931" y="314833"/>
                  </a:lnTo>
                  <a:lnTo>
                    <a:pt x="139700" y="314833"/>
                  </a:lnTo>
                  <a:lnTo>
                    <a:pt x="139700" y="291719"/>
                  </a:lnTo>
                  <a:lnTo>
                    <a:pt x="256159" y="291719"/>
                  </a:lnTo>
                  <a:lnTo>
                    <a:pt x="256159" y="222250"/>
                  </a:lnTo>
                  <a:lnTo>
                    <a:pt x="209042" y="222250"/>
                  </a:lnTo>
                  <a:lnTo>
                    <a:pt x="209042" y="244602"/>
                  </a:lnTo>
                  <a:lnTo>
                    <a:pt x="209042" y="267716"/>
                  </a:lnTo>
                  <a:lnTo>
                    <a:pt x="139700" y="267716"/>
                  </a:lnTo>
                  <a:lnTo>
                    <a:pt x="139700" y="244602"/>
                  </a:lnTo>
                  <a:lnTo>
                    <a:pt x="209042" y="244602"/>
                  </a:lnTo>
                  <a:lnTo>
                    <a:pt x="209042" y="222250"/>
                  </a:lnTo>
                  <a:lnTo>
                    <a:pt x="139700" y="222250"/>
                  </a:lnTo>
                  <a:lnTo>
                    <a:pt x="139700" y="199136"/>
                  </a:lnTo>
                  <a:lnTo>
                    <a:pt x="256159" y="199136"/>
                  </a:lnTo>
                  <a:lnTo>
                    <a:pt x="256159" y="128143"/>
                  </a:lnTo>
                  <a:lnTo>
                    <a:pt x="209042" y="128143"/>
                  </a:lnTo>
                  <a:lnTo>
                    <a:pt x="209042" y="151257"/>
                  </a:lnTo>
                  <a:lnTo>
                    <a:pt x="209042" y="174371"/>
                  </a:lnTo>
                  <a:lnTo>
                    <a:pt x="139700" y="174371"/>
                  </a:lnTo>
                  <a:lnTo>
                    <a:pt x="139700" y="151257"/>
                  </a:lnTo>
                  <a:lnTo>
                    <a:pt x="209042" y="151257"/>
                  </a:lnTo>
                  <a:lnTo>
                    <a:pt x="209042" y="128143"/>
                  </a:lnTo>
                  <a:lnTo>
                    <a:pt x="139700" y="128143"/>
                  </a:lnTo>
                  <a:lnTo>
                    <a:pt x="139700" y="105029"/>
                  </a:lnTo>
                  <a:lnTo>
                    <a:pt x="256159" y="105029"/>
                  </a:lnTo>
                  <a:lnTo>
                    <a:pt x="256159" y="32385"/>
                  </a:lnTo>
                  <a:lnTo>
                    <a:pt x="219456" y="69088"/>
                  </a:lnTo>
                  <a:lnTo>
                    <a:pt x="116586" y="69088"/>
                  </a:lnTo>
                  <a:lnTo>
                    <a:pt x="116586" y="105029"/>
                  </a:lnTo>
                  <a:lnTo>
                    <a:pt x="116586" y="361823"/>
                  </a:lnTo>
                  <a:lnTo>
                    <a:pt x="46355" y="361823"/>
                  </a:lnTo>
                  <a:lnTo>
                    <a:pt x="46355" y="291719"/>
                  </a:lnTo>
                  <a:lnTo>
                    <a:pt x="116586" y="291719"/>
                  </a:lnTo>
                  <a:lnTo>
                    <a:pt x="116586" y="267716"/>
                  </a:lnTo>
                  <a:lnTo>
                    <a:pt x="46355" y="267716"/>
                  </a:lnTo>
                  <a:lnTo>
                    <a:pt x="46355" y="198374"/>
                  </a:lnTo>
                  <a:lnTo>
                    <a:pt x="116586" y="198374"/>
                  </a:lnTo>
                  <a:lnTo>
                    <a:pt x="116586" y="175260"/>
                  </a:lnTo>
                  <a:lnTo>
                    <a:pt x="46355" y="175260"/>
                  </a:lnTo>
                  <a:lnTo>
                    <a:pt x="46355" y="105029"/>
                  </a:lnTo>
                  <a:lnTo>
                    <a:pt x="116586" y="105029"/>
                  </a:lnTo>
                  <a:lnTo>
                    <a:pt x="116586" y="69088"/>
                  </a:lnTo>
                  <a:lnTo>
                    <a:pt x="83820" y="69088"/>
                  </a:lnTo>
                  <a:lnTo>
                    <a:pt x="36703" y="22860"/>
                  </a:lnTo>
                  <a:lnTo>
                    <a:pt x="0" y="22860"/>
                  </a:lnTo>
                  <a:lnTo>
                    <a:pt x="0" y="397764"/>
                  </a:lnTo>
                  <a:lnTo>
                    <a:pt x="303276" y="397764"/>
                  </a:lnTo>
                  <a:lnTo>
                    <a:pt x="303276" y="361823"/>
                  </a:lnTo>
                  <a:lnTo>
                    <a:pt x="303276" y="338709"/>
                  </a:lnTo>
                  <a:lnTo>
                    <a:pt x="303276" y="69088"/>
                  </a:lnTo>
                  <a:lnTo>
                    <a:pt x="303276" y="22860"/>
                  </a:lnTo>
                  <a:close/>
                </a:path>
                <a:path w="398145" h="398144">
                  <a:moveTo>
                    <a:pt x="396240" y="115824"/>
                  </a:moveTo>
                  <a:lnTo>
                    <a:pt x="350520" y="115824"/>
                  </a:lnTo>
                  <a:lnTo>
                    <a:pt x="350520" y="326263"/>
                  </a:lnTo>
                  <a:lnTo>
                    <a:pt x="351282" y="326263"/>
                  </a:lnTo>
                  <a:lnTo>
                    <a:pt x="374142" y="373380"/>
                  </a:lnTo>
                  <a:lnTo>
                    <a:pt x="396240" y="326263"/>
                  </a:lnTo>
                  <a:lnTo>
                    <a:pt x="396240" y="115824"/>
                  </a:lnTo>
                  <a:close/>
                </a:path>
                <a:path w="398145" h="398144">
                  <a:moveTo>
                    <a:pt x="397725" y="47282"/>
                  </a:moveTo>
                  <a:lnTo>
                    <a:pt x="350520" y="47282"/>
                  </a:lnTo>
                  <a:lnTo>
                    <a:pt x="350520" y="92964"/>
                  </a:lnTo>
                  <a:lnTo>
                    <a:pt x="397725" y="92964"/>
                  </a:lnTo>
                  <a:lnTo>
                    <a:pt x="397725" y="472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59395" y="76200"/>
              <a:ext cx="1627631" cy="841248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  <p:pic>
        <p:nvPicPr>
          <p:cNvPr id="44" name="object 23">
            <a:extLst>
              <a:ext uri="{FF2B5EF4-FFF2-40B4-BE49-F238E27FC236}">
                <a16:creationId xmlns:a16="http://schemas.microsoft.com/office/drawing/2014/main" id="{2818F71E-357D-8514-28EB-A8099BF1696D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18015" y="1398419"/>
            <a:ext cx="1622365" cy="1258038"/>
          </a:xfrm>
          <a:prstGeom prst="rect">
            <a:avLst/>
          </a:prstGeom>
        </p:spPr>
      </p:pic>
      <p:pic>
        <p:nvPicPr>
          <p:cNvPr id="54" name="object 26">
            <a:extLst>
              <a:ext uri="{FF2B5EF4-FFF2-40B4-BE49-F238E27FC236}">
                <a16:creationId xmlns:a16="http://schemas.microsoft.com/office/drawing/2014/main" id="{D92B6555-D17F-7D23-F244-11633FC73E6F}"/>
              </a:ext>
            </a:extLst>
          </p:cNvPr>
          <p:cNvPicPr/>
          <p:nvPr/>
        </p:nvPicPr>
        <p:blipFill rotWithShape="1">
          <a:blip r:embed="rId14" cstate="print"/>
          <a:srcRect l="7416" t="5793" r="21680" b="195"/>
          <a:stretch/>
        </p:blipFill>
        <p:spPr>
          <a:xfrm>
            <a:off x="3926048" y="2771798"/>
            <a:ext cx="1227455" cy="1431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435391"/>
            <a:ext cx="2012950" cy="1708150"/>
            <a:chOff x="0" y="3435391"/>
            <a:chExt cx="2012950" cy="1708150"/>
          </a:xfrm>
        </p:grpSpPr>
        <p:sp>
          <p:nvSpPr>
            <p:cNvPr id="3" name="object 3"/>
            <p:cNvSpPr/>
            <p:nvPr/>
          </p:nvSpPr>
          <p:spPr>
            <a:xfrm>
              <a:off x="0" y="4356948"/>
              <a:ext cx="2012950" cy="786765"/>
            </a:xfrm>
            <a:custGeom>
              <a:avLst/>
              <a:gdLst/>
              <a:ahLst/>
              <a:cxnLst/>
              <a:rect l="l" t="t" r="r" b="b"/>
              <a:pathLst>
                <a:path w="2012950" h="786764">
                  <a:moveTo>
                    <a:pt x="303579" y="0"/>
                  </a:moveTo>
                  <a:lnTo>
                    <a:pt x="77601" y="76222"/>
                  </a:lnTo>
                  <a:lnTo>
                    <a:pt x="0" y="133734"/>
                  </a:lnTo>
                  <a:lnTo>
                    <a:pt x="0" y="305855"/>
                  </a:lnTo>
                  <a:lnTo>
                    <a:pt x="1016316" y="786551"/>
                  </a:lnTo>
                  <a:lnTo>
                    <a:pt x="1992365" y="786551"/>
                  </a:lnTo>
                  <a:lnTo>
                    <a:pt x="2012735" y="545026"/>
                  </a:lnTo>
                  <a:lnTo>
                    <a:pt x="1955587" y="348651"/>
                  </a:lnTo>
                  <a:lnTo>
                    <a:pt x="994181" y="348651"/>
                  </a:lnTo>
                  <a:lnTo>
                    <a:pt x="963079" y="344363"/>
                  </a:lnTo>
                  <a:lnTo>
                    <a:pt x="918862" y="326004"/>
                  </a:lnTo>
                  <a:lnTo>
                    <a:pt x="877646" y="289714"/>
                  </a:lnTo>
                  <a:lnTo>
                    <a:pt x="839901" y="246781"/>
                  </a:lnTo>
                  <a:lnTo>
                    <a:pt x="802385" y="207821"/>
                  </a:lnTo>
                  <a:lnTo>
                    <a:pt x="765131" y="172688"/>
                  </a:lnTo>
                  <a:lnTo>
                    <a:pt x="728171" y="141238"/>
                  </a:lnTo>
                  <a:lnTo>
                    <a:pt x="691540" y="113327"/>
                  </a:lnTo>
                  <a:lnTo>
                    <a:pt x="655270" y="88810"/>
                  </a:lnTo>
                  <a:lnTo>
                    <a:pt x="619394" y="67543"/>
                  </a:lnTo>
                  <a:lnTo>
                    <a:pt x="583946" y="49379"/>
                  </a:lnTo>
                  <a:lnTo>
                    <a:pt x="303579" y="0"/>
                  </a:lnTo>
                  <a:close/>
                </a:path>
                <a:path w="2012950" h="786764">
                  <a:moveTo>
                    <a:pt x="1665334" y="107585"/>
                  </a:moveTo>
                  <a:lnTo>
                    <a:pt x="1624009" y="110018"/>
                  </a:lnTo>
                  <a:lnTo>
                    <a:pt x="1582298" y="117026"/>
                  </a:lnTo>
                  <a:lnTo>
                    <a:pt x="1540322" y="127987"/>
                  </a:lnTo>
                  <a:lnTo>
                    <a:pt x="1498207" y="142280"/>
                  </a:lnTo>
                  <a:lnTo>
                    <a:pt x="1456075" y="159284"/>
                  </a:lnTo>
                  <a:lnTo>
                    <a:pt x="1414050" y="178378"/>
                  </a:lnTo>
                  <a:lnTo>
                    <a:pt x="1372255" y="198940"/>
                  </a:lnTo>
                  <a:lnTo>
                    <a:pt x="1330815" y="220350"/>
                  </a:lnTo>
                  <a:lnTo>
                    <a:pt x="1249491" y="263226"/>
                  </a:lnTo>
                  <a:lnTo>
                    <a:pt x="1209855" y="283449"/>
                  </a:lnTo>
                  <a:lnTo>
                    <a:pt x="1171067" y="302035"/>
                  </a:lnTo>
                  <a:lnTo>
                    <a:pt x="1133251" y="318361"/>
                  </a:lnTo>
                  <a:lnTo>
                    <a:pt x="1096531" y="331807"/>
                  </a:lnTo>
                  <a:lnTo>
                    <a:pt x="1026872" y="347573"/>
                  </a:lnTo>
                  <a:lnTo>
                    <a:pt x="994181" y="348651"/>
                  </a:lnTo>
                  <a:lnTo>
                    <a:pt x="1955587" y="348651"/>
                  </a:lnTo>
                  <a:lnTo>
                    <a:pt x="1932558" y="269521"/>
                  </a:lnTo>
                  <a:lnTo>
                    <a:pt x="1897546" y="223040"/>
                  </a:lnTo>
                  <a:lnTo>
                    <a:pt x="1861343" y="185357"/>
                  </a:lnTo>
                  <a:lnTo>
                    <a:pt x="1824045" y="155862"/>
                  </a:lnTo>
                  <a:lnTo>
                    <a:pt x="1785747" y="133949"/>
                  </a:lnTo>
                  <a:lnTo>
                    <a:pt x="1746326" y="118929"/>
                  </a:lnTo>
                  <a:lnTo>
                    <a:pt x="1706147" y="110349"/>
                  </a:lnTo>
                  <a:lnTo>
                    <a:pt x="1665334" y="10758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883176"/>
              <a:ext cx="1751330" cy="1260475"/>
            </a:xfrm>
            <a:custGeom>
              <a:avLst/>
              <a:gdLst/>
              <a:ahLst/>
              <a:cxnLst/>
              <a:rect l="l" t="t" r="r" b="b"/>
              <a:pathLst>
                <a:path w="1751330" h="1260475">
                  <a:moveTo>
                    <a:pt x="0" y="0"/>
                  </a:moveTo>
                  <a:lnTo>
                    <a:pt x="0" y="1260323"/>
                  </a:lnTo>
                  <a:lnTo>
                    <a:pt x="1750853" y="1260323"/>
                  </a:lnTo>
                  <a:lnTo>
                    <a:pt x="1749558" y="1253583"/>
                  </a:lnTo>
                  <a:lnTo>
                    <a:pt x="1741551" y="1204239"/>
                  </a:lnTo>
                  <a:lnTo>
                    <a:pt x="1730035" y="1143392"/>
                  </a:lnTo>
                  <a:lnTo>
                    <a:pt x="1714793" y="1088069"/>
                  </a:lnTo>
                  <a:lnTo>
                    <a:pt x="1696090" y="1038051"/>
                  </a:lnTo>
                  <a:lnTo>
                    <a:pt x="1674192" y="993124"/>
                  </a:lnTo>
                  <a:lnTo>
                    <a:pt x="1649364" y="953069"/>
                  </a:lnTo>
                  <a:lnTo>
                    <a:pt x="1621874" y="917671"/>
                  </a:lnTo>
                  <a:lnTo>
                    <a:pt x="1591986" y="886713"/>
                  </a:lnTo>
                  <a:lnTo>
                    <a:pt x="1559967" y="859978"/>
                  </a:lnTo>
                  <a:lnTo>
                    <a:pt x="1538120" y="845324"/>
                  </a:lnTo>
                  <a:lnTo>
                    <a:pt x="893779" y="845324"/>
                  </a:lnTo>
                  <a:lnTo>
                    <a:pt x="852517" y="843438"/>
                  </a:lnTo>
                  <a:lnTo>
                    <a:pt x="791159" y="814622"/>
                  </a:lnTo>
                  <a:lnTo>
                    <a:pt x="753237" y="757908"/>
                  </a:lnTo>
                  <a:lnTo>
                    <a:pt x="741126" y="721582"/>
                  </a:lnTo>
                  <a:lnTo>
                    <a:pt x="732384" y="681243"/>
                  </a:lnTo>
                  <a:lnTo>
                    <a:pt x="726112" y="637869"/>
                  </a:lnTo>
                  <a:lnTo>
                    <a:pt x="721410" y="592435"/>
                  </a:lnTo>
                  <a:lnTo>
                    <a:pt x="717380" y="545918"/>
                  </a:lnTo>
                  <a:lnTo>
                    <a:pt x="713122" y="499293"/>
                  </a:lnTo>
                  <a:lnTo>
                    <a:pt x="707739" y="453537"/>
                  </a:lnTo>
                  <a:lnTo>
                    <a:pt x="700330" y="409625"/>
                  </a:lnTo>
                  <a:lnTo>
                    <a:pt x="689997" y="368533"/>
                  </a:lnTo>
                  <a:lnTo>
                    <a:pt x="675841" y="331238"/>
                  </a:lnTo>
                  <a:lnTo>
                    <a:pt x="632465" y="271942"/>
                  </a:lnTo>
                  <a:lnTo>
                    <a:pt x="600572" y="251587"/>
                  </a:lnTo>
                  <a:lnTo>
                    <a:pt x="394480" y="251587"/>
                  </a:lnTo>
                  <a:lnTo>
                    <a:pt x="346567" y="250365"/>
                  </a:lnTo>
                  <a:lnTo>
                    <a:pt x="303421" y="241786"/>
                  </a:lnTo>
                  <a:lnTo>
                    <a:pt x="264414" y="226962"/>
                  </a:lnTo>
                  <a:lnTo>
                    <a:pt x="222142" y="202467"/>
                  </a:lnTo>
                  <a:lnTo>
                    <a:pt x="183861" y="172506"/>
                  </a:lnTo>
                  <a:lnTo>
                    <a:pt x="148484" y="139015"/>
                  </a:lnTo>
                  <a:lnTo>
                    <a:pt x="114923" y="103931"/>
                  </a:lnTo>
                  <a:lnTo>
                    <a:pt x="82091" y="69190"/>
                  </a:lnTo>
                  <a:lnTo>
                    <a:pt x="48902" y="36728"/>
                  </a:lnTo>
                  <a:lnTo>
                    <a:pt x="14267" y="8481"/>
                  </a:lnTo>
                  <a:lnTo>
                    <a:pt x="0" y="0"/>
                  </a:lnTo>
                  <a:close/>
                </a:path>
                <a:path w="1751330" h="1260475">
                  <a:moveTo>
                    <a:pt x="1288893" y="772512"/>
                  </a:moveTo>
                  <a:lnTo>
                    <a:pt x="1237281" y="772781"/>
                  </a:lnTo>
                  <a:lnTo>
                    <a:pt x="1186399" y="776759"/>
                  </a:lnTo>
                  <a:lnTo>
                    <a:pt x="1136847" y="783957"/>
                  </a:lnTo>
                  <a:lnTo>
                    <a:pt x="1089228" y="793885"/>
                  </a:lnTo>
                  <a:lnTo>
                    <a:pt x="1044143" y="806055"/>
                  </a:lnTo>
                  <a:lnTo>
                    <a:pt x="1002195" y="819976"/>
                  </a:lnTo>
                  <a:lnTo>
                    <a:pt x="943393" y="837806"/>
                  </a:lnTo>
                  <a:lnTo>
                    <a:pt x="893779" y="845324"/>
                  </a:lnTo>
                  <a:lnTo>
                    <a:pt x="1538120" y="845324"/>
                  </a:lnTo>
                  <a:lnTo>
                    <a:pt x="1490599" y="818312"/>
                  </a:lnTo>
                  <a:lnTo>
                    <a:pt x="1442087" y="798852"/>
                  </a:lnTo>
                  <a:lnTo>
                    <a:pt x="1391897" y="785059"/>
                  </a:lnTo>
                  <a:lnTo>
                    <a:pt x="1340632" y="776442"/>
                  </a:lnTo>
                  <a:lnTo>
                    <a:pt x="1288893" y="772512"/>
                  </a:lnTo>
                  <a:close/>
                </a:path>
                <a:path w="1751330" h="1260475">
                  <a:moveTo>
                    <a:pt x="535966" y="236256"/>
                  </a:moveTo>
                  <a:lnTo>
                    <a:pt x="494945" y="237083"/>
                  </a:lnTo>
                  <a:lnTo>
                    <a:pt x="447789" y="244336"/>
                  </a:lnTo>
                  <a:lnTo>
                    <a:pt x="394480" y="251587"/>
                  </a:lnTo>
                  <a:lnTo>
                    <a:pt x="600572" y="251587"/>
                  </a:lnTo>
                  <a:lnTo>
                    <a:pt x="571313" y="241357"/>
                  </a:lnTo>
                  <a:lnTo>
                    <a:pt x="535966" y="236256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435391"/>
              <a:ext cx="1442085" cy="1708150"/>
            </a:xfrm>
            <a:custGeom>
              <a:avLst/>
              <a:gdLst/>
              <a:ahLst/>
              <a:cxnLst/>
              <a:rect l="l" t="t" r="r" b="b"/>
              <a:pathLst>
                <a:path w="1442085" h="1708150">
                  <a:moveTo>
                    <a:pt x="212564" y="0"/>
                  </a:moveTo>
                  <a:lnTo>
                    <a:pt x="161834" y="5092"/>
                  </a:lnTo>
                  <a:lnTo>
                    <a:pt x="107648" y="25427"/>
                  </a:lnTo>
                  <a:lnTo>
                    <a:pt x="50372" y="59132"/>
                  </a:lnTo>
                  <a:lnTo>
                    <a:pt x="0" y="96738"/>
                  </a:lnTo>
                  <a:lnTo>
                    <a:pt x="0" y="1708108"/>
                  </a:lnTo>
                  <a:lnTo>
                    <a:pt x="1442003" y="1708108"/>
                  </a:lnTo>
                  <a:lnTo>
                    <a:pt x="1439439" y="1698676"/>
                  </a:lnTo>
                  <a:lnTo>
                    <a:pt x="1426651" y="1655692"/>
                  </a:lnTo>
                  <a:lnTo>
                    <a:pt x="1412617" y="1613237"/>
                  </a:lnTo>
                  <a:lnTo>
                    <a:pt x="1397108" y="1571523"/>
                  </a:lnTo>
                  <a:lnTo>
                    <a:pt x="1379896" y="1530761"/>
                  </a:lnTo>
                  <a:lnTo>
                    <a:pt x="1360751" y="1491162"/>
                  </a:lnTo>
                  <a:lnTo>
                    <a:pt x="1339445" y="1452937"/>
                  </a:lnTo>
                  <a:lnTo>
                    <a:pt x="1315748" y="1416299"/>
                  </a:lnTo>
                  <a:lnTo>
                    <a:pt x="1289432" y="1381457"/>
                  </a:lnTo>
                  <a:lnTo>
                    <a:pt x="1260268" y="1348623"/>
                  </a:lnTo>
                  <a:lnTo>
                    <a:pt x="1228027" y="1318009"/>
                  </a:lnTo>
                  <a:lnTo>
                    <a:pt x="1192479" y="1289827"/>
                  </a:lnTo>
                  <a:lnTo>
                    <a:pt x="1153397" y="1264286"/>
                  </a:lnTo>
                  <a:lnTo>
                    <a:pt x="1110551" y="1241599"/>
                  </a:lnTo>
                  <a:lnTo>
                    <a:pt x="1073826" y="1225808"/>
                  </a:lnTo>
                  <a:lnTo>
                    <a:pt x="1034488" y="1212039"/>
                  </a:lnTo>
                  <a:lnTo>
                    <a:pt x="992423" y="1200399"/>
                  </a:lnTo>
                  <a:lnTo>
                    <a:pt x="947518" y="1190991"/>
                  </a:lnTo>
                  <a:lnTo>
                    <a:pt x="565502" y="1190314"/>
                  </a:lnTo>
                  <a:lnTo>
                    <a:pt x="524246" y="1188185"/>
                  </a:lnTo>
                  <a:lnTo>
                    <a:pt x="456603" y="1169603"/>
                  </a:lnTo>
                  <a:lnTo>
                    <a:pt x="407704" y="1134633"/>
                  </a:lnTo>
                  <a:lnTo>
                    <a:pt x="373808" y="1085120"/>
                  </a:lnTo>
                  <a:lnTo>
                    <a:pt x="352734" y="1023105"/>
                  </a:lnTo>
                  <a:lnTo>
                    <a:pt x="342304" y="950631"/>
                  </a:lnTo>
                  <a:lnTo>
                    <a:pt x="340400" y="911110"/>
                  </a:lnTo>
                  <a:lnTo>
                    <a:pt x="340340" y="869741"/>
                  </a:lnTo>
                  <a:lnTo>
                    <a:pt x="341851" y="826778"/>
                  </a:lnTo>
                  <a:lnTo>
                    <a:pt x="344662" y="782477"/>
                  </a:lnTo>
                  <a:lnTo>
                    <a:pt x="348499" y="737094"/>
                  </a:lnTo>
                  <a:lnTo>
                    <a:pt x="353091" y="690883"/>
                  </a:lnTo>
                  <a:lnTo>
                    <a:pt x="358166" y="644100"/>
                  </a:lnTo>
                  <a:lnTo>
                    <a:pt x="363450" y="597000"/>
                  </a:lnTo>
                  <a:lnTo>
                    <a:pt x="368672" y="549839"/>
                  </a:lnTo>
                  <a:lnTo>
                    <a:pt x="373559" y="502872"/>
                  </a:lnTo>
                  <a:lnTo>
                    <a:pt x="377838" y="456354"/>
                  </a:lnTo>
                  <a:lnTo>
                    <a:pt x="381239" y="410541"/>
                  </a:lnTo>
                  <a:lnTo>
                    <a:pt x="383487" y="365687"/>
                  </a:lnTo>
                  <a:lnTo>
                    <a:pt x="384311" y="322049"/>
                  </a:lnTo>
                  <a:lnTo>
                    <a:pt x="383439" y="279881"/>
                  </a:lnTo>
                  <a:lnTo>
                    <a:pt x="380598" y="239440"/>
                  </a:lnTo>
                  <a:lnTo>
                    <a:pt x="375515" y="200979"/>
                  </a:lnTo>
                  <a:lnTo>
                    <a:pt x="357537" y="131023"/>
                  </a:lnTo>
                  <a:lnTo>
                    <a:pt x="327325" y="72056"/>
                  </a:lnTo>
                  <a:lnTo>
                    <a:pt x="282702" y="26120"/>
                  </a:lnTo>
                  <a:lnTo>
                    <a:pt x="236519" y="3755"/>
                  </a:lnTo>
                  <a:lnTo>
                    <a:pt x="212564" y="0"/>
                  </a:lnTo>
                  <a:close/>
                </a:path>
                <a:path w="1442085" h="1708150">
                  <a:moveTo>
                    <a:pt x="794629" y="1177213"/>
                  </a:moveTo>
                  <a:lnTo>
                    <a:pt x="737231" y="1177785"/>
                  </a:lnTo>
                  <a:lnTo>
                    <a:pt x="676426" y="1181115"/>
                  </a:lnTo>
                  <a:lnTo>
                    <a:pt x="612101" y="1187307"/>
                  </a:lnTo>
                  <a:lnTo>
                    <a:pt x="565502" y="1190314"/>
                  </a:lnTo>
                  <a:lnTo>
                    <a:pt x="942939" y="1190314"/>
                  </a:lnTo>
                  <a:lnTo>
                    <a:pt x="899660" y="1183920"/>
                  </a:lnTo>
                  <a:lnTo>
                    <a:pt x="848735" y="1179293"/>
                  </a:lnTo>
                  <a:lnTo>
                    <a:pt x="794629" y="1177213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0"/>
            <a:ext cx="1835785" cy="963294"/>
            <a:chOff x="0" y="0"/>
            <a:chExt cx="1835785" cy="963294"/>
          </a:xfrm>
        </p:grpSpPr>
        <p:sp>
          <p:nvSpPr>
            <p:cNvPr id="7" name="object 7"/>
            <p:cNvSpPr/>
            <p:nvPr/>
          </p:nvSpPr>
          <p:spPr>
            <a:xfrm>
              <a:off x="0" y="64007"/>
              <a:ext cx="1565275" cy="899160"/>
            </a:xfrm>
            <a:custGeom>
              <a:avLst/>
              <a:gdLst/>
              <a:ahLst/>
              <a:cxnLst/>
              <a:rect l="l" t="t" r="r" b="b"/>
              <a:pathLst>
                <a:path w="1565275" h="899160">
                  <a:moveTo>
                    <a:pt x="1565275" y="0"/>
                  </a:moveTo>
                  <a:lnTo>
                    <a:pt x="0" y="0"/>
                  </a:lnTo>
                  <a:lnTo>
                    <a:pt x="0" y="529520"/>
                  </a:lnTo>
                  <a:lnTo>
                    <a:pt x="11682" y="527803"/>
                  </a:lnTo>
                  <a:lnTo>
                    <a:pt x="49882" y="524136"/>
                  </a:lnTo>
                  <a:lnTo>
                    <a:pt x="85810" y="522648"/>
                  </a:lnTo>
                  <a:lnTo>
                    <a:pt x="119604" y="523216"/>
                  </a:lnTo>
                  <a:lnTo>
                    <a:pt x="151401" y="525718"/>
                  </a:lnTo>
                  <a:lnTo>
                    <a:pt x="209553" y="536041"/>
                  </a:lnTo>
                  <a:lnTo>
                    <a:pt x="261364" y="552640"/>
                  </a:lnTo>
                  <a:lnTo>
                    <a:pt x="307933" y="574544"/>
                  </a:lnTo>
                  <a:lnTo>
                    <a:pt x="350358" y="600778"/>
                  </a:lnTo>
                  <a:lnTo>
                    <a:pt x="389738" y="630368"/>
                  </a:lnTo>
                  <a:lnTo>
                    <a:pt x="427170" y="662340"/>
                  </a:lnTo>
                  <a:lnTo>
                    <a:pt x="500586" y="729534"/>
                  </a:lnTo>
                  <a:lnTo>
                    <a:pt x="519439" y="746300"/>
                  </a:lnTo>
                  <a:lnTo>
                    <a:pt x="558706" y="778940"/>
                  </a:lnTo>
                  <a:lnTo>
                    <a:pt x="600968" y="809580"/>
                  </a:lnTo>
                  <a:lnTo>
                    <a:pt x="647324" y="837246"/>
                  </a:lnTo>
                  <a:lnTo>
                    <a:pt x="698872" y="860963"/>
                  </a:lnTo>
                  <a:lnTo>
                    <a:pt x="756711" y="879758"/>
                  </a:lnTo>
                  <a:lnTo>
                    <a:pt x="821938" y="892658"/>
                  </a:lnTo>
                  <a:lnTo>
                    <a:pt x="895653" y="898688"/>
                  </a:lnTo>
                  <a:lnTo>
                    <a:pt x="936037" y="898822"/>
                  </a:lnTo>
                  <a:lnTo>
                    <a:pt x="978954" y="896874"/>
                  </a:lnTo>
                  <a:lnTo>
                    <a:pt x="1319153" y="740181"/>
                  </a:lnTo>
                  <a:lnTo>
                    <a:pt x="1493080" y="433720"/>
                  </a:lnTo>
                  <a:lnTo>
                    <a:pt x="1556524" y="134618"/>
                  </a:lnTo>
                  <a:lnTo>
                    <a:pt x="156527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927100" cy="656590"/>
            </a:xfrm>
            <a:custGeom>
              <a:avLst/>
              <a:gdLst/>
              <a:ahLst/>
              <a:cxnLst/>
              <a:rect l="l" t="t" r="r" b="b"/>
              <a:pathLst>
                <a:path w="927100" h="656590">
                  <a:moveTo>
                    <a:pt x="926525" y="0"/>
                  </a:moveTo>
                  <a:lnTo>
                    <a:pt x="0" y="0"/>
                  </a:lnTo>
                  <a:lnTo>
                    <a:pt x="0" y="656115"/>
                  </a:lnTo>
                  <a:lnTo>
                    <a:pt x="14821" y="638301"/>
                  </a:lnTo>
                  <a:lnTo>
                    <a:pt x="41454" y="615899"/>
                  </a:lnTo>
                  <a:lnTo>
                    <a:pt x="73652" y="597915"/>
                  </a:lnTo>
                  <a:lnTo>
                    <a:pt x="106943" y="586273"/>
                  </a:lnTo>
                  <a:lnTo>
                    <a:pt x="145630" y="578721"/>
                  </a:lnTo>
                  <a:lnTo>
                    <a:pt x="190250" y="575632"/>
                  </a:lnTo>
                  <a:lnTo>
                    <a:pt x="526950" y="575632"/>
                  </a:lnTo>
                  <a:lnTo>
                    <a:pt x="536476" y="573161"/>
                  </a:lnTo>
                  <a:lnTo>
                    <a:pt x="573366" y="559180"/>
                  </a:lnTo>
                  <a:lnTo>
                    <a:pt x="613230" y="538386"/>
                  </a:lnTo>
                  <a:lnTo>
                    <a:pt x="649211" y="513387"/>
                  </a:lnTo>
                  <a:lnTo>
                    <a:pt x="681664" y="484620"/>
                  </a:lnTo>
                  <a:lnTo>
                    <a:pt x="710941" y="452521"/>
                  </a:lnTo>
                  <a:lnTo>
                    <a:pt x="737396" y="417525"/>
                  </a:lnTo>
                  <a:lnTo>
                    <a:pt x="761383" y="380069"/>
                  </a:lnTo>
                  <a:lnTo>
                    <a:pt x="783255" y="340588"/>
                  </a:lnTo>
                  <a:lnTo>
                    <a:pt x="803365" y="299518"/>
                  </a:lnTo>
                  <a:lnTo>
                    <a:pt x="822066" y="257295"/>
                  </a:lnTo>
                  <a:lnTo>
                    <a:pt x="839713" y="214354"/>
                  </a:lnTo>
                  <a:lnTo>
                    <a:pt x="856657" y="171132"/>
                  </a:lnTo>
                  <a:lnTo>
                    <a:pt x="873254" y="128064"/>
                  </a:lnTo>
                  <a:lnTo>
                    <a:pt x="889855" y="85587"/>
                  </a:lnTo>
                  <a:lnTo>
                    <a:pt x="906815" y="44135"/>
                  </a:lnTo>
                  <a:lnTo>
                    <a:pt x="924486" y="4145"/>
                  </a:lnTo>
                  <a:lnTo>
                    <a:pt x="926525" y="0"/>
                  </a:lnTo>
                  <a:close/>
                </a:path>
                <a:path w="927100" h="656590">
                  <a:moveTo>
                    <a:pt x="526950" y="575632"/>
                  </a:moveTo>
                  <a:lnTo>
                    <a:pt x="190250" y="575632"/>
                  </a:lnTo>
                  <a:lnTo>
                    <a:pt x="241341" y="577376"/>
                  </a:lnTo>
                  <a:lnTo>
                    <a:pt x="354566" y="590772"/>
                  </a:lnTo>
                  <a:lnTo>
                    <a:pt x="405620" y="592624"/>
                  </a:lnTo>
                  <a:lnTo>
                    <a:pt x="452815" y="590137"/>
                  </a:lnTo>
                  <a:lnTo>
                    <a:pt x="496363" y="583564"/>
                  </a:lnTo>
                  <a:lnTo>
                    <a:pt x="526950" y="575632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1835785" cy="584835"/>
            </a:xfrm>
            <a:custGeom>
              <a:avLst/>
              <a:gdLst/>
              <a:ahLst/>
              <a:cxnLst/>
              <a:rect l="l" t="t" r="r" b="b"/>
              <a:pathLst>
                <a:path w="1835785" h="584835">
                  <a:moveTo>
                    <a:pt x="1785429" y="120893"/>
                  </a:moveTo>
                  <a:lnTo>
                    <a:pt x="632197" y="120893"/>
                  </a:lnTo>
                  <a:lnTo>
                    <a:pt x="665609" y="121311"/>
                  </a:lnTo>
                  <a:lnTo>
                    <a:pt x="697974" y="127328"/>
                  </a:lnTo>
                  <a:lnTo>
                    <a:pt x="760221" y="153977"/>
                  </a:lnTo>
                  <a:lnTo>
                    <a:pt x="820260" y="196482"/>
                  </a:lnTo>
                  <a:lnTo>
                    <a:pt x="849864" y="222319"/>
                  </a:lnTo>
                  <a:lnTo>
                    <a:pt x="879410" y="250485"/>
                  </a:lnTo>
                  <a:lnTo>
                    <a:pt x="909065" y="280436"/>
                  </a:lnTo>
                  <a:lnTo>
                    <a:pt x="969357" y="343512"/>
                  </a:lnTo>
                  <a:lnTo>
                    <a:pt x="1000325" y="375549"/>
                  </a:lnTo>
                  <a:lnTo>
                    <a:pt x="1032061" y="407191"/>
                  </a:lnTo>
                  <a:lnTo>
                    <a:pt x="1064730" y="437894"/>
                  </a:lnTo>
                  <a:lnTo>
                    <a:pt x="1098497" y="467112"/>
                  </a:lnTo>
                  <a:lnTo>
                    <a:pt x="1133527" y="494302"/>
                  </a:lnTo>
                  <a:lnTo>
                    <a:pt x="1169985" y="518918"/>
                  </a:lnTo>
                  <a:lnTo>
                    <a:pt x="1208037" y="540416"/>
                  </a:lnTo>
                  <a:lnTo>
                    <a:pt x="1247846" y="558251"/>
                  </a:lnTo>
                  <a:lnTo>
                    <a:pt x="1289579" y="571877"/>
                  </a:lnTo>
                  <a:lnTo>
                    <a:pt x="1333400" y="580751"/>
                  </a:lnTo>
                  <a:lnTo>
                    <a:pt x="1379474" y="584326"/>
                  </a:lnTo>
                  <a:lnTo>
                    <a:pt x="1408914" y="583934"/>
                  </a:lnTo>
                  <a:lnTo>
                    <a:pt x="1462841" y="578147"/>
                  </a:lnTo>
                  <a:lnTo>
                    <a:pt x="1532288" y="557805"/>
                  </a:lnTo>
                  <a:lnTo>
                    <a:pt x="1571577" y="537273"/>
                  </a:lnTo>
                  <a:lnTo>
                    <a:pt x="1605813" y="511896"/>
                  </a:lnTo>
                  <a:lnTo>
                    <a:pt x="1635515" y="482269"/>
                  </a:lnTo>
                  <a:lnTo>
                    <a:pt x="1661206" y="448988"/>
                  </a:lnTo>
                  <a:lnTo>
                    <a:pt x="1683406" y="412650"/>
                  </a:lnTo>
                  <a:lnTo>
                    <a:pt x="1702636" y="373849"/>
                  </a:lnTo>
                  <a:lnTo>
                    <a:pt x="1719417" y="333182"/>
                  </a:lnTo>
                  <a:lnTo>
                    <a:pt x="1734271" y="291245"/>
                  </a:lnTo>
                  <a:lnTo>
                    <a:pt x="1747718" y="248632"/>
                  </a:lnTo>
                  <a:lnTo>
                    <a:pt x="1760279" y="205942"/>
                  </a:lnTo>
                  <a:lnTo>
                    <a:pt x="1772476" y="163767"/>
                  </a:lnTo>
                  <a:lnTo>
                    <a:pt x="1784829" y="122706"/>
                  </a:lnTo>
                  <a:lnTo>
                    <a:pt x="1785429" y="120893"/>
                  </a:lnTo>
                  <a:close/>
                </a:path>
                <a:path w="1835785" h="584835">
                  <a:moveTo>
                    <a:pt x="1835251" y="0"/>
                  </a:moveTo>
                  <a:lnTo>
                    <a:pt x="0" y="0"/>
                  </a:lnTo>
                  <a:lnTo>
                    <a:pt x="0" y="402628"/>
                  </a:lnTo>
                  <a:lnTo>
                    <a:pt x="64387" y="396450"/>
                  </a:lnTo>
                  <a:lnTo>
                    <a:pt x="118042" y="385317"/>
                  </a:lnTo>
                  <a:lnTo>
                    <a:pt x="158803" y="373552"/>
                  </a:lnTo>
                  <a:lnTo>
                    <a:pt x="200793" y="358511"/>
                  </a:lnTo>
                  <a:lnTo>
                    <a:pt x="244060" y="340002"/>
                  </a:lnTo>
                  <a:lnTo>
                    <a:pt x="288656" y="317833"/>
                  </a:lnTo>
                  <a:lnTo>
                    <a:pt x="334629" y="291813"/>
                  </a:lnTo>
                  <a:lnTo>
                    <a:pt x="382031" y="261748"/>
                  </a:lnTo>
                  <a:lnTo>
                    <a:pt x="430910" y="227449"/>
                  </a:lnTo>
                  <a:lnTo>
                    <a:pt x="481317" y="188722"/>
                  </a:lnTo>
                  <a:lnTo>
                    <a:pt x="511876" y="166373"/>
                  </a:lnTo>
                  <a:lnTo>
                    <a:pt x="541388" y="148716"/>
                  </a:lnTo>
                  <a:lnTo>
                    <a:pt x="569928" y="135536"/>
                  </a:lnTo>
                  <a:lnTo>
                    <a:pt x="597573" y="126619"/>
                  </a:lnTo>
                  <a:lnTo>
                    <a:pt x="632197" y="120893"/>
                  </a:lnTo>
                  <a:lnTo>
                    <a:pt x="1785429" y="120893"/>
                  </a:lnTo>
                  <a:lnTo>
                    <a:pt x="1797860" y="83353"/>
                  </a:lnTo>
                  <a:lnTo>
                    <a:pt x="1812089" y="46305"/>
                  </a:lnTo>
                  <a:lnTo>
                    <a:pt x="1828037" y="12157"/>
                  </a:lnTo>
                  <a:lnTo>
                    <a:pt x="1835251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3916" y="670559"/>
              <a:ext cx="164591" cy="163067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372" y="4244340"/>
            <a:ext cx="99059" cy="990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072" y="518159"/>
            <a:ext cx="99059" cy="990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4527" y="3610355"/>
            <a:ext cx="164592" cy="163068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326885" y="761237"/>
            <a:ext cx="2574290" cy="3260090"/>
            <a:chOff x="6326885" y="761237"/>
            <a:chExt cx="2574290" cy="326009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4035" y="818387"/>
              <a:ext cx="2459736" cy="314553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355460" y="789812"/>
              <a:ext cx="2517140" cy="3202940"/>
            </a:xfrm>
            <a:custGeom>
              <a:avLst/>
              <a:gdLst/>
              <a:ahLst/>
              <a:cxnLst/>
              <a:rect l="l" t="t" r="r" b="b"/>
              <a:pathLst>
                <a:path w="2517140" h="3202940">
                  <a:moveTo>
                    <a:pt x="0" y="3202686"/>
                  </a:moveTo>
                  <a:lnTo>
                    <a:pt x="2516886" y="3202686"/>
                  </a:lnTo>
                  <a:lnTo>
                    <a:pt x="2516886" y="0"/>
                  </a:lnTo>
                  <a:lnTo>
                    <a:pt x="0" y="0"/>
                  </a:lnTo>
                  <a:lnTo>
                    <a:pt x="0" y="3202686"/>
                  </a:lnTo>
                  <a:close/>
                </a:path>
              </a:pathLst>
            </a:custGeom>
            <a:ln w="57150">
              <a:solidFill>
                <a:srgbClr val="2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473958" y="761237"/>
            <a:ext cx="2574290" cy="3260090"/>
            <a:chOff x="3473958" y="761237"/>
            <a:chExt cx="2574290" cy="326009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31108" y="818387"/>
              <a:ext cx="2459736" cy="314553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02533" y="789812"/>
              <a:ext cx="2517140" cy="3202940"/>
            </a:xfrm>
            <a:custGeom>
              <a:avLst/>
              <a:gdLst/>
              <a:ahLst/>
              <a:cxnLst/>
              <a:rect l="l" t="t" r="r" b="b"/>
              <a:pathLst>
                <a:path w="2517140" h="3202940">
                  <a:moveTo>
                    <a:pt x="0" y="3202686"/>
                  </a:moveTo>
                  <a:lnTo>
                    <a:pt x="2516886" y="3202686"/>
                  </a:lnTo>
                  <a:lnTo>
                    <a:pt x="2516886" y="0"/>
                  </a:lnTo>
                  <a:lnTo>
                    <a:pt x="0" y="0"/>
                  </a:lnTo>
                  <a:lnTo>
                    <a:pt x="0" y="3202686"/>
                  </a:lnTo>
                  <a:close/>
                </a:path>
              </a:pathLst>
            </a:custGeom>
            <a:ln w="57150">
              <a:solidFill>
                <a:srgbClr val="2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56971" y="161544"/>
            <a:ext cx="3038475" cy="3859529"/>
            <a:chOff x="156971" y="161544"/>
            <a:chExt cx="3038475" cy="3859529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8180" y="818388"/>
              <a:ext cx="2459736" cy="314553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49605" y="789813"/>
              <a:ext cx="2517140" cy="3202940"/>
            </a:xfrm>
            <a:custGeom>
              <a:avLst/>
              <a:gdLst/>
              <a:ahLst/>
              <a:cxnLst/>
              <a:rect l="l" t="t" r="r" b="b"/>
              <a:pathLst>
                <a:path w="2517140" h="3202940">
                  <a:moveTo>
                    <a:pt x="0" y="3202686"/>
                  </a:moveTo>
                  <a:lnTo>
                    <a:pt x="2516886" y="3202686"/>
                  </a:lnTo>
                  <a:lnTo>
                    <a:pt x="2516886" y="0"/>
                  </a:lnTo>
                  <a:lnTo>
                    <a:pt x="0" y="0"/>
                  </a:lnTo>
                  <a:lnTo>
                    <a:pt x="0" y="3202686"/>
                  </a:lnTo>
                  <a:close/>
                </a:path>
              </a:pathLst>
            </a:custGeom>
            <a:ln w="57150">
              <a:solidFill>
                <a:srgbClr val="285E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71" y="161544"/>
              <a:ext cx="998219" cy="67056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536953" y="4250232"/>
            <a:ext cx="8128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A4568"/>
                </a:solidFill>
                <a:latin typeface="Calibri"/>
                <a:cs typeface="Calibri"/>
              </a:rPr>
              <a:t>Led</a:t>
            </a:r>
            <a:r>
              <a:rPr sz="1700" b="1" spc="-45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A4568"/>
                </a:solidFill>
                <a:latin typeface="Calibri"/>
                <a:cs typeface="Calibri"/>
              </a:rPr>
              <a:t>1</a:t>
            </a:r>
            <a:r>
              <a:rPr sz="1700" b="1" spc="-45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700" b="1" spc="-5" dirty="0">
                <a:solidFill>
                  <a:srgbClr val="1A4568"/>
                </a:solidFill>
                <a:latin typeface="Calibri"/>
                <a:cs typeface="Calibri"/>
              </a:rPr>
              <a:t>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64177" y="4250232"/>
            <a:ext cx="833119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A4568"/>
                </a:solidFill>
                <a:latin typeface="Calibri"/>
                <a:cs typeface="Calibri"/>
              </a:rPr>
              <a:t>Led</a:t>
            </a:r>
            <a:r>
              <a:rPr sz="1700" b="1" spc="-40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A4568"/>
                </a:solidFill>
                <a:latin typeface="Calibri"/>
                <a:cs typeface="Calibri"/>
              </a:rPr>
              <a:t>1</a:t>
            </a:r>
            <a:r>
              <a:rPr sz="1700" b="1" spc="-35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700" b="1" spc="-5" dirty="0">
                <a:solidFill>
                  <a:srgbClr val="1A4568"/>
                </a:solidFill>
                <a:latin typeface="Calibri"/>
                <a:cs typeface="Calibri"/>
              </a:rPr>
              <a:t>Off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42226" y="4258767"/>
            <a:ext cx="8121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A4568"/>
                </a:solidFill>
                <a:latin typeface="Calibri"/>
                <a:cs typeface="Calibri"/>
              </a:rPr>
              <a:t>Led</a:t>
            </a:r>
            <a:r>
              <a:rPr sz="1700" b="1" spc="-40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A4568"/>
                </a:solidFill>
                <a:latin typeface="Calibri"/>
                <a:cs typeface="Calibri"/>
              </a:rPr>
              <a:t>2</a:t>
            </a:r>
            <a:r>
              <a:rPr sz="1700" b="1" spc="-40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700" b="1" spc="-5" dirty="0">
                <a:solidFill>
                  <a:srgbClr val="1A4568"/>
                </a:solidFill>
                <a:latin typeface="Calibri"/>
                <a:cs typeface="Calibri"/>
              </a:rPr>
              <a:t>On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159635" cy="1673860"/>
            <a:chOff x="0" y="0"/>
            <a:chExt cx="2159635" cy="1673860"/>
          </a:xfrm>
        </p:grpSpPr>
        <p:sp>
          <p:nvSpPr>
            <p:cNvPr id="3" name="object 3"/>
            <p:cNvSpPr/>
            <p:nvPr/>
          </p:nvSpPr>
          <p:spPr>
            <a:xfrm>
              <a:off x="18736" y="0"/>
              <a:ext cx="2141220" cy="752475"/>
            </a:xfrm>
            <a:custGeom>
              <a:avLst/>
              <a:gdLst/>
              <a:ahLst/>
              <a:cxnLst/>
              <a:rect l="l" t="t" r="r" b="b"/>
              <a:pathLst>
                <a:path w="2141220" h="752475">
                  <a:moveTo>
                    <a:pt x="2123399" y="0"/>
                  </a:moveTo>
                  <a:lnTo>
                    <a:pt x="1071512" y="0"/>
                  </a:lnTo>
                  <a:lnTo>
                    <a:pt x="0" y="506857"/>
                  </a:lnTo>
                  <a:lnTo>
                    <a:pt x="54888" y="564120"/>
                  </a:lnTo>
                  <a:lnTo>
                    <a:pt x="205706" y="675878"/>
                  </a:lnTo>
                  <a:lnTo>
                    <a:pt x="431686" y="752084"/>
                  </a:lnTo>
                  <a:lnTo>
                    <a:pt x="712059" y="702690"/>
                  </a:lnTo>
                  <a:lnTo>
                    <a:pt x="747504" y="684521"/>
                  </a:lnTo>
                  <a:lnTo>
                    <a:pt x="783378" y="663253"/>
                  </a:lnTo>
                  <a:lnTo>
                    <a:pt x="819648" y="638741"/>
                  </a:lnTo>
                  <a:lnTo>
                    <a:pt x="856279" y="610838"/>
                  </a:lnTo>
                  <a:lnTo>
                    <a:pt x="893238" y="579399"/>
                  </a:lnTo>
                  <a:lnTo>
                    <a:pt x="930492" y="544278"/>
                  </a:lnTo>
                  <a:lnTo>
                    <a:pt x="968006" y="505329"/>
                  </a:lnTo>
                  <a:lnTo>
                    <a:pt x="1005747" y="462407"/>
                  </a:lnTo>
                  <a:lnTo>
                    <a:pt x="1018924" y="448175"/>
                  </a:lnTo>
                  <a:lnTo>
                    <a:pt x="1061805" y="417957"/>
                  </a:lnTo>
                  <a:lnTo>
                    <a:pt x="1122285" y="403396"/>
                  </a:lnTo>
                  <a:lnTo>
                    <a:pt x="2083696" y="403396"/>
                  </a:lnTo>
                  <a:lnTo>
                    <a:pt x="2140864" y="207059"/>
                  </a:lnTo>
                  <a:lnTo>
                    <a:pt x="2123399" y="0"/>
                  </a:lnTo>
                  <a:close/>
                </a:path>
                <a:path w="2141220" h="752475">
                  <a:moveTo>
                    <a:pt x="2083696" y="403396"/>
                  </a:moveTo>
                  <a:lnTo>
                    <a:pt x="1122285" y="403396"/>
                  </a:lnTo>
                  <a:lnTo>
                    <a:pt x="1154972" y="404475"/>
                  </a:lnTo>
                  <a:lnTo>
                    <a:pt x="1189127" y="410297"/>
                  </a:lnTo>
                  <a:lnTo>
                    <a:pt x="1261342" y="433689"/>
                  </a:lnTo>
                  <a:lnTo>
                    <a:pt x="1299155" y="450016"/>
                  </a:lnTo>
                  <a:lnTo>
                    <a:pt x="1337940" y="468602"/>
                  </a:lnTo>
                  <a:lnTo>
                    <a:pt x="1377575" y="488825"/>
                  </a:lnTo>
                  <a:lnTo>
                    <a:pt x="1458895" y="531701"/>
                  </a:lnTo>
                  <a:lnTo>
                    <a:pt x="1500335" y="553110"/>
                  </a:lnTo>
                  <a:lnTo>
                    <a:pt x="1542128" y="573673"/>
                  </a:lnTo>
                  <a:lnTo>
                    <a:pt x="1584152" y="592767"/>
                  </a:lnTo>
                  <a:lnTo>
                    <a:pt x="1626284" y="609771"/>
                  </a:lnTo>
                  <a:lnTo>
                    <a:pt x="1668399" y="624065"/>
                  </a:lnTo>
                  <a:lnTo>
                    <a:pt x="1710374" y="635026"/>
                  </a:lnTo>
                  <a:lnTo>
                    <a:pt x="1752085" y="642034"/>
                  </a:lnTo>
                  <a:lnTo>
                    <a:pt x="1793409" y="644468"/>
                  </a:lnTo>
                  <a:lnTo>
                    <a:pt x="1834223" y="641706"/>
                  </a:lnTo>
                  <a:lnTo>
                    <a:pt x="1874401" y="633126"/>
                  </a:lnTo>
                  <a:lnTo>
                    <a:pt x="1913822" y="618109"/>
                  </a:lnTo>
                  <a:lnTo>
                    <a:pt x="1952138" y="596221"/>
                  </a:lnTo>
                  <a:lnTo>
                    <a:pt x="1989467" y="566737"/>
                  </a:lnTo>
                  <a:lnTo>
                    <a:pt x="2025675" y="529062"/>
                  </a:lnTo>
                  <a:lnTo>
                    <a:pt x="2060634" y="482600"/>
                  </a:lnTo>
                  <a:lnTo>
                    <a:pt x="2083696" y="403396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92300" cy="1257300"/>
            </a:xfrm>
            <a:custGeom>
              <a:avLst/>
              <a:gdLst/>
              <a:ahLst/>
              <a:cxnLst/>
              <a:rect l="l" t="t" r="r" b="b"/>
              <a:pathLst>
                <a:path w="1892300" h="1257300">
                  <a:moveTo>
                    <a:pt x="1891980" y="0"/>
                  </a:moveTo>
                  <a:lnTo>
                    <a:pt x="0" y="0"/>
                  </a:lnTo>
                  <a:lnTo>
                    <a:pt x="0" y="1251791"/>
                  </a:lnTo>
                  <a:lnTo>
                    <a:pt x="11936" y="1254839"/>
                  </a:lnTo>
                  <a:lnTo>
                    <a:pt x="52892" y="1257304"/>
                  </a:lnTo>
                  <a:lnTo>
                    <a:pt x="90015" y="1251776"/>
                  </a:lnTo>
                  <a:lnTo>
                    <a:pt x="161115" y="1217331"/>
                  </a:lnTo>
                  <a:lnTo>
                    <a:pt x="195751" y="1189110"/>
                  </a:lnTo>
                  <a:lnTo>
                    <a:pt x="228941" y="1156666"/>
                  </a:lnTo>
                  <a:lnTo>
                    <a:pt x="261773" y="1121933"/>
                  </a:lnTo>
                  <a:lnTo>
                    <a:pt x="295334" y="1086850"/>
                  </a:lnTo>
                  <a:lnTo>
                    <a:pt x="330711" y="1053351"/>
                  </a:lnTo>
                  <a:lnTo>
                    <a:pt x="368992" y="1023374"/>
                  </a:lnTo>
                  <a:lnTo>
                    <a:pt x="411264" y="998854"/>
                  </a:lnTo>
                  <a:lnTo>
                    <a:pt x="450271" y="984063"/>
                  </a:lnTo>
                  <a:lnTo>
                    <a:pt x="493417" y="975487"/>
                  </a:lnTo>
                  <a:lnTo>
                    <a:pt x="541330" y="974244"/>
                  </a:lnTo>
                  <a:lnTo>
                    <a:pt x="747488" y="974244"/>
                  </a:lnTo>
                  <a:lnTo>
                    <a:pt x="748296" y="973963"/>
                  </a:lnTo>
                  <a:lnTo>
                    <a:pt x="803809" y="927145"/>
                  </a:lnTo>
                  <a:lnTo>
                    <a:pt x="836840" y="857333"/>
                  </a:lnTo>
                  <a:lnTo>
                    <a:pt x="847171" y="816244"/>
                  </a:lnTo>
                  <a:lnTo>
                    <a:pt x="854579" y="772335"/>
                  </a:lnTo>
                  <a:lnTo>
                    <a:pt x="859962" y="726580"/>
                  </a:lnTo>
                  <a:lnTo>
                    <a:pt x="864219" y="679958"/>
                  </a:lnTo>
                  <a:lnTo>
                    <a:pt x="868248" y="633442"/>
                  </a:lnTo>
                  <a:lnTo>
                    <a:pt x="872950" y="588009"/>
                  </a:lnTo>
                  <a:lnTo>
                    <a:pt x="879222" y="544635"/>
                  </a:lnTo>
                  <a:lnTo>
                    <a:pt x="887964" y="504297"/>
                  </a:lnTo>
                  <a:lnTo>
                    <a:pt x="900074" y="467969"/>
                  </a:lnTo>
                  <a:lnTo>
                    <a:pt x="937996" y="411250"/>
                  </a:lnTo>
                  <a:lnTo>
                    <a:pt x="999360" y="382389"/>
                  </a:lnTo>
                  <a:lnTo>
                    <a:pt x="1040622" y="380491"/>
                  </a:lnTo>
                  <a:lnTo>
                    <a:pt x="1685006" y="380491"/>
                  </a:lnTo>
                  <a:lnTo>
                    <a:pt x="1706780" y="365892"/>
                  </a:lnTo>
                  <a:lnTo>
                    <a:pt x="1738801" y="339163"/>
                  </a:lnTo>
                  <a:lnTo>
                    <a:pt x="1768694" y="308208"/>
                  </a:lnTo>
                  <a:lnTo>
                    <a:pt x="1796192" y="272811"/>
                  </a:lnTo>
                  <a:lnTo>
                    <a:pt x="1821031" y="232755"/>
                  </a:lnTo>
                  <a:lnTo>
                    <a:pt x="1842946" y="187822"/>
                  </a:lnTo>
                  <a:lnTo>
                    <a:pt x="1861670" y="137794"/>
                  </a:lnTo>
                  <a:lnTo>
                    <a:pt x="1876940" y="82456"/>
                  </a:lnTo>
                  <a:lnTo>
                    <a:pt x="1888489" y="21589"/>
                  </a:lnTo>
                  <a:lnTo>
                    <a:pt x="1891980" y="0"/>
                  </a:lnTo>
                  <a:close/>
                </a:path>
                <a:path w="1892300" h="1257300">
                  <a:moveTo>
                    <a:pt x="747488" y="974244"/>
                  </a:moveTo>
                  <a:lnTo>
                    <a:pt x="541330" y="974244"/>
                  </a:lnTo>
                  <a:lnTo>
                    <a:pt x="594639" y="981455"/>
                  </a:lnTo>
                  <a:lnTo>
                    <a:pt x="641795" y="988732"/>
                  </a:lnTo>
                  <a:lnTo>
                    <a:pt x="682817" y="989568"/>
                  </a:lnTo>
                  <a:lnTo>
                    <a:pt x="718163" y="984474"/>
                  </a:lnTo>
                  <a:lnTo>
                    <a:pt x="747488" y="974244"/>
                  </a:lnTo>
                  <a:close/>
                </a:path>
                <a:path w="1892300" h="1257300">
                  <a:moveTo>
                    <a:pt x="1685006" y="380491"/>
                  </a:moveTo>
                  <a:lnTo>
                    <a:pt x="1040622" y="380491"/>
                  </a:lnTo>
                  <a:lnTo>
                    <a:pt x="1090232" y="388024"/>
                  </a:lnTo>
                  <a:lnTo>
                    <a:pt x="1149032" y="405891"/>
                  </a:lnTo>
                  <a:lnTo>
                    <a:pt x="1190980" y="419808"/>
                  </a:lnTo>
                  <a:lnTo>
                    <a:pt x="1236070" y="431971"/>
                  </a:lnTo>
                  <a:lnTo>
                    <a:pt x="1283697" y="441893"/>
                  </a:lnTo>
                  <a:lnTo>
                    <a:pt x="1333258" y="449084"/>
                  </a:lnTo>
                  <a:lnTo>
                    <a:pt x="1384149" y="453056"/>
                  </a:lnTo>
                  <a:lnTo>
                    <a:pt x="1435765" y="453321"/>
                  </a:lnTo>
                  <a:lnTo>
                    <a:pt x="1487503" y="449391"/>
                  </a:lnTo>
                  <a:lnTo>
                    <a:pt x="1538759" y="440777"/>
                  </a:lnTo>
                  <a:lnTo>
                    <a:pt x="1588930" y="426990"/>
                  </a:lnTo>
                  <a:lnTo>
                    <a:pt x="1637411" y="407542"/>
                  </a:lnTo>
                  <a:lnTo>
                    <a:pt x="1672895" y="388613"/>
                  </a:lnTo>
                  <a:lnTo>
                    <a:pt x="1685006" y="380491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579245" cy="1673860"/>
            </a:xfrm>
            <a:custGeom>
              <a:avLst/>
              <a:gdLst/>
              <a:ahLst/>
              <a:cxnLst/>
              <a:rect l="l" t="t" r="r" b="b"/>
              <a:pathLst>
                <a:path w="1579245" h="1673860">
                  <a:moveTo>
                    <a:pt x="1578847" y="0"/>
                  </a:moveTo>
                  <a:lnTo>
                    <a:pt x="0" y="0"/>
                  </a:lnTo>
                  <a:lnTo>
                    <a:pt x="0" y="1441126"/>
                  </a:lnTo>
                  <a:lnTo>
                    <a:pt x="42910" y="1484032"/>
                  </a:lnTo>
                  <a:lnTo>
                    <a:pt x="74858" y="1514468"/>
                  </a:lnTo>
                  <a:lnTo>
                    <a:pt x="106309" y="1542965"/>
                  </a:lnTo>
                  <a:lnTo>
                    <a:pt x="137215" y="1569290"/>
                  </a:lnTo>
                  <a:lnTo>
                    <a:pt x="167532" y="1593208"/>
                  </a:lnTo>
                  <a:lnTo>
                    <a:pt x="226215" y="1632887"/>
                  </a:lnTo>
                  <a:lnTo>
                    <a:pt x="281991" y="1660131"/>
                  </a:lnTo>
                  <a:lnTo>
                    <a:pt x="334493" y="1673065"/>
                  </a:lnTo>
                  <a:lnTo>
                    <a:pt x="359403" y="1673581"/>
                  </a:lnTo>
                  <a:lnTo>
                    <a:pt x="383357" y="1669818"/>
                  </a:lnTo>
                  <a:lnTo>
                    <a:pt x="423856" y="1651575"/>
                  </a:lnTo>
                  <a:lnTo>
                    <a:pt x="453801" y="1626348"/>
                  </a:lnTo>
                  <a:lnTo>
                    <a:pt x="490946" y="1573621"/>
                  </a:lnTo>
                  <a:lnTo>
                    <a:pt x="514769" y="1508890"/>
                  </a:lnTo>
                  <a:lnTo>
                    <a:pt x="527448" y="1434195"/>
                  </a:lnTo>
                  <a:lnTo>
                    <a:pt x="530289" y="1393749"/>
                  </a:lnTo>
                  <a:lnTo>
                    <a:pt x="531161" y="1351578"/>
                  </a:lnTo>
                  <a:lnTo>
                    <a:pt x="530337" y="1307938"/>
                  </a:lnTo>
                  <a:lnTo>
                    <a:pt x="528088" y="1263083"/>
                  </a:lnTo>
                  <a:lnTo>
                    <a:pt x="524688" y="1217269"/>
                  </a:lnTo>
                  <a:lnTo>
                    <a:pt x="520408" y="1170751"/>
                  </a:lnTo>
                  <a:lnTo>
                    <a:pt x="515521" y="1123785"/>
                  </a:lnTo>
                  <a:lnTo>
                    <a:pt x="510299" y="1076625"/>
                  </a:lnTo>
                  <a:lnTo>
                    <a:pt x="505014" y="1029526"/>
                  </a:lnTo>
                  <a:lnTo>
                    <a:pt x="499939" y="982745"/>
                  </a:lnTo>
                  <a:lnTo>
                    <a:pt x="495347" y="936537"/>
                  </a:lnTo>
                  <a:lnTo>
                    <a:pt x="491509" y="891156"/>
                  </a:lnTo>
                  <a:lnTo>
                    <a:pt x="488698" y="846858"/>
                  </a:lnTo>
                  <a:lnTo>
                    <a:pt x="487186" y="803898"/>
                  </a:lnTo>
                  <a:lnTo>
                    <a:pt x="487245" y="762532"/>
                  </a:lnTo>
                  <a:lnTo>
                    <a:pt x="489149" y="723014"/>
                  </a:lnTo>
                  <a:lnTo>
                    <a:pt x="499577" y="650547"/>
                  </a:lnTo>
                  <a:lnTo>
                    <a:pt x="520649" y="588537"/>
                  </a:lnTo>
                  <a:lnTo>
                    <a:pt x="554544" y="539029"/>
                  </a:lnTo>
                  <a:lnTo>
                    <a:pt x="603440" y="504063"/>
                  </a:lnTo>
                  <a:lnTo>
                    <a:pt x="671088" y="485457"/>
                  </a:lnTo>
                  <a:lnTo>
                    <a:pt x="712341" y="483310"/>
                  </a:lnTo>
                  <a:lnTo>
                    <a:pt x="1089787" y="483310"/>
                  </a:lnTo>
                  <a:lnTo>
                    <a:pt x="1094367" y="482634"/>
                  </a:lnTo>
                  <a:lnTo>
                    <a:pt x="1139273" y="473235"/>
                  </a:lnTo>
                  <a:lnTo>
                    <a:pt x="1181338" y="461602"/>
                  </a:lnTo>
                  <a:lnTo>
                    <a:pt x="1220676" y="447840"/>
                  </a:lnTo>
                  <a:lnTo>
                    <a:pt x="1257401" y="432053"/>
                  </a:lnTo>
                  <a:lnTo>
                    <a:pt x="1300244" y="409367"/>
                  </a:lnTo>
                  <a:lnTo>
                    <a:pt x="1339324" y="383827"/>
                  </a:lnTo>
                  <a:lnTo>
                    <a:pt x="1374870" y="355645"/>
                  </a:lnTo>
                  <a:lnTo>
                    <a:pt x="1407111" y="325030"/>
                  </a:lnTo>
                  <a:lnTo>
                    <a:pt x="1436275" y="292196"/>
                  </a:lnTo>
                  <a:lnTo>
                    <a:pt x="1462592" y="257353"/>
                  </a:lnTo>
                  <a:lnTo>
                    <a:pt x="1486290" y="220713"/>
                  </a:lnTo>
                  <a:lnTo>
                    <a:pt x="1507598" y="182487"/>
                  </a:lnTo>
                  <a:lnTo>
                    <a:pt x="1526744" y="142886"/>
                  </a:lnTo>
                  <a:lnTo>
                    <a:pt x="1543959" y="102122"/>
                  </a:lnTo>
                  <a:lnTo>
                    <a:pt x="1559470" y="60405"/>
                  </a:lnTo>
                  <a:lnTo>
                    <a:pt x="1573507" y="17949"/>
                  </a:lnTo>
                  <a:lnTo>
                    <a:pt x="1578847" y="0"/>
                  </a:lnTo>
                  <a:close/>
                </a:path>
                <a:path w="1579245" h="1673860">
                  <a:moveTo>
                    <a:pt x="1089787" y="483310"/>
                  </a:moveTo>
                  <a:lnTo>
                    <a:pt x="712341" y="483310"/>
                  </a:lnTo>
                  <a:lnTo>
                    <a:pt x="758939" y="486283"/>
                  </a:lnTo>
                  <a:lnTo>
                    <a:pt x="823267" y="492476"/>
                  </a:lnTo>
                  <a:lnTo>
                    <a:pt x="884075" y="495810"/>
                  </a:lnTo>
                  <a:lnTo>
                    <a:pt x="941475" y="496388"/>
                  </a:lnTo>
                  <a:lnTo>
                    <a:pt x="995582" y="494315"/>
                  </a:lnTo>
                  <a:lnTo>
                    <a:pt x="1046508" y="489696"/>
                  </a:lnTo>
                  <a:lnTo>
                    <a:pt x="1089787" y="48331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4076429"/>
            <a:ext cx="2197100" cy="1067435"/>
            <a:chOff x="0" y="4076429"/>
            <a:chExt cx="2197100" cy="1067435"/>
          </a:xfrm>
        </p:grpSpPr>
        <p:sp>
          <p:nvSpPr>
            <p:cNvPr id="7" name="object 7"/>
            <p:cNvSpPr/>
            <p:nvPr/>
          </p:nvSpPr>
          <p:spPr>
            <a:xfrm>
              <a:off x="0" y="4147095"/>
              <a:ext cx="1713230" cy="899160"/>
            </a:xfrm>
            <a:custGeom>
              <a:avLst/>
              <a:gdLst/>
              <a:ahLst/>
              <a:cxnLst/>
              <a:rect l="l" t="t" r="r" b="b"/>
              <a:pathLst>
                <a:path w="1713230" h="899160">
                  <a:moveTo>
                    <a:pt x="0" y="337464"/>
                  </a:moveTo>
                  <a:lnTo>
                    <a:pt x="0" y="898867"/>
                  </a:lnTo>
                  <a:lnTo>
                    <a:pt x="1713102" y="898867"/>
                  </a:lnTo>
                  <a:lnTo>
                    <a:pt x="1704352" y="764247"/>
                  </a:lnTo>
                  <a:lnTo>
                    <a:pt x="1640908" y="465136"/>
                  </a:lnTo>
                  <a:lnTo>
                    <a:pt x="1590461" y="376243"/>
                  </a:lnTo>
                  <a:lnTo>
                    <a:pt x="233636" y="376243"/>
                  </a:lnTo>
                  <a:lnTo>
                    <a:pt x="197707" y="374757"/>
                  </a:lnTo>
                  <a:lnTo>
                    <a:pt x="159507" y="371094"/>
                  </a:lnTo>
                  <a:lnTo>
                    <a:pt x="118898" y="365130"/>
                  </a:lnTo>
                  <a:lnTo>
                    <a:pt x="75742" y="356746"/>
                  </a:lnTo>
                  <a:lnTo>
                    <a:pt x="29903" y="345818"/>
                  </a:lnTo>
                  <a:lnTo>
                    <a:pt x="0" y="337464"/>
                  </a:lnTo>
                  <a:close/>
                </a:path>
                <a:path w="1713230" h="899160">
                  <a:moveTo>
                    <a:pt x="1083865" y="0"/>
                  </a:moveTo>
                  <a:lnTo>
                    <a:pt x="1043481" y="138"/>
                  </a:lnTo>
                  <a:lnTo>
                    <a:pt x="969766" y="6175"/>
                  </a:lnTo>
                  <a:lnTo>
                    <a:pt x="904539" y="19080"/>
                  </a:lnTo>
                  <a:lnTo>
                    <a:pt x="846700" y="37881"/>
                  </a:lnTo>
                  <a:lnTo>
                    <a:pt x="795152" y="61604"/>
                  </a:lnTo>
                  <a:lnTo>
                    <a:pt x="748796" y="89273"/>
                  </a:lnTo>
                  <a:lnTo>
                    <a:pt x="706534" y="119917"/>
                  </a:lnTo>
                  <a:lnTo>
                    <a:pt x="667267" y="152560"/>
                  </a:lnTo>
                  <a:lnTo>
                    <a:pt x="593327" y="219951"/>
                  </a:lnTo>
                  <a:lnTo>
                    <a:pt x="574997" y="236528"/>
                  </a:lnTo>
                  <a:lnTo>
                    <a:pt x="537565" y="268502"/>
                  </a:lnTo>
                  <a:lnTo>
                    <a:pt x="498185" y="298095"/>
                  </a:lnTo>
                  <a:lnTo>
                    <a:pt x="455760" y="324331"/>
                  </a:lnTo>
                  <a:lnTo>
                    <a:pt x="409191" y="346238"/>
                  </a:lnTo>
                  <a:lnTo>
                    <a:pt x="357379" y="362842"/>
                  </a:lnTo>
                  <a:lnTo>
                    <a:pt x="299227" y="373168"/>
                  </a:lnTo>
                  <a:lnTo>
                    <a:pt x="233636" y="376243"/>
                  </a:lnTo>
                  <a:lnTo>
                    <a:pt x="1590461" y="376243"/>
                  </a:lnTo>
                  <a:lnTo>
                    <a:pt x="1466981" y="158660"/>
                  </a:lnTo>
                  <a:lnTo>
                    <a:pt x="1126782" y="1944"/>
                  </a:lnTo>
                  <a:lnTo>
                    <a:pt x="108386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076429"/>
              <a:ext cx="2197100" cy="1067435"/>
            </a:xfrm>
            <a:custGeom>
              <a:avLst/>
              <a:gdLst/>
              <a:ahLst/>
              <a:cxnLst/>
              <a:rect l="l" t="t" r="r" b="b"/>
              <a:pathLst>
                <a:path w="2197100" h="1067435">
                  <a:moveTo>
                    <a:pt x="0" y="0"/>
                  </a:moveTo>
                  <a:lnTo>
                    <a:pt x="0" y="1067069"/>
                  </a:lnTo>
                  <a:lnTo>
                    <a:pt x="1090381" y="1067069"/>
                  </a:lnTo>
                  <a:lnTo>
                    <a:pt x="1090068" y="1066515"/>
                  </a:lnTo>
                  <a:lnTo>
                    <a:pt x="1071333" y="1028421"/>
                  </a:lnTo>
                  <a:lnTo>
                    <a:pt x="1053662" y="988430"/>
                  </a:lnTo>
                  <a:lnTo>
                    <a:pt x="1036703" y="946977"/>
                  </a:lnTo>
                  <a:lnTo>
                    <a:pt x="1020102" y="904499"/>
                  </a:lnTo>
                  <a:lnTo>
                    <a:pt x="1003506" y="861431"/>
                  </a:lnTo>
                  <a:lnTo>
                    <a:pt x="986562" y="818209"/>
                  </a:lnTo>
                  <a:lnTo>
                    <a:pt x="968916" y="775268"/>
                  </a:lnTo>
                  <a:lnTo>
                    <a:pt x="950214" y="733045"/>
                  </a:lnTo>
                  <a:lnTo>
                    <a:pt x="930105" y="691974"/>
                  </a:lnTo>
                  <a:lnTo>
                    <a:pt x="908233" y="652493"/>
                  </a:lnTo>
                  <a:lnTo>
                    <a:pt x="884246" y="615036"/>
                  </a:lnTo>
                  <a:lnTo>
                    <a:pt x="857791" y="580039"/>
                  </a:lnTo>
                  <a:lnTo>
                    <a:pt x="828514" y="547938"/>
                  </a:lnTo>
                  <a:lnTo>
                    <a:pt x="796061" y="519169"/>
                  </a:lnTo>
                  <a:lnTo>
                    <a:pt x="760080" y="494168"/>
                  </a:lnTo>
                  <a:lnTo>
                    <a:pt x="720217" y="473370"/>
                  </a:lnTo>
                  <a:lnTo>
                    <a:pt x="683326" y="459422"/>
                  </a:lnTo>
                  <a:lnTo>
                    <a:pt x="673823" y="456960"/>
                  </a:lnTo>
                  <a:lnTo>
                    <a:pt x="337091" y="456960"/>
                  </a:lnTo>
                  <a:lnTo>
                    <a:pt x="292471" y="453877"/>
                  </a:lnTo>
                  <a:lnTo>
                    <a:pt x="253785" y="446322"/>
                  </a:lnTo>
                  <a:lnTo>
                    <a:pt x="188299" y="416667"/>
                  </a:lnTo>
                  <a:lnTo>
                    <a:pt x="139791" y="367982"/>
                  </a:lnTo>
                  <a:lnTo>
                    <a:pt x="107082" y="305854"/>
                  </a:lnTo>
                  <a:lnTo>
                    <a:pt x="83708" y="234510"/>
                  </a:lnTo>
                  <a:lnTo>
                    <a:pt x="73503" y="196702"/>
                  </a:lnTo>
                  <a:lnTo>
                    <a:pt x="63207" y="158174"/>
                  </a:lnTo>
                  <a:lnTo>
                    <a:pt x="52014" y="119456"/>
                  </a:lnTo>
                  <a:lnTo>
                    <a:pt x="39115" y="81074"/>
                  </a:lnTo>
                  <a:lnTo>
                    <a:pt x="23703" y="43558"/>
                  </a:lnTo>
                  <a:lnTo>
                    <a:pt x="4970" y="7435"/>
                  </a:lnTo>
                  <a:lnTo>
                    <a:pt x="0" y="0"/>
                  </a:lnTo>
                  <a:close/>
                </a:path>
                <a:path w="2197100" h="1067435">
                  <a:moveTo>
                    <a:pt x="552470" y="439975"/>
                  </a:moveTo>
                  <a:lnTo>
                    <a:pt x="501416" y="441833"/>
                  </a:lnTo>
                  <a:lnTo>
                    <a:pt x="388185" y="455218"/>
                  </a:lnTo>
                  <a:lnTo>
                    <a:pt x="337091" y="456960"/>
                  </a:lnTo>
                  <a:lnTo>
                    <a:pt x="673823" y="456960"/>
                  </a:lnTo>
                  <a:lnTo>
                    <a:pt x="643213" y="449031"/>
                  </a:lnTo>
                  <a:lnTo>
                    <a:pt x="599665" y="442461"/>
                  </a:lnTo>
                  <a:lnTo>
                    <a:pt x="552470" y="439975"/>
                  </a:lnTo>
                  <a:close/>
                </a:path>
                <a:path w="2197100" h="1067435">
                  <a:moveTo>
                    <a:pt x="2031135" y="1040277"/>
                  </a:moveTo>
                  <a:lnTo>
                    <a:pt x="1983204" y="1041579"/>
                  </a:lnTo>
                  <a:lnTo>
                    <a:pt x="1938477" y="1046099"/>
                  </a:lnTo>
                  <a:lnTo>
                    <a:pt x="1896669" y="1053468"/>
                  </a:lnTo>
                  <a:lnTo>
                    <a:pt x="1857498" y="1063317"/>
                  </a:lnTo>
                  <a:lnTo>
                    <a:pt x="1845946" y="1067069"/>
                  </a:lnTo>
                  <a:lnTo>
                    <a:pt x="2193569" y="1067069"/>
                  </a:lnTo>
                  <a:lnTo>
                    <a:pt x="2196973" y="1059378"/>
                  </a:lnTo>
                  <a:lnTo>
                    <a:pt x="2137736" y="1048808"/>
                  </a:lnTo>
                  <a:lnTo>
                    <a:pt x="2082551" y="1042564"/>
                  </a:lnTo>
                  <a:lnTo>
                    <a:pt x="2031135" y="1040277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524717"/>
              <a:ext cx="2005964" cy="619125"/>
            </a:xfrm>
            <a:custGeom>
              <a:avLst/>
              <a:gdLst/>
              <a:ahLst/>
              <a:cxnLst/>
              <a:rect l="l" t="t" r="r" b="b"/>
              <a:pathLst>
                <a:path w="2005964" h="619125">
                  <a:moveTo>
                    <a:pt x="109977" y="180792"/>
                  </a:moveTo>
                  <a:lnTo>
                    <a:pt x="62125" y="183949"/>
                  </a:lnTo>
                  <a:lnTo>
                    <a:pt x="15955" y="190905"/>
                  </a:lnTo>
                  <a:lnTo>
                    <a:pt x="0" y="194579"/>
                  </a:lnTo>
                  <a:lnTo>
                    <a:pt x="0" y="618780"/>
                  </a:lnTo>
                  <a:lnTo>
                    <a:pt x="2005654" y="618780"/>
                  </a:lnTo>
                  <a:lnTo>
                    <a:pt x="1993070" y="602819"/>
                  </a:lnTo>
                  <a:lnTo>
                    <a:pt x="1974892" y="572169"/>
                  </a:lnTo>
                  <a:lnTo>
                    <a:pt x="1958951" y="538021"/>
                  </a:lnTo>
                  <a:lnTo>
                    <a:pt x="1944726" y="500973"/>
                  </a:lnTo>
                  <a:lnTo>
                    <a:pt x="1932300" y="463438"/>
                  </a:lnTo>
                  <a:lnTo>
                    <a:pt x="779047" y="463438"/>
                  </a:lnTo>
                  <a:lnTo>
                    <a:pt x="716778" y="448773"/>
                  </a:lnTo>
                  <a:lnTo>
                    <a:pt x="658726" y="417938"/>
                  </a:lnTo>
                  <a:lnTo>
                    <a:pt x="577760" y="356852"/>
                  </a:lnTo>
                  <a:lnTo>
                    <a:pt x="528881" y="322566"/>
                  </a:lnTo>
                  <a:lnTo>
                    <a:pt x="481479" y="292504"/>
                  </a:lnTo>
                  <a:lnTo>
                    <a:pt x="435505" y="266477"/>
                  </a:lnTo>
                  <a:lnTo>
                    <a:pt x="390908" y="244296"/>
                  </a:lnTo>
                  <a:lnTo>
                    <a:pt x="347639" y="225772"/>
                  </a:lnTo>
                  <a:lnTo>
                    <a:pt x="305647" y="210714"/>
                  </a:lnTo>
                  <a:lnTo>
                    <a:pt x="264883" y="198932"/>
                  </a:lnTo>
                  <a:lnTo>
                    <a:pt x="211229" y="187802"/>
                  </a:lnTo>
                  <a:lnTo>
                    <a:pt x="159636" y="181916"/>
                  </a:lnTo>
                  <a:lnTo>
                    <a:pt x="109977" y="180792"/>
                  </a:lnTo>
                  <a:close/>
                </a:path>
                <a:path w="2005964" h="619125">
                  <a:moveTo>
                    <a:pt x="1526286" y="0"/>
                  </a:moveTo>
                  <a:lnTo>
                    <a:pt x="1480215" y="3572"/>
                  </a:lnTo>
                  <a:lnTo>
                    <a:pt x="1436397" y="12442"/>
                  </a:lnTo>
                  <a:lnTo>
                    <a:pt x="1394667" y="26066"/>
                  </a:lnTo>
                  <a:lnTo>
                    <a:pt x="1354861" y="43897"/>
                  </a:lnTo>
                  <a:lnTo>
                    <a:pt x="1316812" y="65392"/>
                  </a:lnTo>
                  <a:lnTo>
                    <a:pt x="1280356" y="90006"/>
                  </a:lnTo>
                  <a:lnTo>
                    <a:pt x="1245329" y="117193"/>
                  </a:lnTo>
                  <a:lnTo>
                    <a:pt x="1211564" y="146410"/>
                  </a:lnTo>
                  <a:lnTo>
                    <a:pt x="1178897" y="177111"/>
                  </a:lnTo>
                  <a:lnTo>
                    <a:pt x="1147163" y="208752"/>
                  </a:lnTo>
                  <a:lnTo>
                    <a:pt x="1116197" y="240787"/>
                  </a:lnTo>
                  <a:lnTo>
                    <a:pt x="1055907" y="303864"/>
                  </a:lnTo>
                  <a:lnTo>
                    <a:pt x="1026254" y="333816"/>
                  </a:lnTo>
                  <a:lnTo>
                    <a:pt x="996709" y="361983"/>
                  </a:lnTo>
                  <a:lnTo>
                    <a:pt x="967107" y="387821"/>
                  </a:lnTo>
                  <a:lnTo>
                    <a:pt x="907070" y="430332"/>
                  </a:lnTo>
                  <a:lnTo>
                    <a:pt x="844823" y="456991"/>
                  </a:lnTo>
                  <a:lnTo>
                    <a:pt x="779047" y="463438"/>
                  </a:lnTo>
                  <a:lnTo>
                    <a:pt x="1932300" y="463438"/>
                  </a:lnTo>
                  <a:lnTo>
                    <a:pt x="1931697" y="461619"/>
                  </a:lnTo>
                  <a:lnTo>
                    <a:pt x="1919344" y="420555"/>
                  </a:lnTo>
                  <a:lnTo>
                    <a:pt x="1907145" y="378379"/>
                  </a:lnTo>
                  <a:lnTo>
                    <a:pt x="1894580" y="335686"/>
                  </a:lnTo>
                  <a:lnTo>
                    <a:pt x="1881128" y="293072"/>
                  </a:lnTo>
                  <a:lnTo>
                    <a:pt x="1866268" y="251134"/>
                  </a:lnTo>
                  <a:lnTo>
                    <a:pt x="1849481" y="210467"/>
                  </a:lnTo>
                  <a:lnTo>
                    <a:pt x="1830244" y="171667"/>
                  </a:lnTo>
                  <a:lnTo>
                    <a:pt x="1808037" y="135331"/>
                  </a:lnTo>
                  <a:lnTo>
                    <a:pt x="1782341" y="102054"/>
                  </a:lnTo>
                  <a:lnTo>
                    <a:pt x="1752633" y="72434"/>
                  </a:lnTo>
                  <a:lnTo>
                    <a:pt x="1718393" y="47065"/>
                  </a:lnTo>
                  <a:lnTo>
                    <a:pt x="1679101" y="26544"/>
                  </a:lnTo>
                  <a:lnTo>
                    <a:pt x="1634236" y="11468"/>
                  </a:lnTo>
                  <a:lnTo>
                    <a:pt x="1583547" y="2457"/>
                  </a:lnTo>
                  <a:lnTo>
                    <a:pt x="1555779" y="373"/>
                  </a:lnTo>
                  <a:lnTo>
                    <a:pt x="1526286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839" y="4466843"/>
              <a:ext cx="99059" cy="99060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8523" y="152400"/>
            <a:ext cx="163068" cy="16306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679" y="0"/>
            <a:ext cx="99059" cy="990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520" y="3832859"/>
            <a:ext cx="163067" cy="163068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353175" y="809715"/>
            <a:ext cx="2489835" cy="3438435"/>
            <a:chOff x="6206109" y="859916"/>
            <a:chExt cx="2489835" cy="343843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34684" y="939455"/>
              <a:ext cx="2432304" cy="335889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06109" y="859916"/>
              <a:ext cx="2489835" cy="3416300"/>
            </a:xfrm>
            <a:custGeom>
              <a:avLst/>
              <a:gdLst/>
              <a:ahLst/>
              <a:cxnLst/>
              <a:rect l="l" t="t" r="r" b="b"/>
              <a:pathLst>
                <a:path w="2489834" h="3416300">
                  <a:moveTo>
                    <a:pt x="0" y="3416046"/>
                  </a:moveTo>
                  <a:lnTo>
                    <a:pt x="2489454" y="3416046"/>
                  </a:lnTo>
                  <a:lnTo>
                    <a:pt x="2489454" y="0"/>
                  </a:lnTo>
                  <a:lnTo>
                    <a:pt x="0" y="0"/>
                  </a:lnTo>
                  <a:lnTo>
                    <a:pt x="0" y="3416046"/>
                  </a:lnTo>
                  <a:close/>
                </a:path>
              </a:pathLst>
            </a:custGeom>
            <a:ln w="57150">
              <a:solidFill>
                <a:srgbClr val="1A4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541014" y="831341"/>
            <a:ext cx="2548255" cy="3473450"/>
            <a:chOff x="3541014" y="831341"/>
            <a:chExt cx="2548255" cy="347345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8164" y="888491"/>
              <a:ext cx="2433828" cy="334143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69589" y="859916"/>
              <a:ext cx="2491105" cy="3416300"/>
            </a:xfrm>
            <a:custGeom>
              <a:avLst/>
              <a:gdLst/>
              <a:ahLst/>
              <a:cxnLst/>
              <a:rect l="l" t="t" r="r" b="b"/>
              <a:pathLst>
                <a:path w="2491104" h="3416300">
                  <a:moveTo>
                    <a:pt x="0" y="3416046"/>
                  </a:moveTo>
                  <a:lnTo>
                    <a:pt x="2490978" y="3416046"/>
                  </a:lnTo>
                  <a:lnTo>
                    <a:pt x="2490978" y="0"/>
                  </a:lnTo>
                  <a:lnTo>
                    <a:pt x="0" y="0"/>
                  </a:lnTo>
                  <a:lnTo>
                    <a:pt x="0" y="3416046"/>
                  </a:lnTo>
                  <a:close/>
                </a:path>
              </a:pathLst>
            </a:custGeom>
            <a:ln w="57150">
              <a:solidFill>
                <a:srgbClr val="1A4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-183799" y="136105"/>
            <a:ext cx="3295650" cy="4143375"/>
            <a:chOff x="156971" y="161544"/>
            <a:chExt cx="3295650" cy="4143375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3167" y="888492"/>
              <a:ext cx="2432304" cy="33588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34592" y="859917"/>
              <a:ext cx="2489835" cy="3416300"/>
            </a:xfrm>
            <a:custGeom>
              <a:avLst/>
              <a:gdLst/>
              <a:ahLst/>
              <a:cxnLst/>
              <a:rect l="l" t="t" r="r" b="b"/>
              <a:pathLst>
                <a:path w="2489835" h="3416300">
                  <a:moveTo>
                    <a:pt x="0" y="3416046"/>
                  </a:moveTo>
                  <a:lnTo>
                    <a:pt x="2489454" y="3416046"/>
                  </a:lnTo>
                  <a:lnTo>
                    <a:pt x="2489454" y="0"/>
                  </a:lnTo>
                  <a:lnTo>
                    <a:pt x="0" y="0"/>
                  </a:lnTo>
                  <a:lnTo>
                    <a:pt x="0" y="3416046"/>
                  </a:lnTo>
                  <a:close/>
                </a:path>
              </a:pathLst>
            </a:custGeom>
            <a:ln w="57150">
              <a:solidFill>
                <a:srgbClr val="1A4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971" y="161544"/>
              <a:ext cx="998219" cy="67056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251588" y="4302451"/>
            <a:ext cx="833119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A4568"/>
                </a:solidFill>
                <a:latin typeface="Calibri"/>
                <a:cs typeface="Calibri"/>
              </a:rPr>
              <a:t>Led</a:t>
            </a:r>
            <a:r>
              <a:rPr sz="1700" b="1" spc="-45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A4568"/>
                </a:solidFill>
                <a:latin typeface="Calibri"/>
                <a:cs typeface="Calibri"/>
              </a:rPr>
              <a:t>2</a:t>
            </a:r>
            <a:r>
              <a:rPr sz="1700" b="1" spc="-45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700" b="1" spc="-5" dirty="0">
                <a:solidFill>
                  <a:srgbClr val="1A4568"/>
                </a:solidFill>
                <a:latin typeface="Calibri"/>
                <a:cs typeface="Calibri"/>
              </a:rPr>
              <a:t>Off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46448" y="4325031"/>
            <a:ext cx="93726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A4568"/>
                </a:solidFill>
                <a:latin typeface="Calibri"/>
                <a:cs typeface="Calibri"/>
              </a:rPr>
              <a:t>All</a:t>
            </a:r>
            <a:r>
              <a:rPr sz="1700" b="1" spc="-65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A4568"/>
                </a:solidFill>
                <a:latin typeface="Calibri"/>
                <a:cs typeface="Calibri"/>
              </a:rPr>
              <a:t>Led</a:t>
            </a:r>
            <a:r>
              <a:rPr sz="1700" b="1" spc="-35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700" b="1" spc="-5" dirty="0">
                <a:solidFill>
                  <a:srgbClr val="1A4568"/>
                </a:solidFill>
                <a:latin typeface="Calibri"/>
                <a:cs typeface="Calibri"/>
              </a:rPr>
              <a:t>On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79946" y="4327109"/>
            <a:ext cx="9582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A4568"/>
                </a:solidFill>
                <a:latin typeface="Calibri"/>
                <a:cs typeface="Calibri"/>
              </a:rPr>
              <a:t>All</a:t>
            </a:r>
            <a:r>
              <a:rPr sz="1700" b="1" spc="-65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1A4568"/>
                </a:solidFill>
                <a:latin typeface="Calibri"/>
                <a:cs typeface="Calibri"/>
              </a:rPr>
              <a:t>Led</a:t>
            </a:r>
            <a:r>
              <a:rPr sz="1700" b="1" spc="-35" dirty="0">
                <a:solidFill>
                  <a:srgbClr val="1A4568"/>
                </a:solidFill>
                <a:latin typeface="Calibri"/>
                <a:cs typeface="Calibri"/>
              </a:rPr>
              <a:t> </a:t>
            </a:r>
            <a:r>
              <a:rPr sz="1700" b="1" spc="-5" dirty="0">
                <a:solidFill>
                  <a:srgbClr val="1A4568"/>
                </a:solidFill>
                <a:latin typeface="Calibri"/>
                <a:cs typeface="Calibri"/>
              </a:rPr>
              <a:t>Off</a:t>
            </a:r>
            <a:endParaRPr sz="1700" dirty="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72420" y="0"/>
            <a:ext cx="2672080" cy="1148080"/>
            <a:chOff x="6472420" y="0"/>
            <a:chExt cx="2672080" cy="1148080"/>
          </a:xfrm>
        </p:grpSpPr>
        <p:sp>
          <p:nvSpPr>
            <p:cNvPr id="3" name="object 3"/>
            <p:cNvSpPr/>
            <p:nvPr/>
          </p:nvSpPr>
          <p:spPr>
            <a:xfrm>
              <a:off x="6472420" y="0"/>
              <a:ext cx="2672080" cy="1054100"/>
            </a:xfrm>
            <a:custGeom>
              <a:avLst/>
              <a:gdLst/>
              <a:ahLst/>
              <a:cxnLst/>
              <a:rect l="l" t="t" r="r" b="b"/>
              <a:pathLst>
                <a:path w="2672079" h="1054100">
                  <a:moveTo>
                    <a:pt x="2671579" y="822934"/>
                  </a:moveTo>
                  <a:lnTo>
                    <a:pt x="1934523" y="822934"/>
                  </a:lnTo>
                  <a:lnTo>
                    <a:pt x="1980600" y="824048"/>
                  </a:lnTo>
                  <a:lnTo>
                    <a:pt x="2026921" y="827048"/>
                  </a:lnTo>
                  <a:lnTo>
                    <a:pt x="2073536" y="832103"/>
                  </a:lnTo>
                  <a:lnTo>
                    <a:pt x="2159497" y="847234"/>
                  </a:lnTo>
                  <a:lnTo>
                    <a:pt x="2217554" y="861668"/>
                  </a:lnTo>
                  <a:lnTo>
                    <a:pt x="2272518" y="878475"/>
                  </a:lnTo>
                  <a:lnTo>
                    <a:pt x="2324685" y="897169"/>
                  </a:lnTo>
                  <a:lnTo>
                    <a:pt x="2374357" y="917264"/>
                  </a:lnTo>
                  <a:lnTo>
                    <a:pt x="2421889" y="938301"/>
                  </a:lnTo>
                  <a:lnTo>
                    <a:pt x="2467404" y="959711"/>
                  </a:lnTo>
                  <a:lnTo>
                    <a:pt x="2554049" y="1001925"/>
                  </a:lnTo>
                  <a:lnTo>
                    <a:pt x="2595718" y="1021729"/>
                  </a:lnTo>
                  <a:lnTo>
                    <a:pt x="2636682" y="1040015"/>
                  </a:lnTo>
                  <a:lnTo>
                    <a:pt x="2671579" y="1054025"/>
                  </a:lnTo>
                  <a:lnTo>
                    <a:pt x="2671579" y="822934"/>
                  </a:lnTo>
                  <a:close/>
                </a:path>
                <a:path w="2672079" h="1054100">
                  <a:moveTo>
                    <a:pt x="1661760" y="0"/>
                  </a:moveTo>
                  <a:lnTo>
                    <a:pt x="102128" y="0"/>
                  </a:lnTo>
                  <a:lnTo>
                    <a:pt x="100193" y="2458"/>
                  </a:lnTo>
                  <a:lnTo>
                    <a:pt x="75275" y="39616"/>
                  </a:lnTo>
                  <a:lnTo>
                    <a:pt x="53973" y="77244"/>
                  </a:lnTo>
                  <a:lnTo>
                    <a:pt x="36235" y="114977"/>
                  </a:lnTo>
                  <a:lnTo>
                    <a:pt x="22035" y="152395"/>
                  </a:lnTo>
                  <a:lnTo>
                    <a:pt x="11311" y="189165"/>
                  </a:lnTo>
                  <a:lnTo>
                    <a:pt x="134" y="259207"/>
                  </a:lnTo>
                  <a:lnTo>
                    <a:pt x="0" y="300492"/>
                  </a:lnTo>
                  <a:lnTo>
                    <a:pt x="4533" y="342116"/>
                  </a:lnTo>
                  <a:lnTo>
                    <a:pt x="13520" y="383860"/>
                  </a:lnTo>
                  <a:lnTo>
                    <a:pt x="26747" y="425502"/>
                  </a:lnTo>
                  <a:lnTo>
                    <a:pt x="43998" y="466822"/>
                  </a:lnTo>
                  <a:lnTo>
                    <a:pt x="65059" y="507600"/>
                  </a:lnTo>
                  <a:lnTo>
                    <a:pt x="89717" y="547615"/>
                  </a:lnTo>
                  <a:lnTo>
                    <a:pt x="117756" y="586646"/>
                  </a:lnTo>
                  <a:lnTo>
                    <a:pt x="148962" y="624474"/>
                  </a:lnTo>
                  <a:lnTo>
                    <a:pt x="183121" y="660878"/>
                  </a:lnTo>
                  <a:lnTo>
                    <a:pt x="220019" y="695638"/>
                  </a:lnTo>
                  <a:lnTo>
                    <a:pt x="259440" y="728533"/>
                  </a:lnTo>
                  <a:lnTo>
                    <a:pt x="301171" y="759342"/>
                  </a:lnTo>
                  <a:lnTo>
                    <a:pt x="344997" y="787846"/>
                  </a:lnTo>
                  <a:lnTo>
                    <a:pt x="390703" y="813823"/>
                  </a:lnTo>
                  <a:lnTo>
                    <a:pt x="438076" y="837054"/>
                  </a:lnTo>
                  <a:lnTo>
                    <a:pt x="486901" y="857318"/>
                  </a:lnTo>
                  <a:lnTo>
                    <a:pt x="536963" y="874395"/>
                  </a:lnTo>
                  <a:lnTo>
                    <a:pt x="586025" y="888463"/>
                  </a:lnTo>
                  <a:lnTo>
                    <a:pt x="634318" y="900563"/>
                  </a:lnTo>
                  <a:lnTo>
                    <a:pt x="681868" y="910797"/>
                  </a:lnTo>
                  <a:lnTo>
                    <a:pt x="728698" y="919269"/>
                  </a:lnTo>
                  <a:lnTo>
                    <a:pt x="774834" y="926084"/>
                  </a:lnTo>
                  <a:lnTo>
                    <a:pt x="829724" y="932239"/>
                  </a:lnTo>
                  <a:lnTo>
                    <a:pt x="883684" y="936256"/>
                  </a:lnTo>
                  <a:lnTo>
                    <a:pt x="936763" y="938301"/>
                  </a:lnTo>
                  <a:lnTo>
                    <a:pt x="989009" y="938543"/>
                  </a:lnTo>
                  <a:lnTo>
                    <a:pt x="1040472" y="937149"/>
                  </a:lnTo>
                  <a:lnTo>
                    <a:pt x="1091200" y="934286"/>
                  </a:lnTo>
                  <a:lnTo>
                    <a:pt x="1141242" y="930123"/>
                  </a:lnTo>
                  <a:lnTo>
                    <a:pt x="1190648" y="924828"/>
                  </a:lnTo>
                  <a:lnTo>
                    <a:pt x="1239466" y="918567"/>
                  </a:lnTo>
                  <a:lnTo>
                    <a:pt x="1287745" y="911509"/>
                  </a:lnTo>
                  <a:lnTo>
                    <a:pt x="1335535" y="903822"/>
                  </a:lnTo>
                  <a:lnTo>
                    <a:pt x="1614733" y="853874"/>
                  </a:lnTo>
                  <a:lnTo>
                    <a:pt x="1660466" y="846478"/>
                  </a:lnTo>
                  <a:lnTo>
                    <a:pt x="1706101" y="839794"/>
                  </a:lnTo>
                  <a:lnTo>
                    <a:pt x="1751688" y="833991"/>
                  </a:lnTo>
                  <a:lnTo>
                    <a:pt x="1797274" y="829235"/>
                  </a:lnTo>
                  <a:lnTo>
                    <a:pt x="1842910" y="825695"/>
                  </a:lnTo>
                  <a:lnTo>
                    <a:pt x="1888643" y="823539"/>
                  </a:lnTo>
                  <a:lnTo>
                    <a:pt x="1934523" y="822934"/>
                  </a:lnTo>
                  <a:lnTo>
                    <a:pt x="2671579" y="822934"/>
                  </a:lnTo>
                  <a:lnTo>
                    <a:pt x="2671579" y="251165"/>
                  </a:lnTo>
                  <a:lnTo>
                    <a:pt x="2482764" y="210630"/>
                  </a:lnTo>
                  <a:lnTo>
                    <a:pt x="2284821" y="164353"/>
                  </a:lnTo>
                  <a:lnTo>
                    <a:pt x="2087546" y="114962"/>
                  </a:lnTo>
                  <a:lnTo>
                    <a:pt x="1694996" y="9292"/>
                  </a:lnTo>
                  <a:lnTo>
                    <a:pt x="1661760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5423" y="984503"/>
              <a:ext cx="164592" cy="163068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77883" y="1325880"/>
            <a:ext cx="97536" cy="975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6208" y="188976"/>
            <a:ext cx="99059" cy="9753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069835" y="0"/>
            <a:ext cx="2074545" cy="716280"/>
            <a:chOff x="7069835" y="0"/>
            <a:chExt cx="2074545" cy="71628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69835" y="539495"/>
              <a:ext cx="99060" cy="9905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170177" y="0"/>
              <a:ext cx="1974214" cy="716280"/>
            </a:xfrm>
            <a:custGeom>
              <a:avLst/>
              <a:gdLst/>
              <a:ahLst/>
              <a:cxnLst/>
              <a:rect l="l" t="t" r="r" b="b"/>
              <a:pathLst>
                <a:path w="1974215" h="716280">
                  <a:moveTo>
                    <a:pt x="1973821" y="0"/>
                  </a:moveTo>
                  <a:lnTo>
                    <a:pt x="0" y="0"/>
                  </a:lnTo>
                  <a:lnTo>
                    <a:pt x="16312" y="42013"/>
                  </a:lnTo>
                  <a:lnTo>
                    <a:pt x="29559" y="96394"/>
                  </a:lnTo>
                  <a:lnTo>
                    <a:pt x="40423" y="152932"/>
                  </a:lnTo>
                  <a:lnTo>
                    <a:pt x="50867" y="204721"/>
                  </a:lnTo>
                  <a:lnTo>
                    <a:pt x="62852" y="244855"/>
                  </a:lnTo>
                  <a:lnTo>
                    <a:pt x="87116" y="286881"/>
                  </a:lnTo>
                  <a:lnTo>
                    <a:pt x="128210" y="336277"/>
                  </a:lnTo>
                  <a:lnTo>
                    <a:pt x="184664" y="390634"/>
                  </a:lnTo>
                  <a:lnTo>
                    <a:pt x="218194" y="418921"/>
                  </a:lnTo>
                  <a:lnTo>
                    <a:pt x="255014" y="447546"/>
                  </a:lnTo>
                  <a:lnTo>
                    <a:pt x="294940" y="476207"/>
                  </a:lnTo>
                  <a:lnTo>
                    <a:pt x="337790" y="504604"/>
                  </a:lnTo>
                  <a:lnTo>
                    <a:pt x="383380" y="532436"/>
                  </a:lnTo>
                  <a:lnTo>
                    <a:pt x="431526" y="559402"/>
                  </a:lnTo>
                  <a:lnTo>
                    <a:pt x="482045" y="585200"/>
                  </a:lnTo>
                  <a:lnTo>
                    <a:pt x="534755" y="609530"/>
                  </a:lnTo>
                  <a:lnTo>
                    <a:pt x="589470" y="632092"/>
                  </a:lnTo>
                  <a:lnTo>
                    <a:pt x="646008" y="652583"/>
                  </a:lnTo>
                  <a:lnTo>
                    <a:pt x="704186" y="670703"/>
                  </a:lnTo>
                  <a:lnTo>
                    <a:pt x="763819" y="686151"/>
                  </a:lnTo>
                  <a:lnTo>
                    <a:pt x="824725" y="698626"/>
                  </a:lnTo>
                  <a:lnTo>
                    <a:pt x="877105" y="706616"/>
                  </a:lnTo>
                  <a:lnTo>
                    <a:pt x="927818" y="712057"/>
                  </a:lnTo>
                  <a:lnTo>
                    <a:pt x="976959" y="715164"/>
                  </a:lnTo>
                  <a:lnTo>
                    <a:pt x="1024623" y="716152"/>
                  </a:lnTo>
                  <a:lnTo>
                    <a:pt x="1083568" y="714657"/>
                  </a:lnTo>
                  <a:lnTo>
                    <a:pt x="1140388" y="710468"/>
                  </a:lnTo>
                  <a:lnTo>
                    <a:pt x="1195250" y="704036"/>
                  </a:lnTo>
                  <a:lnTo>
                    <a:pt x="1248318" y="695809"/>
                  </a:lnTo>
                  <a:lnTo>
                    <a:pt x="1299758" y="686235"/>
                  </a:lnTo>
                  <a:lnTo>
                    <a:pt x="1349735" y="675764"/>
                  </a:lnTo>
                  <a:lnTo>
                    <a:pt x="1492550" y="643454"/>
                  </a:lnTo>
                  <a:lnTo>
                    <a:pt x="1538333" y="633880"/>
                  </a:lnTo>
                  <a:lnTo>
                    <a:pt x="1583482" y="625653"/>
                  </a:lnTo>
                  <a:lnTo>
                    <a:pt x="1628161" y="619221"/>
                  </a:lnTo>
                  <a:lnTo>
                    <a:pt x="1672536" y="615032"/>
                  </a:lnTo>
                  <a:lnTo>
                    <a:pt x="1716773" y="613537"/>
                  </a:lnTo>
                  <a:lnTo>
                    <a:pt x="1973821" y="613537"/>
                  </a:lnTo>
                  <a:lnTo>
                    <a:pt x="1973821" y="0"/>
                  </a:lnTo>
                  <a:close/>
                </a:path>
                <a:path w="1974215" h="716280">
                  <a:moveTo>
                    <a:pt x="1973821" y="613537"/>
                  </a:moveTo>
                  <a:lnTo>
                    <a:pt x="1716773" y="613537"/>
                  </a:lnTo>
                  <a:lnTo>
                    <a:pt x="1741354" y="614046"/>
                  </a:lnTo>
                  <a:lnTo>
                    <a:pt x="1765970" y="615616"/>
                  </a:lnTo>
                  <a:lnTo>
                    <a:pt x="1815452" y="622173"/>
                  </a:lnTo>
                  <a:lnTo>
                    <a:pt x="1876917" y="639079"/>
                  </a:lnTo>
                  <a:lnTo>
                    <a:pt x="1923326" y="663205"/>
                  </a:lnTo>
                  <a:lnTo>
                    <a:pt x="1959401" y="692926"/>
                  </a:lnTo>
                  <a:lnTo>
                    <a:pt x="1973821" y="708095"/>
                  </a:lnTo>
                  <a:lnTo>
                    <a:pt x="1973821" y="61353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84388" y="0"/>
              <a:ext cx="1459865" cy="568960"/>
            </a:xfrm>
            <a:custGeom>
              <a:avLst/>
              <a:gdLst/>
              <a:ahLst/>
              <a:cxnLst/>
              <a:rect l="l" t="t" r="r" b="b"/>
              <a:pathLst>
                <a:path w="1459865" h="568960">
                  <a:moveTo>
                    <a:pt x="48419" y="0"/>
                  </a:moveTo>
                  <a:lnTo>
                    <a:pt x="17714" y="69679"/>
                  </a:lnTo>
                  <a:lnTo>
                    <a:pt x="6261" y="113563"/>
                  </a:lnTo>
                  <a:lnTo>
                    <a:pt x="442" y="155613"/>
                  </a:lnTo>
                  <a:lnTo>
                    <a:pt x="0" y="194690"/>
                  </a:lnTo>
                  <a:lnTo>
                    <a:pt x="5758" y="235608"/>
                  </a:lnTo>
                  <a:lnTo>
                    <a:pt x="17630" y="275970"/>
                  </a:lnTo>
                  <a:lnTo>
                    <a:pt x="35129" y="315350"/>
                  </a:lnTo>
                  <a:lnTo>
                    <a:pt x="57770" y="353317"/>
                  </a:lnTo>
                  <a:lnTo>
                    <a:pt x="85069" y="389445"/>
                  </a:lnTo>
                  <a:lnTo>
                    <a:pt x="116538" y="423306"/>
                  </a:lnTo>
                  <a:lnTo>
                    <a:pt x="151693" y="454470"/>
                  </a:lnTo>
                  <a:lnTo>
                    <a:pt x="190048" y="482509"/>
                  </a:lnTo>
                  <a:lnTo>
                    <a:pt x="231118" y="506997"/>
                  </a:lnTo>
                  <a:lnTo>
                    <a:pt x="274417" y="527503"/>
                  </a:lnTo>
                  <a:lnTo>
                    <a:pt x="319459" y="543601"/>
                  </a:lnTo>
                  <a:lnTo>
                    <a:pt x="365759" y="554862"/>
                  </a:lnTo>
                  <a:lnTo>
                    <a:pt x="440023" y="565180"/>
                  </a:lnTo>
                  <a:lnTo>
                    <a:pt x="510666" y="568451"/>
                  </a:lnTo>
                  <a:lnTo>
                    <a:pt x="565890" y="566485"/>
                  </a:lnTo>
                  <a:lnTo>
                    <a:pt x="619157" y="560931"/>
                  </a:lnTo>
                  <a:lnTo>
                    <a:pt x="670669" y="552300"/>
                  </a:lnTo>
                  <a:lnTo>
                    <a:pt x="720627" y="541106"/>
                  </a:lnTo>
                  <a:lnTo>
                    <a:pt x="769234" y="527861"/>
                  </a:lnTo>
                  <a:lnTo>
                    <a:pt x="816689" y="513078"/>
                  </a:lnTo>
                  <a:lnTo>
                    <a:pt x="863196" y="497269"/>
                  </a:lnTo>
                  <a:lnTo>
                    <a:pt x="999035" y="448818"/>
                  </a:lnTo>
                  <a:lnTo>
                    <a:pt x="1043759" y="434034"/>
                  </a:lnTo>
                  <a:lnTo>
                    <a:pt x="1088542" y="420789"/>
                  </a:lnTo>
                  <a:lnTo>
                    <a:pt x="1133585" y="409595"/>
                  </a:lnTo>
                  <a:lnTo>
                    <a:pt x="1179089" y="400965"/>
                  </a:lnTo>
                  <a:lnTo>
                    <a:pt x="1225255" y="395410"/>
                  </a:lnTo>
                  <a:lnTo>
                    <a:pt x="1272285" y="393445"/>
                  </a:lnTo>
                  <a:lnTo>
                    <a:pt x="1356579" y="393445"/>
                  </a:lnTo>
                  <a:lnTo>
                    <a:pt x="48419" y="0"/>
                  </a:lnTo>
                  <a:close/>
                </a:path>
                <a:path w="1459865" h="568960">
                  <a:moveTo>
                    <a:pt x="1453539" y="422607"/>
                  </a:moveTo>
                  <a:lnTo>
                    <a:pt x="1459610" y="424433"/>
                  </a:lnTo>
                  <a:lnTo>
                    <a:pt x="1457094" y="423581"/>
                  </a:lnTo>
                  <a:lnTo>
                    <a:pt x="1453539" y="422607"/>
                  </a:lnTo>
                  <a:close/>
                </a:path>
                <a:path w="1459865" h="568960">
                  <a:moveTo>
                    <a:pt x="1356579" y="393445"/>
                  </a:moveTo>
                  <a:lnTo>
                    <a:pt x="1282191" y="393445"/>
                  </a:lnTo>
                  <a:lnTo>
                    <a:pt x="1287144" y="393572"/>
                  </a:lnTo>
                  <a:lnTo>
                    <a:pt x="1348287" y="398684"/>
                  </a:lnTo>
                  <a:lnTo>
                    <a:pt x="1404722" y="409224"/>
                  </a:lnTo>
                  <a:lnTo>
                    <a:pt x="1453539" y="422607"/>
                  </a:lnTo>
                  <a:lnTo>
                    <a:pt x="1356579" y="393445"/>
                  </a:lnTo>
                  <a:close/>
                </a:path>
              </a:pathLst>
            </a:custGeom>
            <a:solidFill>
              <a:srgbClr val="1A4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0" y="0"/>
            <a:ext cx="2860675" cy="1099185"/>
            <a:chOff x="0" y="0"/>
            <a:chExt cx="2860675" cy="1099185"/>
          </a:xfrm>
        </p:grpSpPr>
        <p:sp>
          <p:nvSpPr>
            <p:cNvPr id="12" name="object 12"/>
            <p:cNvSpPr/>
            <p:nvPr/>
          </p:nvSpPr>
          <p:spPr>
            <a:xfrm>
              <a:off x="0" y="0"/>
              <a:ext cx="2860675" cy="1043305"/>
            </a:xfrm>
            <a:custGeom>
              <a:avLst/>
              <a:gdLst/>
              <a:ahLst/>
              <a:cxnLst/>
              <a:rect l="l" t="t" r="r" b="b"/>
              <a:pathLst>
                <a:path w="2860675" h="1043305">
                  <a:moveTo>
                    <a:pt x="2790261" y="0"/>
                  </a:moveTo>
                  <a:lnTo>
                    <a:pt x="1022652" y="0"/>
                  </a:lnTo>
                  <a:lnTo>
                    <a:pt x="772784" y="66336"/>
                  </a:lnTo>
                  <a:lnTo>
                    <a:pt x="723543" y="78938"/>
                  </a:lnTo>
                  <a:lnTo>
                    <a:pt x="476692" y="139275"/>
                  </a:lnTo>
                  <a:lnTo>
                    <a:pt x="278361" y="183779"/>
                  </a:lnTo>
                  <a:lnTo>
                    <a:pt x="129062" y="214573"/>
                  </a:lnTo>
                  <a:lnTo>
                    <a:pt x="0" y="239081"/>
                  </a:lnTo>
                  <a:lnTo>
                    <a:pt x="0" y="1043028"/>
                  </a:lnTo>
                  <a:lnTo>
                    <a:pt x="60918" y="1039622"/>
                  </a:lnTo>
                  <a:lnTo>
                    <a:pt x="102049" y="1032267"/>
                  </a:lnTo>
                  <a:lnTo>
                    <a:pt x="142688" y="1021450"/>
                  </a:lnTo>
                  <a:lnTo>
                    <a:pt x="183135" y="1007657"/>
                  </a:lnTo>
                  <a:lnTo>
                    <a:pt x="223689" y="991374"/>
                  </a:lnTo>
                  <a:lnTo>
                    <a:pt x="264648" y="973088"/>
                  </a:lnTo>
                  <a:lnTo>
                    <a:pt x="306311" y="953284"/>
                  </a:lnTo>
                  <a:lnTo>
                    <a:pt x="392948" y="911070"/>
                  </a:lnTo>
                  <a:lnTo>
                    <a:pt x="438520" y="889632"/>
                  </a:lnTo>
                  <a:lnTo>
                    <a:pt x="485992" y="868623"/>
                  </a:lnTo>
                  <a:lnTo>
                    <a:pt x="535664" y="848528"/>
                  </a:lnTo>
                  <a:lnTo>
                    <a:pt x="587835" y="829834"/>
                  </a:lnTo>
                  <a:lnTo>
                    <a:pt x="642803" y="813027"/>
                  </a:lnTo>
                  <a:lnTo>
                    <a:pt x="700869" y="798593"/>
                  </a:lnTo>
                  <a:lnTo>
                    <a:pt x="762330" y="787019"/>
                  </a:lnTo>
                  <a:lnTo>
                    <a:pt x="833499" y="778407"/>
                  </a:lnTo>
                  <a:lnTo>
                    <a:pt x="879813" y="775407"/>
                  </a:lnTo>
                  <a:lnTo>
                    <a:pt x="925884" y="774293"/>
                  </a:lnTo>
                  <a:lnTo>
                    <a:pt x="2451066" y="774293"/>
                  </a:lnTo>
                  <a:lnTo>
                    <a:pt x="2469651" y="765182"/>
                  </a:lnTo>
                  <a:lnTo>
                    <a:pt x="2515371" y="739205"/>
                  </a:lnTo>
                  <a:lnTo>
                    <a:pt x="2559209" y="710701"/>
                  </a:lnTo>
                  <a:lnTo>
                    <a:pt x="2600950" y="679892"/>
                  </a:lnTo>
                  <a:lnTo>
                    <a:pt x="2640380" y="646997"/>
                  </a:lnTo>
                  <a:lnTo>
                    <a:pt x="2677285" y="612237"/>
                  </a:lnTo>
                  <a:lnTo>
                    <a:pt x="2711450" y="575833"/>
                  </a:lnTo>
                  <a:lnTo>
                    <a:pt x="2742660" y="538005"/>
                  </a:lnTo>
                  <a:lnTo>
                    <a:pt x="2770703" y="498974"/>
                  </a:lnTo>
                  <a:lnTo>
                    <a:pt x="2795364" y="458959"/>
                  </a:lnTo>
                  <a:lnTo>
                    <a:pt x="2816427" y="418181"/>
                  </a:lnTo>
                  <a:lnTo>
                    <a:pt x="2833680" y="376861"/>
                  </a:lnTo>
                  <a:lnTo>
                    <a:pt x="2846907" y="335219"/>
                  </a:lnTo>
                  <a:lnTo>
                    <a:pt x="2855894" y="293475"/>
                  </a:lnTo>
                  <a:lnTo>
                    <a:pt x="2860428" y="251851"/>
                  </a:lnTo>
                  <a:lnTo>
                    <a:pt x="2860294" y="210565"/>
                  </a:lnTo>
                  <a:lnTo>
                    <a:pt x="2849116" y="140524"/>
                  </a:lnTo>
                  <a:lnTo>
                    <a:pt x="2838347" y="103635"/>
                  </a:lnTo>
                  <a:lnTo>
                    <a:pt x="2824187" y="66321"/>
                  </a:lnTo>
                  <a:lnTo>
                    <a:pt x="2806455" y="28603"/>
                  </a:lnTo>
                  <a:lnTo>
                    <a:pt x="2790261" y="0"/>
                  </a:lnTo>
                  <a:close/>
                </a:path>
                <a:path w="2860675" h="1043305">
                  <a:moveTo>
                    <a:pt x="2451066" y="774293"/>
                  </a:moveTo>
                  <a:lnTo>
                    <a:pt x="925884" y="774293"/>
                  </a:lnTo>
                  <a:lnTo>
                    <a:pt x="971759" y="774898"/>
                  </a:lnTo>
                  <a:lnTo>
                    <a:pt x="1017489" y="777054"/>
                  </a:lnTo>
                  <a:lnTo>
                    <a:pt x="1063121" y="780594"/>
                  </a:lnTo>
                  <a:lnTo>
                    <a:pt x="1108705" y="785350"/>
                  </a:lnTo>
                  <a:lnTo>
                    <a:pt x="1154289" y="791153"/>
                  </a:lnTo>
                  <a:lnTo>
                    <a:pt x="1199923" y="797837"/>
                  </a:lnTo>
                  <a:lnTo>
                    <a:pt x="1245655" y="805233"/>
                  </a:lnTo>
                  <a:lnTo>
                    <a:pt x="1524843" y="855181"/>
                  </a:lnTo>
                  <a:lnTo>
                    <a:pt x="1572631" y="862868"/>
                  </a:lnTo>
                  <a:lnTo>
                    <a:pt x="1620907" y="869926"/>
                  </a:lnTo>
                  <a:lnTo>
                    <a:pt x="1669721" y="876187"/>
                  </a:lnTo>
                  <a:lnTo>
                    <a:pt x="1719123" y="881482"/>
                  </a:lnTo>
                  <a:lnTo>
                    <a:pt x="1769159" y="885645"/>
                  </a:lnTo>
                  <a:lnTo>
                    <a:pt x="1819881" y="888508"/>
                  </a:lnTo>
                  <a:lnTo>
                    <a:pt x="1871336" y="889902"/>
                  </a:lnTo>
                  <a:lnTo>
                    <a:pt x="1923573" y="889660"/>
                  </a:lnTo>
                  <a:lnTo>
                    <a:pt x="1976641" y="887615"/>
                  </a:lnTo>
                  <a:lnTo>
                    <a:pt x="2030589" y="883598"/>
                  </a:lnTo>
                  <a:lnTo>
                    <a:pt x="2085467" y="877442"/>
                  </a:lnTo>
                  <a:lnTo>
                    <a:pt x="2131602" y="870628"/>
                  </a:lnTo>
                  <a:lnTo>
                    <a:pt x="2178433" y="862156"/>
                  </a:lnTo>
                  <a:lnTo>
                    <a:pt x="2225982" y="851922"/>
                  </a:lnTo>
                  <a:lnTo>
                    <a:pt x="2274276" y="839822"/>
                  </a:lnTo>
                  <a:lnTo>
                    <a:pt x="2323338" y="825753"/>
                  </a:lnTo>
                  <a:lnTo>
                    <a:pt x="2373420" y="808677"/>
                  </a:lnTo>
                  <a:lnTo>
                    <a:pt x="2422262" y="788413"/>
                  </a:lnTo>
                  <a:lnTo>
                    <a:pt x="2451066" y="774293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2960" y="935736"/>
              <a:ext cx="164592" cy="163067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6031" y="1277111"/>
            <a:ext cx="99060" cy="9906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97707" y="140207"/>
            <a:ext cx="99060" cy="97536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0" y="0"/>
            <a:ext cx="2263140" cy="825500"/>
            <a:chOff x="0" y="0"/>
            <a:chExt cx="2263140" cy="82550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4079" y="490727"/>
              <a:ext cx="99059" cy="990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0" y="0"/>
              <a:ext cx="2145030" cy="825500"/>
            </a:xfrm>
            <a:custGeom>
              <a:avLst/>
              <a:gdLst/>
              <a:ahLst/>
              <a:cxnLst/>
              <a:rect l="l" t="t" r="r" b="b"/>
              <a:pathLst>
                <a:path w="2145030" h="825500">
                  <a:moveTo>
                    <a:pt x="2144840" y="0"/>
                  </a:moveTo>
                  <a:lnTo>
                    <a:pt x="0" y="0"/>
                  </a:lnTo>
                  <a:lnTo>
                    <a:pt x="0" y="825470"/>
                  </a:lnTo>
                  <a:lnTo>
                    <a:pt x="42268" y="803571"/>
                  </a:lnTo>
                  <a:lnTo>
                    <a:pt x="90301" y="768781"/>
                  </a:lnTo>
                  <a:lnTo>
                    <a:pt x="127412" y="732274"/>
                  </a:lnTo>
                  <a:lnTo>
                    <a:pt x="172932" y="677849"/>
                  </a:lnTo>
                  <a:lnTo>
                    <a:pt x="187761" y="660609"/>
                  </a:lnTo>
                  <a:lnTo>
                    <a:pt x="220444" y="628700"/>
                  </a:lnTo>
                  <a:lnTo>
                    <a:pt x="261095" y="601573"/>
                  </a:lnTo>
                  <a:lnTo>
                    <a:pt x="314438" y="580854"/>
                  </a:lnTo>
                  <a:lnTo>
                    <a:pt x="372114" y="569537"/>
                  </a:lnTo>
                  <a:lnTo>
                    <a:pt x="421419" y="565278"/>
                  </a:lnTo>
                  <a:lnTo>
                    <a:pt x="446010" y="564769"/>
                  </a:lnTo>
                  <a:lnTo>
                    <a:pt x="1618326" y="564769"/>
                  </a:lnTo>
                  <a:lnTo>
                    <a:pt x="1628042" y="560762"/>
                  </a:lnTo>
                  <a:lnTo>
                    <a:pt x="1680751" y="536432"/>
                  </a:lnTo>
                  <a:lnTo>
                    <a:pt x="1731271" y="510634"/>
                  </a:lnTo>
                  <a:lnTo>
                    <a:pt x="1779417" y="483668"/>
                  </a:lnTo>
                  <a:lnTo>
                    <a:pt x="1825007" y="455836"/>
                  </a:lnTo>
                  <a:lnTo>
                    <a:pt x="1867856" y="427439"/>
                  </a:lnTo>
                  <a:lnTo>
                    <a:pt x="1907783" y="398778"/>
                  </a:lnTo>
                  <a:lnTo>
                    <a:pt x="1944603" y="370153"/>
                  </a:lnTo>
                  <a:lnTo>
                    <a:pt x="1978132" y="341866"/>
                  </a:lnTo>
                  <a:lnTo>
                    <a:pt x="2008188" y="314218"/>
                  </a:lnTo>
                  <a:lnTo>
                    <a:pt x="2057146" y="262040"/>
                  </a:lnTo>
                  <a:lnTo>
                    <a:pt x="2090007" y="216029"/>
                  </a:lnTo>
                  <a:lnTo>
                    <a:pt x="2111930" y="155953"/>
                  </a:lnTo>
                  <a:lnTo>
                    <a:pt x="2122373" y="104164"/>
                  </a:lnTo>
                  <a:lnTo>
                    <a:pt x="2133237" y="47626"/>
                  </a:lnTo>
                  <a:lnTo>
                    <a:pt x="2144840" y="0"/>
                  </a:lnTo>
                  <a:close/>
                </a:path>
                <a:path w="2145030" h="825500">
                  <a:moveTo>
                    <a:pt x="1618326" y="564769"/>
                  </a:moveTo>
                  <a:lnTo>
                    <a:pt x="446010" y="564769"/>
                  </a:lnTo>
                  <a:lnTo>
                    <a:pt x="490245" y="566264"/>
                  </a:lnTo>
                  <a:lnTo>
                    <a:pt x="534616" y="570453"/>
                  </a:lnTo>
                  <a:lnTo>
                    <a:pt x="579292" y="576885"/>
                  </a:lnTo>
                  <a:lnTo>
                    <a:pt x="624437" y="585112"/>
                  </a:lnTo>
                  <a:lnTo>
                    <a:pt x="670216" y="594686"/>
                  </a:lnTo>
                  <a:lnTo>
                    <a:pt x="813023" y="626996"/>
                  </a:lnTo>
                  <a:lnTo>
                    <a:pt x="863001" y="637467"/>
                  </a:lnTo>
                  <a:lnTo>
                    <a:pt x="914442" y="647041"/>
                  </a:lnTo>
                  <a:lnTo>
                    <a:pt x="967513" y="655268"/>
                  </a:lnTo>
                  <a:lnTo>
                    <a:pt x="1022379" y="661700"/>
                  </a:lnTo>
                  <a:lnTo>
                    <a:pt x="1079206" y="665889"/>
                  </a:lnTo>
                  <a:lnTo>
                    <a:pt x="1138160" y="667385"/>
                  </a:lnTo>
                  <a:lnTo>
                    <a:pt x="1185825" y="666396"/>
                  </a:lnTo>
                  <a:lnTo>
                    <a:pt x="1234977" y="663289"/>
                  </a:lnTo>
                  <a:lnTo>
                    <a:pt x="1285698" y="657848"/>
                  </a:lnTo>
                  <a:lnTo>
                    <a:pt x="1338071" y="649859"/>
                  </a:lnTo>
                  <a:lnTo>
                    <a:pt x="1398977" y="637383"/>
                  </a:lnTo>
                  <a:lnTo>
                    <a:pt x="1458611" y="621935"/>
                  </a:lnTo>
                  <a:lnTo>
                    <a:pt x="1516789" y="603815"/>
                  </a:lnTo>
                  <a:lnTo>
                    <a:pt x="1573327" y="583324"/>
                  </a:lnTo>
                  <a:lnTo>
                    <a:pt x="1618326" y="564769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0"/>
              <a:ext cx="1649095" cy="520065"/>
            </a:xfrm>
            <a:custGeom>
              <a:avLst/>
              <a:gdLst/>
              <a:ahLst/>
              <a:cxnLst/>
              <a:rect l="l" t="t" r="r" b="b"/>
              <a:pathLst>
                <a:path w="1649095" h="520065">
                  <a:moveTo>
                    <a:pt x="1559801" y="344677"/>
                  </a:moveTo>
                  <a:lnTo>
                    <a:pt x="376301" y="344677"/>
                  </a:lnTo>
                  <a:lnTo>
                    <a:pt x="423342" y="346643"/>
                  </a:lnTo>
                  <a:lnTo>
                    <a:pt x="469516" y="352197"/>
                  </a:lnTo>
                  <a:lnTo>
                    <a:pt x="515026" y="360828"/>
                  </a:lnTo>
                  <a:lnTo>
                    <a:pt x="560072" y="372022"/>
                  </a:lnTo>
                  <a:lnTo>
                    <a:pt x="604858" y="385267"/>
                  </a:lnTo>
                  <a:lnTo>
                    <a:pt x="649583" y="400050"/>
                  </a:lnTo>
                  <a:lnTo>
                    <a:pt x="785418" y="448502"/>
                  </a:lnTo>
                  <a:lnTo>
                    <a:pt x="831922" y="464311"/>
                  </a:lnTo>
                  <a:lnTo>
                    <a:pt x="879375" y="479094"/>
                  </a:lnTo>
                  <a:lnTo>
                    <a:pt x="927978" y="492339"/>
                  </a:lnTo>
                  <a:lnTo>
                    <a:pt x="977934" y="503533"/>
                  </a:lnTo>
                  <a:lnTo>
                    <a:pt x="1029444" y="512164"/>
                  </a:lnTo>
                  <a:lnTo>
                    <a:pt x="1082709" y="517718"/>
                  </a:lnTo>
                  <a:lnTo>
                    <a:pt x="1137932" y="519684"/>
                  </a:lnTo>
                  <a:lnTo>
                    <a:pt x="1172832" y="518882"/>
                  </a:lnTo>
                  <a:lnTo>
                    <a:pt x="1245350" y="512164"/>
                  </a:lnTo>
                  <a:lnTo>
                    <a:pt x="1329127" y="494834"/>
                  </a:lnTo>
                  <a:lnTo>
                    <a:pt x="1374169" y="478736"/>
                  </a:lnTo>
                  <a:lnTo>
                    <a:pt x="1417468" y="458229"/>
                  </a:lnTo>
                  <a:lnTo>
                    <a:pt x="1458538" y="433742"/>
                  </a:lnTo>
                  <a:lnTo>
                    <a:pt x="1496893" y="405702"/>
                  </a:lnTo>
                  <a:lnTo>
                    <a:pt x="1532048" y="374538"/>
                  </a:lnTo>
                  <a:lnTo>
                    <a:pt x="1559801" y="344677"/>
                  </a:lnTo>
                  <a:close/>
                </a:path>
                <a:path w="1649095" h="520065">
                  <a:moveTo>
                    <a:pt x="1622736" y="0"/>
                  </a:moveTo>
                  <a:lnTo>
                    <a:pt x="0" y="0"/>
                  </a:lnTo>
                  <a:lnTo>
                    <a:pt x="0" y="440395"/>
                  </a:lnTo>
                  <a:lnTo>
                    <a:pt x="9750" y="438221"/>
                  </a:lnTo>
                  <a:lnTo>
                    <a:pt x="52313" y="424692"/>
                  </a:lnTo>
                  <a:lnTo>
                    <a:pt x="142544" y="391379"/>
                  </a:lnTo>
                  <a:lnTo>
                    <a:pt x="191502" y="374814"/>
                  </a:lnTo>
                  <a:lnTo>
                    <a:pt x="243881" y="360457"/>
                  </a:lnTo>
                  <a:lnTo>
                    <a:pt x="300325" y="349917"/>
                  </a:lnTo>
                  <a:lnTo>
                    <a:pt x="361480" y="344804"/>
                  </a:lnTo>
                  <a:lnTo>
                    <a:pt x="366433" y="344677"/>
                  </a:lnTo>
                  <a:lnTo>
                    <a:pt x="1559801" y="344677"/>
                  </a:lnTo>
                  <a:lnTo>
                    <a:pt x="1563517" y="340678"/>
                  </a:lnTo>
                  <a:lnTo>
                    <a:pt x="1590816" y="304550"/>
                  </a:lnTo>
                  <a:lnTo>
                    <a:pt x="1613457" y="266582"/>
                  </a:lnTo>
                  <a:lnTo>
                    <a:pt x="1630956" y="227203"/>
                  </a:lnTo>
                  <a:lnTo>
                    <a:pt x="1642828" y="186840"/>
                  </a:lnTo>
                  <a:lnTo>
                    <a:pt x="1648587" y="145923"/>
                  </a:lnTo>
                  <a:lnTo>
                    <a:pt x="1648144" y="106846"/>
                  </a:lnTo>
                  <a:lnTo>
                    <a:pt x="1642325" y="64796"/>
                  </a:lnTo>
                  <a:lnTo>
                    <a:pt x="1630872" y="20912"/>
                  </a:lnTo>
                  <a:lnTo>
                    <a:pt x="1622736" y="0"/>
                  </a:lnTo>
                  <a:close/>
                </a:path>
              </a:pathLst>
            </a:custGeom>
            <a:solidFill>
              <a:srgbClr val="1A4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238755" y="877824"/>
            <a:ext cx="1981200" cy="1772920"/>
            <a:chOff x="2238755" y="877824"/>
            <a:chExt cx="1981200" cy="1772920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14955" y="954024"/>
              <a:ext cx="1828799" cy="162001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276855" y="915924"/>
              <a:ext cx="1905000" cy="1696720"/>
            </a:xfrm>
            <a:custGeom>
              <a:avLst/>
              <a:gdLst/>
              <a:ahLst/>
              <a:cxnLst/>
              <a:rect l="l" t="t" r="r" b="b"/>
              <a:pathLst>
                <a:path w="1905000" h="1696720">
                  <a:moveTo>
                    <a:pt x="0" y="1696212"/>
                  </a:moveTo>
                  <a:lnTo>
                    <a:pt x="1904999" y="1696212"/>
                  </a:lnTo>
                  <a:lnTo>
                    <a:pt x="1904999" y="0"/>
                  </a:lnTo>
                  <a:lnTo>
                    <a:pt x="0" y="0"/>
                  </a:lnTo>
                  <a:lnTo>
                    <a:pt x="0" y="1696212"/>
                  </a:lnTo>
                  <a:close/>
                </a:path>
              </a:pathLst>
            </a:custGeom>
            <a:ln w="76200">
              <a:solidFill>
                <a:srgbClr val="9DCE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35636" y="922019"/>
            <a:ext cx="1981200" cy="1772920"/>
            <a:chOff x="135636" y="922019"/>
            <a:chExt cx="1981200" cy="177292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1836" y="998219"/>
              <a:ext cx="1828800" cy="162001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73736" y="960119"/>
              <a:ext cx="1905000" cy="1696720"/>
            </a:xfrm>
            <a:custGeom>
              <a:avLst/>
              <a:gdLst/>
              <a:ahLst/>
              <a:cxnLst/>
              <a:rect l="l" t="t" r="r" b="b"/>
              <a:pathLst>
                <a:path w="1905000" h="1696720">
                  <a:moveTo>
                    <a:pt x="0" y="1696211"/>
                  </a:moveTo>
                  <a:lnTo>
                    <a:pt x="1905000" y="1696211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1696211"/>
                  </a:lnTo>
                  <a:close/>
                </a:path>
              </a:pathLst>
            </a:custGeom>
            <a:ln w="76200">
              <a:solidFill>
                <a:srgbClr val="9DCE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73404" y="2752725"/>
            <a:ext cx="883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5" dirty="0">
                <a:solidFill>
                  <a:srgbClr val="1A4568"/>
                </a:solidFill>
                <a:latin typeface="Arial"/>
                <a:cs typeface="Arial"/>
              </a:rPr>
              <a:t>All</a:t>
            </a:r>
            <a:r>
              <a:rPr sz="1200" b="1" spc="-10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Leds</a:t>
            </a:r>
            <a:r>
              <a:rPr sz="1200" b="1" spc="-40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Off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88463" y="2752725"/>
            <a:ext cx="875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5" dirty="0">
                <a:solidFill>
                  <a:srgbClr val="1A4568"/>
                </a:solidFill>
                <a:latin typeface="Arial"/>
                <a:cs typeface="Arial"/>
              </a:rPr>
              <a:t>All</a:t>
            </a:r>
            <a:r>
              <a:rPr sz="1200" b="1" spc="-5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Leds</a:t>
            </a:r>
            <a:r>
              <a:rPr sz="1200" b="1" spc="-35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75047" y="891539"/>
            <a:ext cx="2179320" cy="1833880"/>
            <a:chOff x="4575047" y="891539"/>
            <a:chExt cx="2179320" cy="1833880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51247" y="967739"/>
              <a:ext cx="2026920" cy="168097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613147" y="929639"/>
              <a:ext cx="2103120" cy="1757680"/>
            </a:xfrm>
            <a:custGeom>
              <a:avLst/>
              <a:gdLst/>
              <a:ahLst/>
              <a:cxnLst/>
              <a:rect l="l" t="t" r="r" b="b"/>
              <a:pathLst>
                <a:path w="2103120" h="1757680">
                  <a:moveTo>
                    <a:pt x="0" y="1757172"/>
                  </a:moveTo>
                  <a:lnTo>
                    <a:pt x="2103120" y="1757172"/>
                  </a:lnTo>
                  <a:lnTo>
                    <a:pt x="2103120" y="0"/>
                  </a:lnTo>
                  <a:lnTo>
                    <a:pt x="0" y="0"/>
                  </a:lnTo>
                  <a:lnTo>
                    <a:pt x="0" y="1757172"/>
                  </a:lnTo>
                  <a:close/>
                </a:path>
              </a:pathLst>
            </a:custGeom>
            <a:ln w="76199">
              <a:solidFill>
                <a:srgbClr val="9DCE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6848093" y="76200"/>
            <a:ext cx="2141220" cy="2617470"/>
            <a:chOff x="6848093" y="76200"/>
            <a:chExt cx="2141220" cy="2617470"/>
          </a:xfrm>
        </p:grpSpPr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05243" y="954024"/>
              <a:ext cx="2026920" cy="168249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876668" y="925449"/>
              <a:ext cx="2084070" cy="1739900"/>
            </a:xfrm>
            <a:custGeom>
              <a:avLst/>
              <a:gdLst/>
              <a:ahLst/>
              <a:cxnLst/>
              <a:rect l="l" t="t" r="r" b="b"/>
              <a:pathLst>
                <a:path w="2084070" h="1739900">
                  <a:moveTo>
                    <a:pt x="0" y="1739645"/>
                  </a:moveTo>
                  <a:lnTo>
                    <a:pt x="2084070" y="1739645"/>
                  </a:lnTo>
                  <a:lnTo>
                    <a:pt x="2084070" y="0"/>
                  </a:lnTo>
                  <a:lnTo>
                    <a:pt x="0" y="0"/>
                  </a:lnTo>
                  <a:lnTo>
                    <a:pt x="0" y="1739645"/>
                  </a:lnTo>
                  <a:close/>
                </a:path>
              </a:pathLst>
            </a:custGeom>
            <a:ln w="57150">
              <a:solidFill>
                <a:srgbClr val="9DCE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59395" y="76200"/>
              <a:ext cx="1627631" cy="841248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322570" y="2729229"/>
            <a:ext cx="560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Fan</a:t>
            </a:r>
            <a:r>
              <a:rPr sz="1200" b="1" spc="-75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Off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78928" y="2729229"/>
            <a:ext cx="551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Fan</a:t>
            </a:r>
            <a:r>
              <a:rPr sz="1200" b="1" spc="-75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321051" y="3022092"/>
            <a:ext cx="2021205" cy="1790700"/>
            <a:chOff x="2321051" y="3022092"/>
            <a:chExt cx="2021205" cy="1790700"/>
          </a:xfrm>
        </p:grpSpPr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97251" y="3098292"/>
              <a:ext cx="1868424" cy="16383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359151" y="3060192"/>
              <a:ext cx="1945005" cy="1714500"/>
            </a:xfrm>
            <a:custGeom>
              <a:avLst/>
              <a:gdLst/>
              <a:ahLst/>
              <a:cxnLst/>
              <a:rect l="l" t="t" r="r" b="b"/>
              <a:pathLst>
                <a:path w="1945004" h="1714500">
                  <a:moveTo>
                    <a:pt x="0" y="1714500"/>
                  </a:moveTo>
                  <a:lnTo>
                    <a:pt x="1944624" y="1714500"/>
                  </a:lnTo>
                  <a:lnTo>
                    <a:pt x="1944624" y="0"/>
                  </a:lnTo>
                  <a:lnTo>
                    <a:pt x="0" y="0"/>
                  </a:lnTo>
                  <a:lnTo>
                    <a:pt x="0" y="1714500"/>
                  </a:lnTo>
                  <a:close/>
                </a:path>
              </a:pathLst>
            </a:custGeom>
            <a:ln w="76200">
              <a:solidFill>
                <a:srgbClr val="9DCE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92964" y="3022092"/>
            <a:ext cx="2066925" cy="1772920"/>
            <a:chOff x="92964" y="3022092"/>
            <a:chExt cx="2066925" cy="1772920"/>
          </a:xfrm>
        </p:grpSpPr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9164" y="3098292"/>
              <a:ext cx="1914144" cy="162001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31064" y="3060192"/>
              <a:ext cx="1990725" cy="1696720"/>
            </a:xfrm>
            <a:custGeom>
              <a:avLst/>
              <a:gdLst/>
              <a:ahLst/>
              <a:cxnLst/>
              <a:rect l="l" t="t" r="r" b="b"/>
              <a:pathLst>
                <a:path w="1990725" h="1696720">
                  <a:moveTo>
                    <a:pt x="0" y="1696212"/>
                  </a:moveTo>
                  <a:lnTo>
                    <a:pt x="1990344" y="1696212"/>
                  </a:lnTo>
                  <a:lnTo>
                    <a:pt x="1990344" y="0"/>
                  </a:lnTo>
                  <a:lnTo>
                    <a:pt x="0" y="0"/>
                  </a:lnTo>
                  <a:lnTo>
                    <a:pt x="0" y="1696212"/>
                  </a:lnTo>
                  <a:close/>
                </a:path>
              </a:pathLst>
            </a:custGeom>
            <a:ln w="76200">
              <a:solidFill>
                <a:srgbClr val="9DCE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58748" y="4862271"/>
            <a:ext cx="687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Led</a:t>
            </a:r>
            <a:r>
              <a:rPr sz="1200" b="1" spc="-35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1A4568"/>
                </a:solidFill>
                <a:latin typeface="Arial"/>
                <a:cs typeface="Arial"/>
              </a:rPr>
              <a:t>2</a:t>
            </a:r>
            <a:r>
              <a:rPr sz="1200" b="1" spc="-35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1A4568"/>
                </a:solidFill>
                <a:latin typeface="Arial"/>
                <a:cs typeface="Arial"/>
              </a:rPr>
              <a:t>Off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44748" y="4862271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Led</a:t>
            </a:r>
            <a:r>
              <a:rPr sz="1200" b="1" spc="-35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1A4568"/>
                </a:solidFill>
                <a:latin typeface="Arial"/>
                <a:cs typeface="Arial"/>
              </a:rPr>
              <a:t>2</a:t>
            </a:r>
            <a:r>
              <a:rPr sz="1200" b="1" spc="-45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575047" y="3005327"/>
            <a:ext cx="2179320" cy="1772920"/>
            <a:chOff x="4575047" y="3005327"/>
            <a:chExt cx="2179320" cy="1772920"/>
          </a:xfrm>
        </p:grpSpPr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51247" y="3081527"/>
              <a:ext cx="2026920" cy="1620012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613147" y="3043427"/>
              <a:ext cx="2103120" cy="1696720"/>
            </a:xfrm>
            <a:custGeom>
              <a:avLst/>
              <a:gdLst/>
              <a:ahLst/>
              <a:cxnLst/>
              <a:rect l="l" t="t" r="r" b="b"/>
              <a:pathLst>
                <a:path w="2103120" h="1696720">
                  <a:moveTo>
                    <a:pt x="0" y="1696212"/>
                  </a:moveTo>
                  <a:lnTo>
                    <a:pt x="2103120" y="1696212"/>
                  </a:lnTo>
                  <a:lnTo>
                    <a:pt x="2103120" y="0"/>
                  </a:lnTo>
                  <a:lnTo>
                    <a:pt x="0" y="0"/>
                  </a:lnTo>
                  <a:lnTo>
                    <a:pt x="0" y="1696212"/>
                  </a:lnTo>
                  <a:close/>
                </a:path>
              </a:pathLst>
            </a:custGeom>
            <a:ln w="76200">
              <a:solidFill>
                <a:srgbClr val="9DCE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6829043" y="2996183"/>
            <a:ext cx="2179320" cy="1790700"/>
            <a:chOff x="6829043" y="2996183"/>
            <a:chExt cx="2179320" cy="1790700"/>
          </a:xfrm>
        </p:grpSpPr>
        <p:pic>
          <p:nvPicPr>
            <p:cNvPr id="49" name="object 4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05243" y="3072383"/>
              <a:ext cx="2026920" cy="16383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867143" y="3034283"/>
              <a:ext cx="2103120" cy="1714500"/>
            </a:xfrm>
            <a:custGeom>
              <a:avLst/>
              <a:gdLst/>
              <a:ahLst/>
              <a:cxnLst/>
              <a:rect l="l" t="t" r="r" b="b"/>
              <a:pathLst>
                <a:path w="2103120" h="1714500">
                  <a:moveTo>
                    <a:pt x="0" y="1714500"/>
                  </a:moveTo>
                  <a:lnTo>
                    <a:pt x="2103120" y="1714500"/>
                  </a:lnTo>
                  <a:lnTo>
                    <a:pt x="2103120" y="0"/>
                  </a:lnTo>
                  <a:lnTo>
                    <a:pt x="0" y="0"/>
                  </a:lnTo>
                  <a:lnTo>
                    <a:pt x="0" y="1714500"/>
                  </a:lnTo>
                  <a:close/>
                </a:path>
              </a:pathLst>
            </a:custGeom>
            <a:ln w="76200">
              <a:solidFill>
                <a:srgbClr val="9DCE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262498" y="4851298"/>
            <a:ext cx="680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Led</a:t>
            </a:r>
            <a:r>
              <a:rPr sz="1200" b="1" spc="-40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1A4568"/>
                </a:solidFill>
                <a:latin typeface="Arial"/>
                <a:cs typeface="Arial"/>
              </a:rPr>
              <a:t>1</a:t>
            </a:r>
            <a:r>
              <a:rPr sz="1200" b="1" spc="-40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60360" y="4851298"/>
            <a:ext cx="686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Led</a:t>
            </a:r>
            <a:r>
              <a:rPr sz="1200" b="1" spc="-40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1A4568"/>
                </a:solidFill>
                <a:latin typeface="Arial"/>
                <a:cs typeface="Arial"/>
              </a:rPr>
              <a:t>1</a:t>
            </a:r>
            <a:r>
              <a:rPr sz="1200" b="1" spc="-45" dirty="0">
                <a:solidFill>
                  <a:srgbClr val="1A4568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A4568"/>
                </a:solidFill>
                <a:latin typeface="Arial"/>
                <a:cs typeface="Arial"/>
              </a:rPr>
              <a:t>Off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3" name="object 5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60510" y="0"/>
            <a:ext cx="2084070" cy="996950"/>
            <a:chOff x="7060510" y="0"/>
            <a:chExt cx="2084070" cy="996950"/>
          </a:xfrm>
        </p:grpSpPr>
        <p:sp>
          <p:nvSpPr>
            <p:cNvPr id="3" name="object 3"/>
            <p:cNvSpPr/>
            <p:nvPr/>
          </p:nvSpPr>
          <p:spPr>
            <a:xfrm>
              <a:off x="8601552" y="0"/>
              <a:ext cx="542925" cy="996950"/>
            </a:xfrm>
            <a:custGeom>
              <a:avLst/>
              <a:gdLst/>
              <a:ahLst/>
              <a:cxnLst/>
              <a:rect l="l" t="t" r="r" b="b"/>
              <a:pathLst>
                <a:path w="542925" h="996950">
                  <a:moveTo>
                    <a:pt x="542446" y="0"/>
                  </a:moveTo>
                  <a:lnTo>
                    <a:pt x="189914" y="0"/>
                  </a:lnTo>
                  <a:lnTo>
                    <a:pt x="184473" y="7377"/>
                  </a:lnTo>
                  <a:lnTo>
                    <a:pt x="158906" y="45338"/>
                  </a:lnTo>
                  <a:lnTo>
                    <a:pt x="130066" y="92677"/>
                  </a:lnTo>
                  <a:lnTo>
                    <a:pt x="104295" y="140199"/>
                  </a:lnTo>
                  <a:lnTo>
                    <a:pt x="81526" y="187767"/>
                  </a:lnTo>
                  <a:lnTo>
                    <a:pt x="61695" y="235243"/>
                  </a:lnTo>
                  <a:lnTo>
                    <a:pt x="44738" y="282492"/>
                  </a:lnTo>
                  <a:lnTo>
                    <a:pt x="30589" y="329376"/>
                  </a:lnTo>
                  <a:lnTo>
                    <a:pt x="19184" y="375759"/>
                  </a:lnTo>
                  <a:lnTo>
                    <a:pt x="10459" y="421502"/>
                  </a:lnTo>
                  <a:lnTo>
                    <a:pt x="4347" y="466471"/>
                  </a:lnTo>
                  <a:lnTo>
                    <a:pt x="258" y="521372"/>
                  </a:lnTo>
                  <a:lnTo>
                    <a:pt x="0" y="574603"/>
                  </a:lnTo>
                  <a:lnTo>
                    <a:pt x="3441" y="625899"/>
                  </a:lnTo>
                  <a:lnTo>
                    <a:pt x="10451" y="674997"/>
                  </a:lnTo>
                  <a:lnTo>
                    <a:pt x="20899" y="721633"/>
                  </a:lnTo>
                  <a:lnTo>
                    <a:pt x="34655" y="765544"/>
                  </a:lnTo>
                  <a:lnTo>
                    <a:pt x="51586" y="806466"/>
                  </a:lnTo>
                  <a:lnTo>
                    <a:pt x="71562" y="844137"/>
                  </a:lnTo>
                  <a:lnTo>
                    <a:pt x="94452" y="878292"/>
                  </a:lnTo>
                  <a:lnTo>
                    <a:pt x="120126" y="908669"/>
                  </a:lnTo>
                  <a:lnTo>
                    <a:pt x="148451" y="935003"/>
                  </a:lnTo>
                  <a:lnTo>
                    <a:pt x="212534" y="974492"/>
                  </a:lnTo>
                  <a:lnTo>
                    <a:pt x="285655" y="994650"/>
                  </a:lnTo>
                  <a:lnTo>
                    <a:pt x="325276" y="996823"/>
                  </a:lnTo>
                  <a:lnTo>
                    <a:pt x="363362" y="995461"/>
                  </a:lnTo>
                  <a:lnTo>
                    <a:pt x="427450" y="987459"/>
                  </a:lnTo>
                  <a:lnTo>
                    <a:pt x="477449" y="973001"/>
                  </a:lnTo>
                  <a:lnTo>
                    <a:pt x="515783" y="952792"/>
                  </a:lnTo>
                  <a:lnTo>
                    <a:pt x="542446" y="929907"/>
                  </a:lnTo>
                  <a:lnTo>
                    <a:pt x="542446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60510" y="0"/>
              <a:ext cx="2084070" cy="508634"/>
            </a:xfrm>
            <a:custGeom>
              <a:avLst/>
              <a:gdLst/>
              <a:ahLst/>
              <a:cxnLst/>
              <a:rect l="l" t="t" r="r" b="b"/>
              <a:pathLst>
                <a:path w="2084070" h="508634">
                  <a:moveTo>
                    <a:pt x="212624" y="0"/>
                  </a:moveTo>
                  <a:lnTo>
                    <a:pt x="0" y="0"/>
                  </a:lnTo>
                  <a:lnTo>
                    <a:pt x="12865" y="7413"/>
                  </a:lnTo>
                  <a:lnTo>
                    <a:pt x="38938" y="18540"/>
                  </a:lnTo>
                  <a:lnTo>
                    <a:pt x="64189" y="25653"/>
                  </a:lnTo>
                  <a:lnTo>
                    <a:pt x="106337" y="29503"/>
                  </a:lnTo>
                  <a:lnTo>
                    <a:pt x="146661" y="24369"/>
                  </a:lnTo>
                  <a:lnTo>
                    <a:pt x="185551" y="12246"/>
                  </a:lnTo>
                  <a:lnTo>
                    <a:pt x="212624" y="0"/>
                  </a:lnTo>
                  <a:close/>
                </a:path>
                <a:path w="2084070" h="508634">
                  <a:moveTo>
                    <a:pt x="2083489" y="0"/>
                  </a:moveTo>
                  <a:lnTo>
                    <a:pt x="641930" y="0"/>
                  </a:lnTo>
                  <a:lnTo>
                    <a:pt x="651381" y="9423"/>
                  </a:lnTo>
                  <a:lnTo>
                    <a:pt x="696776" y="65024"/>
                  </a:lnTo>
                  <a:lnTo>
                    <a:pt x="733519" y="115170"/>
                  </a:lnTo>
                  <a:lnTo>
                    <a:pt x="768132" y="163806"/>
                  </a:lnTo>
                  <a:lnTo>
                    <a:pt x="832370" y="255218"/>
                  </a:lnTo>
                  <a:lnTo>
                    <a:pt x="862696" y="297328"/>
                  </a:lnTo>
                  <a:lnTo>
                    <a:pt x="892294" y="336596"/>
                  </a:lnTo>
                  <a:lnTo>
                    <a:pt x="921514" y="372689"/>
                  </a:lnTo>
                  <a:lnTo>
                    <a:pt x="950706" y="405274"/>
                  </a:lnTo>
                  <a:lnTo>
                    <a:pt x="980220" y="434019"/>
                  </a:lnTo>
                  <a:lnTo>
                    <a:pt x="1010408" y="458591"/>
                  </a:lnTo>
                  <a:lnTo>
                    <a:pt x="1074202" y="493882"/>
                  </a:lnTo>
                  <a:lnTo>
                    <a:pt x="1146904" y="508583"/>
                  </a:lnTo>
                  <a:lnTo>
                    <a:pt x="1188013" y="506701"/>
                  </a:lnTo>
                  <a:lnTo>
                    <a:pt x="1232251" y="497904"/>
                  </a:lnTo>
                  <a:lnTo>
                    <a:pt x="1280029" y="481804"/>
                  </a:lnTo>
                  <a:lnTo>
                    <a:pt x="1331762" y="458016"/>
                  </a:lnTo>
                  <a:lnTo>
                    <a:pt x="1387862" y="426152"/>
                  </a:lnTo>
                  <a:lnTo>
                    <a:pt x="1448743" y="385825"/>
                  </a:lnTo>
                  <a:lnTo>
                    <a:pt x="1511106" y="345372"/>
                  </a:lnTo>
                  <a:lnTo>
                    <a:pt x="1566942" y="316201"/>
                  </a:lnTo>
                  <a:lnTo>
                    <a:pt x="1616923" y="297148"/>
                  </a:lnTo>
                  <a:lnTo>
                    <a:pt x="1661717" y="287048"/>
                  </a:lnTo>
                  <a:lnTo>
                    <a:pt x="1701996" y="284737"/>
                  </a:lnTo>
                  <a:lnTo>
                    <a:pt x="2083489" y="284737"/>
                  </a:lnTo>
                  <a:lnTo>
                    <a:pt x="2083489" y="0"/>
                  </a:lnTo>
                  <a:close/>
                </a:path>
                <a:path w="2084070" h="508634">
                  <a:moveTo>
                    <a:pt x="2083489" y="284737"/>
                  </a:moveTo>
                  <a:lnTo>
                    <a:pt x="1701996" y="284737"/>
                  </a:lnTo>
                  <a:lnTo>
                    <a:pt x="1738430" y="289051"/>
                  </a:lnTo>
                  <a:lnTo>
                    <a:pt x="1782739" y="303351"/>
                  </a:lnTo>
                  <a:lnTo>
                    <a:pt x="1822939" y="324763"/>
                  </a:lnTo>
                  <a:lnTo>
                    <a:pt x="1860688" y="350444"/>
                  </a:lnTo>
                  <a:lnTo>
                    <a:pt x="1897646" y="377553"/>
                  </a:lnTo>
                  <a:lnTo>
                    <a:pt x="1935473" y="403250"/>
                  </a:lnTo>
                  <a:lnTo>
                    <a:pt x="1975827" y="424692"/>
                  </a:lnTo>
                  <a:lnTo>
                    <a:pt x="2020370" y="439038"/>
                  </a:lnTo>
                  <a:lnTo>
                    <a:pt x="2052810" y="443226"/>
                  </a:lnTo>
                  <a:lnTo>
                    <a:pt x="2083489" y="442420"/>
                  </a:lnTo>
                  <a:lnTo>
                    <a:pt x="2083489" y="284737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15004" y="0"/>
              <a:ext cx="1929130" cy="723900"/>
            </a:xfrm>
            <a:custGeom>
              <a:avLst/>
              <a:gdLst/>
              <a:ahLst/>
              <a:cxnLst/>
              <a:rect l="l" t="t" r="r" b="b"/>
              <a:pathLst>
                <a:path w="1929129" h="723900">
                  <a:moveTo>
                    <a:pt x="1928994" y="0"/>
                  </a:moveTo>
                  <a:lnTo>
                    <a:pt x="0" y="0"/>
                  </a:lnTo>
                  <a:lnTo>
                    <a:pt x="10002" y="6400"/>
                  </a:lnTo>
                  <a:lnTo>
                    <a:pt x="37993" y="29923"/>
                  </a:lnTo>
                  <a:lnTo>
                    <a:pt x="89074" y="88361"/>
                  </a:lnTo>
                  <a:lnTo>
                    <a:pt x="112506" y="122347"/>
                  </a:lnTo>
                  <a:lnTo>
                    <a:pt x="134762" y="158891"/>
                  </a:lnTo>
                  <a:lnTo>
                    <a:pt x="156013" y="197527"/>
                  </a:lnTo>
                  <a:lnTo>
                    <a:pt x="176431" y="237790"/>
                  </a:lnTo>
                  <a:lnTo>
                    <a:pt x="196187" y="279217"/>
                  </a:lnTo>
                  <a:lnTo>
                    <a:pt x="215453" y="321340"/>
                  </a:lnTo>
                  <a:lnTo>
                    <a:pt x="253202" y="405820"/>
                  </a:lnTo>
                  <a:lnTo>
                    <a:pt x="272028" y="447247"/>
                  </a:lnTo>
                  <a:lnTo>
                    <a:pt x="291050" y="487510"/>
                  </a:lnTo>
                  <a:lnTo>
                    <a:pt x="310440" y="526146"/>
                  </a:lnTo>
                  <a:lnTo>
                    <a:pt x="330487" y="562882"/>
                  </a:lnTo>
                  <a:lnTo>
                    <a:pt x="351081" y="596775"/>
                  </a:lnTo>
                  <a:lnTo>
                    <a:pt x="395115" y="655114"/>
                  </a:lnTo>
                  <a:lnTo>
                    <a:pt x="444124" y="697742"/>
                  </a:lnTo>
                  <a:lnTo>
                    <a:pt x="499409" y="720838"/>
                  </a:lnTo>
                  <a:lnTo>
                    <a:pt x="529835" y="723900"/>
                  </a:lnTo>
                  <a:lnTo>
                    <a:pt x="537201" y="723900"/>
                  </a:lnTo>
                  <a:lnTo>
                    <a:pt x="589892" y="713907"/>
                  </a:lnTo>
                  <a:lnTo>
                    <a:pt x="654849" y="680087"/>
                  </a:lnTo>
                  <a:lnTo>
                    <a:pt x="708663" y="628035"/>
                  </a:lnTo>
                  <a:lnTo>
                    <a:pt x="732376" y="596676"/>
                  </a:lnTo>
                  <a:lnTo>
                    <a:pt x="754388" y="562690"/>
                  </a:lnTo>
                  <a:lnTo>
                    <a:pt x="774929" y="526998"/>
                  </a:lnTo>
                  <a:lnTo>
                    <a:pt x="794634" y="489763"/>
                  </a:lnTo>
                  <a:lnTo>
                    <a:pt x="813760" y="451820"/>
                  </a:lnTo>
                  <a:lnTo>
                    <a:pt x="832676" y="413811"/>
                  </a:lnTo>
                  <a:lnTo>
                    <a:pt x="851748" y="376376"/>
                  </a:lnTo>
                  <a:lnTo>
                    <a:pt x="871346" y="340157"/>
                  </a:lnTo>
                  <a:lnTo>
                    <a:pt x="891837" y="305797"/>
                  </a:lnTo>
                  <a:lnTo>
                    <a:pt x="913589" y="273936"/>
                  </a:lnTo>
                  <a:lnTo>
                    <a:pt x="962345" y="220280"/>
                  </a:lnTo>
                  <a:lnTo>
                    <a:pt x="1020560" y="184322"/>
                  </a:lnTo>
                  <a:lnTo>
                    <a:pt x="1091175" y="171196"/>
                  </a:lnTo>
                  <a:lnTo>
                    <a:pt x="1928994" y="171196"/>
                  </a:lnTo>
                  <a:lnTo>
                    <a:pt x="1928994" y="0"/>
                  </a:lnTo>
                  <a:close/>
                </a:path>
                <a:path w="1929129" h="723900">
                  <a:moveTo>
                    <a:pt x="1928994" y="171196"/>
                  </a:moveTo>
                  <a:lnTo>
                    <a:pt x="1091175" y="171196"/>
                  </a:lnTo>
                  <a:lnTo>
                    <a:pt x="1119056" y="172898"/>
                  </a:lnTo>
                  <a:lnTo>
                    <a:pt x="1148865" y="178149"/>
                  </a:lnTo>
                  <a:lnTo>
                    <a:pt x="1180722" y="187162"/>
                  </a:lnTo>
                  <a:lnTo>
                    <a:pt x="1214746" y="200151"/>
                  </a:lnTo>
                  <a:lnTo>
                    <a:pt x="1272359" y="223562"/>
                  </a:lnTo>
                  <a:lnTo>
                    <a:pt x="1327435" y="243326"/>
                  </a:lnTo>
                  <a:lnTo>
                    <a:pt x="1380071" y="259603"/>
                  </a:lnTo>
                  <a:lnTo>
                    <a:pt x="1430361" y="272557"/>
                  </a:lnTo>
                  <a:lnTo>
                    <a:pt x="1478400" y="282351"/>
                  </a:lnTo>
                  <a:lnTo>
                    <a:pt x="1524285" y="289145"/>
                  </a:lnTo>
                  <a:lnTo>
                    <a:pt x="1568110" y="293102"/>
                  </a:lnTo>
                  <a:lnTo>
                    <a:pt x="1609970" y="294386"/>
                  </a:lnTo>
                  <a:lnTo>
                    <a:pt x="1663978" y="292117"/>
                  </a:lnTo>
                  <a:lnTo>
                    <a:pt x="1714742" y="285582"/>
                  </a:lnTo>
                  <a:lnTo>
                    <a:pt x="1762500" y="275186"/>
                  </a:lnTo>
                  <a:lnTo>
                    <a:pt x="1807491" y="261337"/>
                  </a:lnTo>
                  <a:lnTo>
                    <a:pt x="1849951" y="244440"/>
                  </a:lnTo>
                  <a:lnTo>
                    <a:pt x="1890120" y="224903"/>
                  </a:lnTo>
                  <a:lnTo>
                    <a:pt x="1928235" y="203130"/>
                  </a:lnTo>
                  <a:lnTo>
                    <a:pt x="1928994" y="202636"/>
                  </a:lnTo>
                  <a:lnTo>
                    <a:pt x="1928994" y="1711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4" y="0"/>
            <a:ext cx="787400" cy="5143500"/>
            <a:chOff x="14" y="0"/>
            <a:chExt cx="787400" cy="5143500"/>
          </a:xfrm>
        </p:grpSpPr>
        <p:sp>
          <p:nvSpPr>
            <p:cNvPr id="7" name="object 7"/>
            <p:cNvSpPr/>
            <p:nvPr/>
          </p:nvSpPr>
          <p:spPr>
            <a:xfrm>
              <a:off x="243840" y="1824227"/>
              <a:ext cx="543560" cy="2440305"/>
            </a:xfrm>
            <a:custGeom>
              <a:avLst/>
              <a:gdLst/>
              <a:ahLst/>
              <a:cxnLst/>
              <a:rect l="l" t="t" r="r" b="b"/>
              <a:pathLst>
                <a:path w="543560" h="2440304">
                  <a:moveTo>
                    <a:pt x="0" y="0"/>
                  </a:moveTo>
                  <a:lnTo>
                    <a:pt x="0" y="2440101"/>
                  </a:lnTo>
                  <a:lnTo>
                    <a:pt x="81383" y="2431342"/>
                  </a:lnTo>
                  <a:lnTo>
                    <a:pt x="262207" y="2367876"/>
                  </a:lnTo>
                  <a:lnTo>
                    <a:pt x="447484" y="2193921"/>
                  </a:lnTo>
                  <a:lnTo>
                    <a:pt x="542226" y="1853692"/>
                  </a:lnTo>
                  <a:lnTo>
                    <a:pt x="543471" y="1804055"/>
                  </a:lnTo>
                  <a:lnTo>
                    <a:pt x="543031" y="1757812"/>
                  </a:lnTo>
                  <a:lnTo>
                    <a:pt x="541024" y="1714745"/>
                  </a:lnTo>
                  <a:lnTo>
                    <a:pt x="537562" y="1674640"/>
                  </a:lnTo>
                  <a:lnTo>
                    <a:pt x="526743" y="1602451"/>
                  </a:lnTo>
                  <a:lnTo>
                    <a:pt x="511497" y="1539521"/>
                  </a:lnTo>
                  <a:lnTo>
                    <a:pt x="492749" y="1484126"/>
                  </a:lnTo>
                  <a:lnTo>
                    <a:pt x="471422" y="1434542"/>
                  </a:lnTo>
                  <a:lnTo>
                    <a:pt x="448441" y="1389045"/>
                  </a:lnTo>
                  <a:lnTo>
                    <a:pt x="401212" y="1303412"/>
                  </a:lnTo>
                  <a:lnTo>
                    <a:pt x="389815" y="1281863"/>
                  </a:lnTo>
                  <a:lnTo>
                    <a:pt x="368320" y="1237090"/>
                  </a:lnTo>
                  <a:lnTo>
                    <a:pt x="349330" y="1188644"/>
                  </a:lnTo>
                  <a:lnTo>
                    <a:pt x="333767" y="1134801"/>
                  </a:lnTo>
                  <a:lnTo>
                    <a:pt x="322556" y="1073837"/>
                  </a:lnTo>
                  <a:lnTo>
                    <a:pt x="316621" y="1004027"/>
                  </a:lnTo>
                  <a:lnTo>
                    <a:pt x="315921" y="965267"/>
                  </a:lnTo>
                  <a:lnTo>
                    <a:pt x="316886" y="923648"/>
                  </a:lnTo>
                  <a:lnTo>
                    <a:pt x="319632" y="878957"/>
                  </a:lnTo>
                  <a:lnTo>
                    <a:pt x="324275" y="830976"/>
                  </a:lnTo>
                  <a:lnTo>
                    <a:pt x="330930" y="779491"/>
                  </a:lnTo>
                  <a:lnTo>
                    <a:pt x="339712" y="724285"/>
                  </a:lnTo>
                  <a:lnTo>
                    <a:pt x="350737" y="665144"/>
                  </a:lnTo>
                  <a:lnTo>
                    <a:pt x="364121" y="601853"/>
                  </a:lnTo>
                  <a:lnTo>
                    <a:pt x="357944" y="280963"/>
                  </a:lnTo>
                  <a:lnTo>
                    <a:pt x="227142" y="99282"/>
                  </a:lnTo>
                  <a:lnTo>
                    <a:pt x="73799" y="18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" y="4063"/>
              <a:ext cx="678815" cy="4515485"/>
            </a:xfrm>
            <a:custGeom>
              <a:avLst/>
              <a:gdLst/>
              <a:ahLst/>
              <a:cxnLst/>
              <a:rect l="l" t="t" r="r" b="b"/>
              <a:pathLst>
                <a:path w="678815" h="4515485">
                  <a:moveTo>
                    <a:pt x="531755" y="0"/>
                  </a:moveTo>
                  <a:lnTo>
                    <a:pt x="0" y="126"/>
                  </a:lnTo>
                  <a:lnTo>
                    <a:pt x="660" y="4515434"/>
                  </a:lnTo>
                  <a:lnTo>
                    <a:pt x="597071" y="4515345"/>
                  </a:lnTo>
                  <a:lnTo>
                    <a:pt x="589949" y="4445053"/>
                  </a:lnTo>
                  <a:lnTo>
                    <a:pt x="581839" y="4380253"/>
                  </a:lnTo>
                  <a:lnTo>
                    <a:pt x="572818" y="4320607"/>
                  </a:lnTo>
                  <a:lnTo>
                    <a:pt x="562966" y="4265777"/>
                  </a:lnTo>
                  <a:lnTo>
                    <a:pt x="552359" y="4215424"/>
                  </a:lnTo>
                  <a:lnTo>
                    <a:pt x="541077" y="4169211"/>
                  </a:lnTo>
                  <a:lnTo>
                    <a:pt x="529196" y="4126800"/>
                  </a:lnTo>
                  <a:lnTo>
                    <a:pt x="516797" y="4087851"/>
                  </a:lnTo>
                  <a:lnTo>
                    <a:pt x="490751" y="4018992"/>
                  </a:lnTo>
                  <a:lnTo>
                    <a:pt x="463566" y="3959927"/>
                  </a:lnTo>
                  <a:lnTo>
                    <a:pt x="435865" y="3907952"/>
                  </a:lnTo>
                  <a:lnTo>
                    <a:pt x="381421" y="3814453"/>
                  </a:lnTo>
                  <a:lnTo>
                    <a:pt x="368465" y="3791282"/>
                  </a:lnTo>
                  <a:lnTo>
                    <a:pt x="343886" y="3742819"/>
                  </a:lnTo>
                  <a:lnTo>
                    <a:pt x="321606" y="3689273"/>
                  </a:lnTo>
                  <a:lnTo>
                    <a:pt x="302250" y="3627939"/>
                  </a:lnTo>
                  <a:lnTo>
                    <a:pt x="286444" y="3556111"/>
                  </a:lnTo>
                  <a:lnTo>
                    <a:pt x="280067" y="3515417"/>
                  </a:lnTo>
                  <a:lnTo>
                    <a:pt x="274812" y="3471085"/>
                  </a:lnTo>
                  <a:lnTo>
                    <a:pt x="270757" y="3422777"/>
                  </a:lnTo>
                  <a:lnTo>
                    <a:pt x="268878" y="3367913"/>
                  </a:lnTo>
                  <a:lnTo>
                    <a:pt x="270230" y="3321374"/>
                  </a:lnTo>
                  <a:lnTo>
                    <a:pt x="274149" y="3276061"/>
                  </a:lnTo>
                  <a:lnTo>
                    <a:pt x="280413" y="3231829"/>
                  </a:lnTo>
                  <a:lnTo>
                    <a:pt x="288798" y="3188535"/>
                  </a:lnTo>
                  <a:lnTo>
                    <a:pt x="299081" y="3146036"/>
                  </a:lnTo>
                  <a:lnTo>
                    <a:pt x="311039" y="3104189"/>
                  </a:lnTo>
                  <a:lnTo>
                    <a:pt x="324447" y="3062851"/>
                  </a:lnTo>
                  <a:lnTo>
                    <a:pt x="339083" y="3021878"/>
                  </a:lnTo>
                  <a:lnTo>
                    <a:pt x="354724" y="2981127"/>
                  </a:lnTo>
                  <a:lnTo>
                    <a:pt x="371147" y="2940455"/>
                  </a:lnTo>
                  <a:lnTo>
                    <a:pt x="388127" y="2899718"/>
                  </a:lnTo>
                  <a:lnTo>
                    <a:pt x="422869" y="2817479"/>
                  </a:lnTo>
                  <a:lnTo>
                    <a:pt x="440184" y="2775690"/>
                  </a:lnTo>
                  <a:lnTo>
                    <a:pt x="457164" y="2733264"/>
                  </a:lnTo>
                  <a:lnTo>
                    <a:pt x="473586" y="2690057"/>
                  </a:lnTo>
                  <a:lnTo>
                    <a:pt x="489226" y="2645927"/>
                  </a:lnTo>
                  <a:lnTo>
                    <a:pt x="503861" y="2600729"/>
                  </a:lnTo>
                  <a:lnTo>
                    <a:pt x="517268" y="2554321"/>
                  </a:lnTo>
                  <a:lnTo>
                    <a:pt x="529224" y="2506560"/>
                  </a:lnTo>
                  <a:lnTo>
                    <a:pt x="539505" y="2457302"/>
                  </a:lnTo>
                  <a:lnTo>
                    <a:pt x="547888" y="2406404"/>
                  </a:lnTo>
                  <a:lnTo>
                    <a:pt x="554149" y="2353723"/>
                  </a:lnTo>
                  <a:lnTo>
                    <a:pt x="558066" y="2299116"/>
                  </a:lnTo>
                  <a:lnTo>
                    <a:pt x="559415" y="2242439"/>
                  </a:lnTo>
                  <a:lnTo>
                    <a:pt x="558448" y="2194264"/>
                  </a:lnTo>
                  <a:lnTo>
                    <a:pt x="555476" y="2144506"/>
                  </a:lnTo>
                  <a:lnTo>
                    <a:pt x="550373" y="2093089"/>
                  </a:lnTo>
                  <a:lnTo>
                    <a:pt x="543016" y="2039936"/>
                  </a:lnTo>
                  <a:lnTo>
                    <a:pt x="533280" y="1984973"/>
                  </a:lnTo>
                  <a:lnTo>
                    <a:pt x="521042" y="1928123"/>
                  </a:lnTo>
                  <a:lnTo>
                    <a:pt x="490794" y="1808843"/>
                  </a:lnTo>
                  <a:lnTo>
                    <a:pt x="478632" y="1752717"/>
                  </a:lnTo>
                  <a:lnTo>
                    <a:pt x="469501" y="1700641"/>
                  </a:lnTo>
                  <a:lnTo>
                    <a:pt x="463212" y="1652321"/>
                  </a:lnTo>
                  <a:lnTo>
                    <a:pt x="459574" y="1607466"/>
                  </a:lnTo>
                  <a:lnTo>
                    <a:pt x="458400" y="1565783"/>
                  </a:lnTo>
                  <a:lnTo>
                    <a:pt x="460241" y="1516008"/>
                  </a:lnTo>
                  <a:lnTo>
                    <a:pt x="465502" y="1470488"/>
                  </a:lnTo>
                  <a:lnTo>
                    <a:pt x="473770" y="1428588"/>
                  </a:lnTo>
                  <a:lnTo>
                    <a:pt x="484632" y="1389675"/>
                  </a:lnTo>
                  <a:lnTo>
                    <a:pt x="497676" y="1353116"/>
                  </a:lnTo>
                  <a:lnTo>
                    <a:pt x="528655" y="1284528"/>
                  </a:lnTo>
                  <a:lnTo>
                    <a:pt x="563403" y="1217755"/>
                  </a:lnTo>
                  <a:lnTo>
                    <a:pt x="581159" y="1183466"/>
                  </a:lnTo>
                  <a:lnTo>
                    <a:pt x="598618" y="1147732"/>
                  </a:lnTo>
                  <a:lnTo>
                    <a:pt x="615369" y="1109918"/>
                  </a:lnTo>
                  <a:lnTo>
                    <a:pt x="630997" y="1069392"/>
                  </a:lnTo>
                  <a:lnTo>
                    <a:pt x="645090" y="1025520"/>
                  </a:lnTo>
                  <a:lnTo>
                    <a:pt x="657236" y="977670"/>
                  </a:lnTo>
                  <a:lnTo>
                    <a:pt x="667020" y="925206"/>
                  </a:lnTo>
                  <a:lnTo>
                    <a:pt x="674031" y="867497"/>
                  </a:lnTo>
                  <a:lnTo>
                    <a:pt x="677856" y="803910"/>
                  </a:lnTo>
                  <a:lnTo>
                    <a:pt x="678440" y="767588"/>
                  </a:lnTo>
                  <a:lnTo>
                    <a:pt x="676440" y="704331"/>
                  </a:lnTo>
                  <a:lnTo>
                    <a:pt x="670832" y="647600"/>
                  </a:lnTo>
                  <a:lnTo>
                    <a:pt x="662170" y="596547"/>
                  </a:lnTo>
                  <a:lnTo>
                    <a:pt x="651010" y="550326"/>
                  </a:lnTo>
                  <a:lnTo>
                    <a:pt x="637907" y="508089"/>
                  </a:lnTo>
                  <a:lnTo>
                    <a:pt x="623416" y="468989"/>
                  </a:lnTo>
                  <a:lnTo>
                    <a:pt x="608092" y="432180"/>
                  </a:lnTo>
                  <a:lnTo>
                    <a:pt x="577168" y="362042"/>
                  </a:lnTo>
                  <a:lnTo>
                    <a:pt x="562678" y="327020"/>
                  </a:lnTo>
                  <a:lnTo>
                    <a:pt x="549576" y="290899"/>
                  </a:lnTo>
                  <a:lnTo>
                    <a:pt x="538417" y="252833"/>
                  </a:lnTo>
                  <a:lnTo>
                    <a:pt x="529757" y="211974"/>
                  </a:lnTo>
                  <a:lnTo>
                    <a:pt x="524151" y="167476"/>
                  </a:lnTo>
                  <a:lnTo>
                    <a:pt x="522154" y="118490"/>
                  </a:lnTo>
                  <a:lnTo>
                    <a:pt x="522709" y="91279"/>
                  </a:lnTo>
                  <a:lnTo>
                    <a:pt x="524444" y="62531"/>
                  </a:lnTo>
                  <a:lnTo>
                    <a:pt x="527435" y="32140"/>
                  </a:lnTo>
                  <a:lnTo>
                    <a:pt x="531755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" y="0"/>
              <a:ext cx="723265" cy="5143500"/>
            </a:xfrm>
            <a:custGeom>
              <a:avLst/>
              <a:gdLst/>
              <a:ahLst/>
              <a:cxnLst/>
              <a:rect l="l" t="t" r="r" b="b"/>
              <a:pathLst>
                <a:path w="723265" h="5143500">
                  <a:moveTo>
                    <a:pt x="459920" y="0"/>
                  </a:moveTo>
                  <a:lnTo>
                    <a:pt x="658" y="0"/>
                  </a:lnTo>
                  <a:lnTo>
                    <a:pt x="0" y="5143497"/>
                  </a:lnTo>
                  <a:lnTo>
                    <a:pt x="409933" y="5143497"/>
                  </a:lnTo>
                  <a:lnTo>
                    <a:pt x="416608" y="5113222"/>
                  </a:lnTo>
                  <a:lnTo>
                    <a:pt x="428225" y="5076521"/>
                  </a:lnTo>
                  <a:lnTo>
                    <a:pt x="458821" y="5009280"/>
                  </a:lnTo>
                  <a:lnTo>
                    <a:pt x="496793" y="4947325"/>
                  </a:lnTo>
                  <a:lnTo>
                    <a:pt x="561169" y="4856610"/>
                  </a:lnTo>
                  <a:lnTo>
                    <a:pt x="583142" y="4825207"/>
                  </a:lnTo>
                  <a:lnTo>
                    <a:pt x="604760" y="4792488"/>
                  </a:lnTo>
                  <a:lnTo>
                    <a:pt x="625659" y="4758014"/>
                  </a:lnTo>
                  <a:lnTo>
                    <a:pt x="645472" y="4721347"/>
                  </a:lnTo>
                  <a:lnTo>
                    <a:pt x="663832" y="4682046"/>
                  </a:lnTo>
                  <a:lnTo>
                    <a:pt x="680373" y="4639673"/>
                  </a:lnTo>
                  <a:lnTo>
                    <a:pt x="694730" y="4593787"/>
                  </a:lnTo>
                  <a:lnTo>
                    <a:pt x="706536" y="4543950"/>
                  </a:lnTo>
                  <a:lnTo>
                    <a:pt x="715424" y="4489722"/>
                  </a:lnTo>
                  <a:lnTo>
                    <a:pt x="721028" y="4430664"/>
                  </a:lnTo>
                  <a:lnTo>
                    <a:pt x="722983" y="4366336"/>
                  </a:lnTo>
                  <a:lnTo>
                    <a:pt x="722431" y="4330391"/>
                  </a:lnTo>
                  <a:lnTo>
                    <a:pt x="717809" y="4253543"/>
                  </a:lnTo>
                  <a:lnTo>
                    <a:pt x="713636" y="4212526"/>
                  </a:lnTo>
                  <a:lnTo>
                    <a:pt x="705111" y="4152364"/>
                  </a:lnTo>
                  <a:lnTo>
                    <a:pt x="694030" y="4096805"/>
                  </a:lnTo>
                  <a:lnTo>
                    <a:pt x="680652" y="4045478"/>
                  </a:lnTo>
                  <a:lnTo>
                    <a:pt x="665236" y="3998013"/>
                  </a:lnTo>
                  <a:lnTo>
                    <a:pt x="648042" y="3954039"/>
                  </a:lnTo>
                  <a:lnTo>
                    <a:pt x="629330" y="3913186"/>
                  </a:lnTo>
                  <a:lnTo>
                    <a:pt x="609359" y="3875083"/>
                  </a:lnTo>
                  <a:lnTo>
                    <a:pt x="588389" y="3839360"/>
                  </a:lnTo>
                  <a:lnTo>
                    <a:pt x="566679" y="3805646"/>
                  </a:lnTo>
                  <a:lnTo>
                    <a:pt x="544489" y="3773570"/>
                  </a:lnTo>
                  <a:lnTo>
                    <a:pt x="477634" y="3683469"/>
                  </a:lnTo>
                  <a:lnTo>
                    <a:pt x="456120" y="3654242"/>
                  </a:lnTo>
                  <a:lnTo>
                    <a:pt x="415803" y="3594774"/>
                  </a:lnTo>
                  <a:lnTo>
                    <a:pt x="380833" y="3531486"/>
                  </a:lnTo>
                  <a:lnTo>
                    <a:pt x="353288" y="3461411"/>
                  </a:lnTo>
                  <a:lnTo>
                    <a:pt x="342948" y="3422902"/>
                  </a:lnTo>
                  <a:lnTo>
                    <a:pt x="335243" y="3381585"/>
                  </a:lnTo>
                  <a:lnTo>
                    <a:pt x="330432" y="3337090"/>
                  </a:lnTo>
                  <a:lnTo>
                    <a:pt x="328775" y="3289046"/>
                  </a:lnTo>
                  <a:lnTo>
                    <a:pt x="329912" y="3247534"/>
                  </a:lnTo>
                  <a:lnTo>
                    <a:pt x="333393" y="3203273"/>
                  </a:lnTo>
                  <a:lnTo>
                    <a:pt x="339353" y="3156082"/>
                  </a:lnTo>
                  <a:lnTo>
                    <a:pt x="347926" y="3105785"/>
                  </a:lnTo>
                  <a:lnTo>
                    <a:pt x="359213" y="3044614"/>
                  </a:lnTo>
                  <a:lnTo>
                    <a:pt x="369236" y="2985412"/>
                  </a:lnTo>
                  <a:lnTo>
                    <a:pt x="378034" y="2928125"/>
                  </a:lnTo>
                  <a:lnTo>
                    <a:pt x="385649" y="2872700"/>
                  </a:lnTo>
                  <a:lnTo>
                    <a:pt x="392119" y="2819083"/>
                  </a:lnTo>
                  <a:lnTo>
                    <a:pt x="397485" y="2767221"/>
                  </a:lnTo>
                  <a:lnTo>
                    <a:pt x="401786" y="2717062"/>
                  </a:lnTo>
                  <a:lnTo>
                    <a:pt x="405064" y="2668551"/>
                  </a:lnTo>
                  <a:lnTo>
                    <a:pt x="407358" y="2621636"/>
                  </a:lnTo>
                  <a:lnTo>
                    <a:pt x="408708" y="2576263"/>
                  </a:lnTo>
                  <a:lnTo>
                    <a:pt x="409153" y="2532380"/>
                  </a:lnTo>
                  <a:lnTo>
                    <a:pt x="408089" y="2465315"/>
                  </a:lnTo>
                  <a:lnTo>
                    <a:pt x="404987" y="2401704"/>
                  </a:lnTo>
                  <a:lnTo>
                    <a:pt x="400010" y="2341333"/>
                  </a:lnTo>
                  <a:lnTo>
                    <a:pt x="393322" y="2283988"/>
                  </a:lnTo>
                  <a:lnTo>
                    <a:pt x="385086" y="2229456"/>
                  </a:lnTo>
                  <a:lnTo>
                    <a:pt x="375464" y="2177524"/>
                  </a:lnTo>
                  <a:lnTo>
                    <a:pt x="364620" y="2127977"/>
                  </a:lnTo>
                  <a:lnTo>
                    <a:pt x="352716" y="2080603"/>
                  </a:lnTo>
                  <a:lnTo>
                    <a:pt x="339916" y="2035189"/>
                  </a:lnTo>
                  <a:lnTo>
                    <a:pt x="326382" y="1991519"/>
                  </a:lnTo>
                  <a:lnTo>
                    <a:pt x="312278" y="1949382"/>
                  </a:lnTo>
                  <a:lnTo>
                    <a:pt x="297766" y="1908564"/>
                  </a:lnTo>
                  <a:lnTo>
                    <a:pt x="283009" y="1868851"/>
                  </a:lnTo>
                  <a:lnTo>
                    <a:pt x="268171" y="1830029"/>
                  </a:lnTo>
                  <a:lnTo>
                    <a:pt x="253415" y="1791886"/>
                  </a:lnTo>
                  <a:lnTo>
                    <a:pt x="238902" y="1754207"/>
                  </a:lnTo>
                  <a:lnTo>
                    <a:pt x="224797" y="1716780"/>
                  </a:lnTo>
                  <a:lnTo>
                    <a:pt x="211263" y="1679391"/>
                  </a:lnTo>
                  <a:lnTo>
                    <a:pt x="198461" y="1641826"/>
                  </a:lnTo>
                  <a:lnTo>
                    <a:pt x="186556" y="1603872"/>
                  </a:lnTo>
                  <a:lnTo>
                    <a:pt x="175711" y="1565316"/>
                  </a:lnTo>
                  <a:lnTo>
                    <a:pt x="166087" y="1525943"/>
                  </a:lnTo>
                  <a:lnTo>
                    <a:pt x="157849" y="1485541"/>
                  </a:lnTo>
                  <a:lnTo>
                    <a:pt x="151159" y="1443896"/>
                  </a:lnTo>
                  <a:lnTo>
                    <a:pt x="146180" y="1400795"/>
                  </a:lnTo>
                  <a:lnTo>
                    <a:pt x="143076" y="1356024"/>
                  </a:lnTo>
                  <a:lnTo>
                    <a:pt x="142009" y="1309370"/>
                  </a:lnTo>
                  <a:lnTo>
                    <a:pt x="142130" y="1293649"/>
                  </a:lnTo>
                  <a:lnTo>
                    <a:pt x="143964" y="1245108"/>
                  </a:lnTo>
                  <a:lnTo>
                    <a:pt x="147553" y="1194701"/>
                  </a:lnTo>
                  <a:lnTo>
                    <a:pt x="152094" y="1148051"/>
                  </a:lnTo>
                  <a:lnTo>
                    <a:pt x="157531" y="1104870"/>
                  </a:lnTo>
                  <a:lnTo>
                    <a:pt x="163811" y="1064869"/>
                  </a:lnTo>
                  <a:lnTo>
                    <a:pt x="178669" y="993252"/>
                  </a:lnTo>
                  <a:lnTo>
                    <a:pt x="196221" y="930892"/>
                  </a:lnTo>
                  <a:lnTo>
                    <a:pt x="216021" y="875480"/>
                  </a:lnTo>
                  <a:lnTo>
                    <a:pt x="237621" y="824707"/>
                  </a:lnTo>
                  <a:lnTo>
                    <a:pt x="260575" y="776264"/>
                  </a:lnTo>
                  <a:lnTo>
                    <a:pt x="284436" y="727842"/>
                  </a:lnTo>
                  <a:lnTo>
                    <a:pt x="296567" y="702918"/>
                  </a:lnTo>
                  <a:lnTo>
                    <a:pt x="320950" y="650200"/>
                  </a:lnTo>
                  <a:lnTo>
                    <a:pt x="345123" y="591731"/>
                  </a:lnTo>
                  <a:lnTo>
                    <a:pt x="368638" y="525202"/>
                  </a:lnTo>
                  <a:lnTo>
                    <a:pt x="380010" y="488194"/>
                  </a:lnTo>
                  <a:lnTo>
                    <a:pt x="391049" y="448305"/>
                  </a:lnTo>
                  <a:lnTo>
                    <a:pt x="401701" y="405246"/>
                  </a:lnTo>
                  <a:lnTo>
                    <a:pt x="411910" y="358730"/>
                  </a:lnTo>
                  <a:lnTo>
                    <a:pt x="421618" y="308468"/>
                  </a:lnTo>
                  <a:lnTo>
                    <a:pt x="430772" y="254170"/>
                  </a:lnTo>
                  <a:lnTo>
                    <a:pt x="439314" y="195548"/>
                  </a:lnTo>
                  <a:lnTo>
                    <a:pt x="447189" y="132315"/>
                  </a:lnTo>
                  <a:lnTo>
                    <a:pt x="454342" y="64180"/>
                  </a:lnTo>
                  <a:lnTo>
                    <a:pt x="459920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481934" y="3974124"/>
            <a:ext cx="2662555" cy="1169670"/>
            <a:chOff x="6481934" y="3974124"/>
            <a:chExt cx="2662555" cy="1169670"/>
          </a:xfrm>
        </p:grpSpPr>
        <p:sp>
          <p:nvSpPr>
            <p:cNvPr id="11" name="object 11"/>
            <p:cNvSpPr/>
            <p:nvPr/>
          </p:nvSpPr>
          <p:spPr>
            <a:xfrm>
              <a:off x="6745097" y="4191291"/>
              <a:ext cx="2399030" cy="899160"/>
            </a:xfrm>
            <a:custGeom>
              <a:avLst/>
              <a:gdLst/>
              <a:ahLst/>
              <a:cxnLst/>
              <a:rect l="l" t="t" r="r" b="b"/>
              <a:pathLst>
                <a:path w="2399029" h="899160">
                  <a:moveTo>
                    <a:pt x="629277" y="0"/>
                  </a:moveTo>
                  <a:lnTo>
                    <a:pt x="586358" y="1944"/>
                  </a:lnTo>
                  <a:lnTo>
                    <a:pt x="246137" y="158660"/>
                  </a:lnTo>
                  <a:lnTo>
                    <a:pt x="72199" y="465136"/>
                  </a:lnTo>
                  <a:lnTo>
                    <a:pt x="8751" y="764248"/>
                  </a:lnTo>
                  <a:lnTo>
                    <a:pt x="0" y="898868"/>
                  </a:lnTo>
                  <a:lnTo>
                    <a:pt x="2398902" y="898868"/>
                  </a:lnTo>
                  <a:lnTo>
                    <a:pt x="2398902" y="705501"/>
                  </a:lnTo>
                  <a:lnTo>
                    <a:pt x="2340768" y="523137"/>
                  </a:lnTo>
                  <a:lnTo>
                    <a:pt x="2159087" y="306771"/>
                  </a:lnTo>
                  <a:lnTo>
                    <a:pt x="1838198" y="296558"/>
                  </a:lnTo>
                  <a:lnTo>
                    <a:pt x="1783483" y="315846"/>
                  </a:lnTo>
                  <a:lnTo>
                    <a:pt x="1731864" y="332225"/>
                  </a:lnTo>
                  <a:lnTo>
                    <a:pt x="1683204" y="345818"/>
                  </a:lnTo>
                  <a:lnTo>
                    <a:pt x="1637364" y="356746"/>
                  </a:lnTo>
                  <a:lnTo>
                    <a:pt x="1594209" y="365130"/>
                  </a:lnTo>
                  <a:lnTo>
                    <a:pt x="1553599" y="371094"/>
                  </a:lnTo>
                  <a:lnTo>
                    <a:pt x="1515400" y="374757"/>
                  </a:lnTo>
                  <a:lnTo>
                    <a:pt x="1479472" y="376243"/>
                  </a:lnTo>
                  <a:lnTo>
                    <a:pt x="1445678" y="375673"/>
                  </a:lnTo>
                  <a:lnTo>
                    <a:pt x="1383945" y="368850"/>
                  </a:lnTo>
                  <a:lnTo>
                    <a:pt x="1329103" y="355264"/>
                  </a:lnTo>
                  <a:lnTo>
                    <a:pt x="1280053" y="335887"/>
                  </a:lnTo>
                  <a:lnTo>
                    <a:pt x="1235697" y="311693"/>
                  </a:lnTo>
                  <a:lnTo>
                    <a:pt x="1194935" y="283657"/>
                  </a:lnTo>
                  <a:lnTo>
                    <a:pt x="1156670" y="252752"/>
                  </a:lnTo>
                  <a:lnTo>
                    <a:pt x="1064721" y="169327"/>
                  </a:lnTo>
                  <a:lnTo>
                    <a:pt x="1045869" y="152560"/>
                  </a:lnTo>
                  <a:lnTo>
                    <a:pt x="1006605" y="119917"/>
                  </a:lnTo>
                  <a:lnTo>
                    <a:pt x="964346" y="89273"/>
                  </a:lnTo>
                  <a:lnTo>
                    <a:pt x="917992" y="61604"/>
                  </a:lnTo>
                  <a:lnTo>
                    <a:pt x="866445" y="37881"/>
                  </a:lnTo>
                  <a:lnTo>
                    <a:pt x="808606" y="19080"/>
                  </a:lnTo>
                  <a:lnTo>
                    <a:pt x="743378" y="6175"/>
                  </a:lnTo>
                  <a:lnTo>
                    <a:pt x="669662" y="138"/>
                  </a:lnTo>
                  <a:lnTo>
                    <a:pt x="62927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89274" y="3974124"/>
              <a:ext cx="1755139" cy="1169670"/>
            </a:xfrm>
            <a:custGeom>
              <a:avLst/>
              <a:gdLst/>
              <a:ahLst/>
              <a:cxnLst/>
              <a:rect l="l" t="t" r="r" b="b"/>
              <a:pathLst>
                <a:path w="1755140" h="1169670">
                  <a:moveTo>
                    <a:pt x="516108" y="587149"/>
                  </a:moveTo>
                  <a:lnTo>
                    <a:pt x="468914" y="589635"/>
                  </a:lnTo>
                  <a:lnTo>
                    <a:pt x="425360" y="596205"/>
                  </a:lnTo>
                  <a:lnTo>
                    <a:pt x="385235" y="606596"/>
                  </a:lnTo>
                  <a:lnTo>
                    <a:pt x="348327" y="620544"/>
                  </a:lnTo>
                  <a:lnTo>
                    <a:pt x="308475" y="641341"/>
                  </a:lnTo>
                  <a:lnTo>
                    <a:pt x="272503" y="666341"/>
                  </a:lnTo>
                  <a:lnTo>
                    <a:pt x="240058" y="695109"/>
                  </a:lnTo>
                  <a:lnTo>
                    <a:pt x="210787" y="727208"/>
                  </a:lnTo>
                  <a:lnTo>
                    <a:pt x="184337" y="762204"/>
                  </a:lnTo>
                  <a:lnTo>
                    <a:pt x="160354" y="799661"/>
                  </a:lnTo>
                  <a:lnTo>
                    <a:pt x="138485" y="839142"/>
                  </a:lnTo>
                  <a:lnTo>
                    <a:pt x="118377" y="880212"/>
                  </a:lnTo>
                  <a:lnTo>
                    <a:pt x="99676" y="922435"/>
                  </a:lnTo>
                  <a:lnTo>
                    <a:pt x="82030" y="965376"/>
                  </a:lnTo>
                  <a:lnTo>
                    <a:pt x="65038" y="1008721"/>
                  </a:lnTo>
                  <a:lnTo>
                    <a:pt x="48489" y="1051666"/>
                  </a:lnTo>
                  <a:lnTo>
                    <a:pt x="31886" y="1094144"/>
                  </a:lnTo>
                  <a:lnTo>
                    <a:pt x="14925" y="1135597"/>
                  </a:lnTo>
                  <a:lnTo>
                    <a:pt x="0" y="1169372"/>
                  </a:lnTo>
                  <a:lnTo>
                    <a:pt x="1391664" y="1169372"/>
                  </a:lnTo>
                  <a:lnTo>
                    <a:pt x="1754725" y="1008721"/>
                  </a:lnTo>
                  <a:lnTo>
                    <a:pt x="1754725" y="604134"/>
                  </a:lnTo>
                  <a:lnTo>
                    <a:pt x="731468" y="604134"/>
                  </a:lnTo>
                  <a:lnTo>
                    <a:pt x="680375" y="602393"/>
                  </a:lnTo>
                  <a:lnTo>
                    <a:pt x="567155" y="589008"/>
                  </a:lnTo>
                  <a:lnTo>
                    <a:pt x="516108" y="587149"/>
                  </a:lnTo>
                  <a:close/>
                </a:path>
                <a:path w="1755140" h="1169670">
                  <a:moveTo>
                    <a:pt x="1304356" y="0"/>
                  </a:moveTo>
                  <a:lnTo>
                    <a:pt x="1258657" y="6984"/>
                  </a:lnTo>
                  <a:lnTo>
                    <a:pt x="1210657" y="23466"/>
                  </a:lnTo>
                  <a:lnTo>
                    <a:pt x="1147833" y="59884"/>
                  </a:lnTo>
                  <a:lnTo>
                    <a:pt x="1114294" y="88657"/>
                  </a:lnTo>
                  <a:lnTo>
                    <a:pt x="1086498" y="120408"/>
                  </a:lnTo>
                  <a:lnTo>
                    <a:pt x="1063637" y="154609"/>
                  </a:lnTo>
                  <a:lnTo>
                    <a:pt x="1044905" y="190732"/>
                  </a:lnTo>
                  <a:lnTo>
                    <a:pt x="1029492" y="228248"/>
                  </a:lnTo>
                  <a:lnTo>
                    <a:pt x="1016592" y="266630"/>
                  </a:lnTo>
                  <a:lnTo>
                    <a:pt x="1005397" y="305348"/>
                  </a:lnTo>
                  <a:lnTo>
                    <a:pt x="995099" y="343876"/>
                  </a:lnTo>
                  <a:lnTo>
                    <a:pt x="984890" y="381684"/>
                  </a:lnTo>
                  <a:lnTo>
                    <a:pt x="973962" y="418244"/>
                  </a:lnTo>
                  <a:lnTo>
                    <a:pt x="946720" y="485508"/>
                  </a:lnTo>
                  <a:lnTo>
                    <a:pt x="906911" y="541443"/>
                  </a:lnTo>
                  <a:lnTo>
                    <a:pt x="848072" y="581822"/>
                  </a:lnTo>
                  <a:lnTo>
                    <a:pt x="776087" y="601051"/>
                  </a:lnTo>
                  <a:lnTo>
                    <a:pt x="731468" y="604134"/>
                  </a:lnTo>
                  <a:lnTo>
                    <a:pt x="1754725" y="604134"/>
                  </a:lnTo>
                  <a:lnTo>
                    <a:pt x="1754725" y="91125"/>
                  </a:lnTo>
                  <a:lnTo>
                    <a:pt x="1655102" y="91125"/>
                  </a:lnTo>
                  <a:lnTo>
                    <a:pt x="1618387" y="87200"/>
                  </a:lnTo>
                  <a:lnTo>
                    <a:pt x="1581715" y="77858"/>
                  </a:lnTo>
                  <a:lnTo>
                    <a:pt x="1544826" y="64757"/>
                  </a:lnTo>
                  <a:lnTo>
                    <a:pt x="1469357" y="33903"/>
                  </a:lnTo>
                  <a:lnTo>
                    <a:pt x="1430255" y="19466"/>
                  </a:lnTo>
                  <a:lnTo>
                    <a:pt x="1389895" y="7898"/>
                  </a:lnTo>
                  <a:lnTo>
                    <a:pt x="1348015" y="857"/>
                  </a:lnTo>
                  <a:lnTo>
                    <a:pt x="1304356" y="0"/>
                  </a:lnTo>
                  <a:close/>
                </a:path>
                <a:path w="1755140" h="1169670">
                  <a:moveTo>
                    <a:pt x="1754725" y="62558"/>
                  </a:moveTo>
                  <a:lnTo>
                    <a:pt x="1746738" y="67551"/>
                  </a:lnTo>
                  <a:lnTo>
                    <a:pt x="1729706" y="76095"/>
                  </a:lnTo>
                  <a:lnTo>
                    <a:pt x="1692122" y="87976"/>
                  </a:lnTo>
                  <a:lnTo>
                    <a:pt x="1655102" y="91125"/>
                  </a:lnTo>
                  <a:lnTo>
                    <a:pt x="1754725" y="91125"/>
                  </a:lnTo>
                  <a:lnTo>
                    <a:pt x="1754725" y="62558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81934" y="4569586"/>
              <a:ext cx="2662555" cy="574040"/>
            </a:xfrm>
            <a:custGeom>
              <a:avLst/>
              <a:gdLst/>
              <a:ahLst/>
              <a:cxnLst/>
              <a:rect l="l" t="t" r="r" b="b"/>
              <a:pathLst>
                <a:path w="2662554" h="574039">
                  <a:moveTo>
                    <a:pt x="449598" y="0"/>
                  </a:moveTo>
                  <a:lnTo>
                    <a:pt x="392384" y="2457"/>
                  </a:lnTo>
                  <a:lnTo>
                    <a:pt x="341648" y="11468"/>
                  </a:lnTo>
                  <a:lnTo>
                    <a:pt x="296784" y="26544"/>
                  </a:lnTo>
                  <a:lnTo>
                    <a:pt x="257494" y="47065"/>
                  </a:lnTo>
                  <a:lnTo>
                    <a:pt x="223259" y="72434"/>
                  </a:lnTo>
                  <a:lnTo>
                    <a:pt x="193556" y="102054"/>
                  </a:lnTo>
                  <a:lnTo>
                    <a:pt x="167865" y="135331"/>
                  </a:lnTo>
                  <a:lnTo>
                    <a:pt x="145666" y="171667"/>
                  </a:lnTo>
                  <a:lnTo>
                    <a:pt x="126435" y="210466"/>
                  </a:lnTo>
                  <a:lnTo>
                    <a:pt x="109654" y="251133"/>
                  </a:lnTo>
                  <a:lnTo>
                    <a:pt x="94800" y="293072"/>
                  </a:lnTo>
                  <a:lnTo>
                    <a:pt x="81354" y="335686"/>
                  </a:lnTo>
                  <a:lnTo>
                    <a:pt x="68792" y="378378"/>
                  </a:lnTo>
                  <a:lnTo>
                    <a:pt x="56596" y="420555"/>
                  </a:lnTo>
                  <a:lnTo>
                    <a:pt x="44242" y="461618"/>
                  </a:lnTo>
                  <a:lnTo>
                    <a:pt x="31212" y="500972"/>
                  </a:lnTo>
                  <a:lnTo>
                    <a:pt x="16983" y="538020"/>
                  </a:lnTo>
                  <a:lnTo>
                    <a:pt x="1034" y="572168"/>
                  </a:lnTo>
                  <a:lnTo>
                    <a:pt x="0" y="573911"/>
                  </a:lnTo>
                  <a:lnTo>
                    <a:pt x="2662065" y="573911"/>
                  </a:lnTo>
                  <a:lnTo>
                    <a:pt x="2662065" y="463439"/>
                  </a:lnTo>
                  <a:lnTo>
                    <a:pt x="1196914" y="463439"/>
                  </a:lnTo>
                  <a:lnTo>
                    <a:pt x="1163503" y="463014"/>
                  </a:lnTo>
                  <a:lnTo>
                    <a:pt x="1099658" y="445916"/>
                  </a:lnTo>
                  <a:lnTo>
                    <a:pt x="1038680" y="410786"/>
                  </a:lnTo>
                  <a:lnTo>
                    <a:pt x="979250" y="361983"/>
                  </a:lnTo>
                  <a:lnTo>
                    <a:pt x="949703" y="333815"/>
                  </a:lnTo>
                  <a:lnTo>
                    <a:pt x="920047" y="303864"/>
                  </a:lnTo>
                  <a:lnTo>
                    <a:pt x="859752" y="240787"/>
                  </a:lnTo>
                  <a:lnTo>
                    <a:pt x="828782" y="208751"/>
                  </a:lnTo>
                  <a:lnTo>
                    <a:pt x="797044" y="177111"/>
                  </a:lnTo>
                  <a:lnTo>
                    <a:pt x="764372" y="146410"/>
                  </a:lnTo>
                  <a:lnTo>
                    <a:pt x="730602" y="117193"/>
                  </a:lnTo>
                  <a:lnTo>
                    <a:pt x="695569" y="90006"/>
                  </a:lnTo>
                  <a:lnTo>
                    <a:pt x="659107" y="65392"/>
                  </a:lnTo>
                  <a:lnTo>
                    <a:pt x="621052" y="43897"/>
                  </a:lnTo>
                  <a:lnTo>
                    <a:pt x="581239" y="26066"/>
                  </a:lnTo>
                  <a:lnTo>
                    <a:pt x="539502" y="12442"/>
                  </a:lnTo>
                  <a:lnTo>
                    <a:pt x="495677" y="3572"/>
                  </a:lnTo>
                  <a:lnTo>
                    <a:pt x="449598" y="0"/>
                  </a:lnTo>
                  <a:close/>
                </a:path>
                <a:path w="2662554" h="574039">
                  <a:moveTo>
                    <a:pt x="1865885" y="180783"/>
                  </a:moveTo>
                  <a:lnTo>
                    <a:pt x="1816220" y="181906"/>
                  </a:lnTo>
                  <a:lnTo>
                    <a:pt x="1764621" y="187791"/>
                  </a:lnTo>
                  <a:lnTo>
                    <a:pt x="1710962" y="198920"/>
                  </a:lnTo>
                  <a:lnTo>
                    <a:pt x="1670216" y="210705"/>
                  </a:lnTo>
                  <a:lnTo>
                    <a:pt x="1628241" y="225766"/>
                  </a:lnTo>
                  <a:lnTo>
                    <a:pt x="1584986" y="244293"/>
                  </a:lnTo>
                  <a:lnTo>
                    <a:pt x="1540401" y="266476"/>
                  </a:lnTo>
                  <a:lnTo>
                    <a:pt x="1494434" y="292503"/>
                  </a:lnTo>
                  <a:lnTo>
                    <a:pt x="1447036" y="322565"/>
                  </a:lnTo>
                  <a:lnTo>
                    <a:pt x="1398156" y="356852"/>
                  </a:lnTo>
                  <a:lnTo>
                    <a:pt x="1347742" y="395554"/>
                  </a:lnTo>
                  <a:lnTo>
                    <a:pt x="1317155" y="417932"/>
                  </a:lnTo>
                  <a:lnTo>
                    <a:pt x="1287639" y="435589"/>
                  </a:lnTo>
                  <a:lnTo>
                    <a:pt x="1259124" y="448769"/>
                  </a:lnTo>
                  <a:lnTo>
                    <a:pt x="1231537" y="457721"/>
                  </a:lnTo>
                  <a:lnTo>
                    <a:pt x="1196914" y="463439"/>
                  </a:lnTo>
                  <a:lnTo>
                    <a:pt x="2662065" y="463439"/>
                  </a:lnTo>
                  <a:lnTo>
                    <a:pt x="2662065" y="425794"/>
                  </a:lnTo>
                  <a:lnTo>
                    <a:pt x="2573250" y="425794"/>
                  </a:lnTo>
                  <a:lnTo>
                    <a:pt x="2536782" y="423566"/>
                  </a:lnTo>
                  <a:lnTo>
                    <a:pt x="2464743" y="407866"/>
                  </a:lnTo>
                  <a:lnTo>
                    <a:pt x="2393058" y="380387"/>
                  </a:lnTo>
                  <a:lnTo>
                    <a:pt x="2357032" y="363435"/>
                  </a:lnTo>
                  <a:lnTo>
                    <a:pt x="2320715" y="344982"/>
                  </a:lnTo>
                  <a:lnTo>
                    <a:pt x="2208755" y="285443"/>
                  </a:lnTo>
                  <a:lnTo>
                    <a:pt x="2170010" y="265808"/>
                  </a:lnTo>
                  <a:lnTo>
                    <a:pt x="2130343" y="247082"/>
                  </a:lnTo>
                  <a:lnTo>
                    <a:pt x="2089627" y="229746"/>
                  </a:lnTo>
                  <a:lnTo>
                    <a:pt x="2047735" y="214283"/>
                  </a:lnTo>
                  <a:lnTo>
                    <a:pt x="2004542" y="201173"/>
                  </a:lnTo>
                  <a:lnTo>
                    <a:pt x="1959920" y="190899"/>
                  </a:lnTo>
                  <a:lnTo>
                    <a:pt x="1913743" y="183941"/>
                  </a:lnTo>
                  <a:lnTo>
                    <a:pt x="1865885" y="180783"/>
                  </a:lnTo>
                  <a:close/>
                </a:path>
                <a:path w="2662554" h="574039">
                  <a:moveTo>
                    <a:pt x="2662065" y="412536"/>
                  </a:moveTo>
                  <a:lnTo>
                    <a:pt x="2658313" y="413706"/>
                  </a:lnTo>
                  <a:lnTo>
                    <a:pt x="2647714" y="416598"/>
                  </a:lnTo>
                  <a:lnTo>
                    <a:pt x="2610185" y="423632"/>
                  </a:lnTo>
                  <a:lnTo>
                    <a:pt x="2573250" y="425794"/>
                  </a:lnTo>
                  <a:lnTo>
                    <a:pt x="2662065" y="425794"/>
                  </a:lnTo>
                  <a:lnTo>
                    <a:pt x="2662065" y="41253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660" y="362711"/>
            <a:ext cx="163068" cy="16459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536" y="3116579"/>
            <a:ext cx="99059" cy="9905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4840" y="1411224"/>
            <a:ext cx="99059" cy="9753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2291" y="4651247"/>
            <a:ext cx="163067" cy="16306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76716" y="3828288"/>
            <a:ext cx="163067" cy="16306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58583" y="188976"/>
            <a:ext cx="99060" cy="9906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77100" y="4337303"/>
            <a:ext cx="99059" cy="9905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14588" y="856488"/>
            <a:ext cx="163067" cy="164591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2497073" y="217170"/>
            <a:ext cx="4150360" cy="2277110"/>
            <a:chOff x="2497073" y="217170"/>
            <a:chExt cx="4150360" cy="2277110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16123" y="236220"/>
              <a:ext cx="4094461" cy="223521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506598" y="226695"/>
              <a:ext cx="4131310" cy="2258060"/>
            </a:xfrm>
            <a:custGeom>
              <a:avLst/>
              <a:gdLst/>
              <a:ahLst/>
              <a:cxnLst/>
              <a:rect l="l" t="t" r="r" b="b"/>
              <a:pathLst>
                <a:path w="4131309" h="2258060">
                  <a:moveTo>
                    <a:pt x="0" y="2257805"/>
                  </a:moveTo>
                  <a:lnTo>
                    <a:pt x="4130802" y="2257805"/>
                  </a:lnTo>
                  <a:lnTo>
                    <a:pt x="4130802" y="0"/>
                  </a:lnTo>
                  <a:lnTo>
                    <a:pt x="0" y="0"/>
                  </a:lnTo>
                  <a:lnTo>
                    <a:pt x="0" y="225780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380488" y="2581655"/>
            <a:ext cx="4383023" cy="2417064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2370963" y="2572130"/>
            <a:ext cx="4402455" cy="2436495"/>
          </a:xfrm>
          <a:custGeom>
            <a:avLst/>
            <a:gdLst/>
            <a:ahLst/>
            <a:cxnLst/>
            <a:rect l="l" t="t" r="r" b="b"/>
            <a:pathLst>
              <a:path w="4402455" h="2436495">
                <a:moveTo>
                  <a:pt x="0" y="2436114"/>
                </a:moveTo>
                <a:lnTo>
                  <a:pt x="4402073" y="2436114"/>
                </a:lnTo>
                <a:lnTo>
                  <a:pt x="4402073" y="0"/>
                </a:lnTo>
                <a:lnTo>
                  <a:pt x="0" y="0"/>
                </a:lnTo>
                <a:lnTo>
                  <a:pt x="0" y="2436114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269490" cy="1068705"/>
            <a:chOff x="0" y="0"/>
            <a:chExt cx="2269490" cy="106870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044064" cy="852169"/>
            </a:xfrm>
            <a:custGeom>
              <a:avLst/>
              <a:gdLst/>
              <a:ahLst/>
              <a:cxnLst/>
              <a:rect l="l" t="t" r="r" b="b"/>
              <a:pathLst>
                <a:path w="2044064" h="852169">
                  <a:moveTo>
                    <a:pt x="1924106" y="475404"/>
                  </a:moveTo>
                  <a:lnTo>
                    <a:pt x="566463" y="475404"/>
                  </a:lnTo>
                  <a:lnTo>
                    <a:pt x="600278" y="475972"/>
                  </a:lnTo>
                  <a:lnTo>
                    <a:pt x="632095" y="478474"/>
                  </a:lnTo>
                  <a:lnTo>
                    <a:pt x="690283" y="488797"/>
                  </a:lnTo>
                  <a:lnTo>
                    <a:pt x="742125" y="505396"/>
                  </a:lnTo>
                  <a:lnTo>
                    <a:pt x="788722" y="527300"/>
                  </a:lnTo>
                  <a:lnTo>
                    <a:pt x="831173" y="553534"/>
                  </a:lnTo>
                  <a:lnTo>
                    <a:pt x="870575" y="583124"/>
                  </a:lnTo>
                  <a:lnTo>
                    <a:pt x="908029" y="615096"/>
                  </a:lnTo>
                  <a:lnTo>
                    <a:pt x="962960" y="665390"/>
                  </a:lnTo>
                  <a:lnTo>
                    <a:pt x="981487" y="682290"/>
                  </a:lnTo>
                  <a:lnTo>
                    <a:pt x="1019689" y="715565"/>
                  </a:lnTo>
                  <a:lnTo>
                    <a:pt x="1060338" y="747327"/>
                  </a:lnTo>
                  <a:lnTo>
                    <a:pt x="1104534" y="776602"/>
                  </a:lnTo>
                  <a:lnTo>
                    <a:pt x="1153375" y="802415"/>
                  </a:lnTo>
                  <a:lnTo>
                    <a:pt x="1207961" y="823793"/>
                  </a:lnTo>
                  <a:lnTo>
                    <a:pt x="1269391" y="839762"/>
                  </a:lnTo>
                  <a:lnTo>
                    <a:pt x="1338763" y="849348"/>
                  </a:lnTo>
                  <a:lnTo>
                    <a:pt x="1417177" y="851578"/>
                  </a:lnTo>
                  <a:lnTo>
                    <a:pt x="1460119" y="849629"/>
                  </a:lnTo>
                  <a:lnTo>
                    <a:pt x="1800560" y="692937"/>
                  </a:lnTo>
                  <a:lnTo>
                    <a:pt x="1924106" y="475404"/>
                  </a:lnTo>
                  <a:close/>
                </a:path>
                <a:path w="2044064" h="852169">
                  <a:moveTo>
                    <a:pt x="2043785" y="0"/>
                  </a:moveTo>
                  <a:lnTo>
                    <a:pt x="0" y="0"/>
                  </a:lnTo>
                  <a:lnTo>
                    <a:pt x="0" y="548479"/>
                  </a:lnTo>
                  <a:lnTo>
                    <a:pt x="207518" y="555116"/>
                  </a:lnTo>
                  <a:lnTo>
                    <a:pt x="262265" y="535825"/>
                  </a:lnTo>
                  <a:lnTo>
                    <a:pt x="313915" y="519441"/>
                  </a:lnTo>
                  <a:lnTo>
                    <a:pt x="362605" y="505845"/>
                  </a:lnTo>
                  <a:lnTo>
                    <a:pt x="408472" y="494914"/>
                  </a:lnTo>
                  <a:lnTo>
                    <a:pt x="451655" y="486526"/>
                  </a:lnTo>
                  <a:lnTo>
                    <a:pt x="492289" y="480559"/>
                  </a:lnTo>
                  <a:lnTo>
                    <a:pt x="530513" y="476892"/>
                  </a:lnTo>
                  <a:lnTo>
                    <a:pt x="566463" y="475404"/>
                  </a:lnTo>
                  <a:lnTo>
                    <a:pt x="1924106" y="475404"/>
                  </a:lnTo>
                  <a:lnTo>
                    <a:pt x="1974611" y="386476"/>
                  </a:lnTo>
                  <a:lnTo>
                    <a:pt x="2038101" y="87374"/>
                  </a:lnTo>
                  <a:lnTo>
                    <a:pt x="204378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360805" cy="1068705"/>
            </a:xfrm>
            <a:custGeom>
              <a:avLst/>
              <a:gdLst/>
              <a:ahLst/>
              <a:cxnLst/>
              <a:rect l="l" t="t" r="r" b="b"/>
              <a:pathLst>
                <a:path w="1360805" h="1068705">
                  <a:moveTo>
                    <a:pt x="1360218" y="0"/>
                  </a:moveTo>
                  <a:lnTo>
                    <a:pt x="0" y="0"/>
                  </a:lnTo>
                  <a:lnTo>
                    <a:pt x="0" y="1057173"/>
                  </a:lnTo>
                  <a:lnTo>
                    <a:pt x="12139" y="1060651"/>
                  </a:lnTo>
                  <a:lnTo>
                    <a:pt x="54015" y="1067687"/>
                  </a:lnTo>
                  <a:lnTo>
                    <a:pt x="97671" y="1068541"/>
                  </a:lnTo>
                  <a:lnTo>
                    <a:pt x="143367" y="1061559"/>
                  </a:lnTo>
                  <a:lnTo>
                    <a:pt x="191363" y="1045083"/>
                  </a:lnTo>
                  <a:lnTo>
                    <a:pt x="254258" y="1008647"/>
                  </a:lnTo>
                  <a:lnTo>
                    <a:pt x="287804" y="979881"/>
                  </a:lnTo>
                  <a:lnTo>
                    <a:pt x="315604" y="948138"/>
                  </a:lnTo>
                  <a:lnTo>
                    <a:pt x="338468" y="913944"/>
                  </a:lnTo>
                  <a:lnTo>
                    <a:pt x="357201" y="877829"/>
                  </a:lnTo>
                  <a:lnTo>
                    <a:pt x="372614" y="840321"/>
                  </a:lnTo>
                  <a:lnTo>
                    <a:pt x="385512" y="801946"/>
                  </a:lnTo>
                  <a:lnTo>
                    <a:pt x="396705" y="763235"/>
                  </a:lnTo>
                  <a:lnTo>
                    <a:pt x="407001" y="724714"/>
                  </a:lnTo>
                  <a:lnTo>
                    <a:pt x="417207" y="686913"/>
                  </a:lnTo>
                  <a:lnTo>
                    <a:pt x="428130" y="650358"/>
                  </a:lnTo>
                  <a:lnTo>
                    <a:pt x="455364" y="583102"/>
                  </a:lnTo>
                  <a:lnTo>
                    <a:pt x="495166" y="527171"/>
                  </a:lnTo>
                  <a:lnTo>
                    <a:pt x="553999" y="486790"/>
                  </a:lnTo>
                  <a:lnTo>
                    <a:pt x="625972" y="467533"/>
                  </a:lnTo>
                  <a:lnTo>
                    <a:pt x="670590" y="464443"/>
                  </a:lnTo>
                  <a:lnTo>
                    <a:pt x="1007354" y="464443"/>
                  </a:lnTo>
                  <a:lnTo>
                    <a:pt x="1016819" y="461991"/>
                  </a:lnTo>
                  <a:lnTo>
                    <a:pt x="1053706" y="448055"/>
                  </a:lnTo>
                  <a:lnTo>
                    <a:pt x="1093575" y="427261"/>
                  </a:lnTo>
                  <a:lnTo>
                    <a:pt x="1129562" y="402262"/>
                  </a:lnTo>
                  <a:lnTo>
                    <a:pt x="1162018" y="373495"/>
                  </a:lnTo>
                  <a:lnTo>
                    <a:pt x="1191298" y="341396"/>
                  </a:lnTo>
                  <a:lnTo>
                    <a:pt x="1217755" y="306400"/>
                  </a:lnTo>
                  <a:lnTo>
                    <a:pt x="1241742" y="268944"/>
                  </a:lnTo>
                  <a:lnTo>
                    <a:pt x="1263613" y="229463"/>
                  </a:lnTo>
                  <a:lnTo>
                    <a:pt x="1283722" y="188393"/>
                  </a:lnTo>
                  <a:lnTo>
                    <a:pt x="1302421" y="146170"/>
                  </a:lnTo>
                  <a:lnTo>
                    <a:pt x="1320065" y="103229"/>
                  </a:lnTo>
                  <a:lnTo>
                    <a:pt x="1337006" y="60007"/>
                  </a:lnTo>
                  <a:lnTo>
                    <a:pt x="1353599" y="16939"/>
                  </a:lnTo>
                  <a:lnTo>
                    <a:pt x="1360218" y="0"/>
                  </a:lnTo>
                  <a:close/>
                </a:path>
                <a:path w="1360805" h="1068705">
                  <a:moveTo>
                    <a:pt x="1007354" y="464443"/>
                  </a:moveTo>
                  <a:lnTo>
                    <a:pt x="670590" y="464443"/>
                  </a:lnTo>
                  <a:lnTo>
                    <a:pt x="721680" y="466174"/>
                  </a:lnTo>
                  <a:lnTo>
                    <a:pt x="834906" y="479564"/>
                  </a:lnTo>
                  <a:lnTo>
                    <a:pt x="885962" y="481433"/>
                  </a:lnTo>
                  <a:lnTo>
                    <a:pt x="933159" y="478948"/>
                  </a:lnTo>
                  <a:lnTo>
                    <a:pt x="976708" y="472378"/>
                  </a:lnTo>
                  <a:lnTo>
                    <a:pt x="1007354" y="464443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2269490" cy="473075"/>
            </a:xfrm>
            <a:custGeom>
              <a:avLst/>
              <a:gdLst/>
              <a:ahLst/>
              <a:cxnLst/>
              <a:rect l="l" t="t" r="r" b="b"/>
              <a:pathLst>
                <a:path w="2269490" h="473075">
                  <a:moveTo>
                    <a:pt x="2265747" y="9657"/>
                  </a:moveTo>
                  <a:lnTo>
                    <a:pt x="1112543" y="9657"/>
                  </a:lnTo>
                  <a:lnTo>
                    <a:pt x="1145961" y="10087"/>
                  </a:lnTo>
                  <a:lnTo>
                    <a:pt x="1178331" y="16114"/>
                  </a:lnTo>
                  <a:lnTo>
                    <a:pt x="1240588" y="42776"/>
                  </a:lnTo>
                  <a:lnTo>
                    <a:pt x="1300634" y="85286"/>
                  </a:lnTo>
                  <a:lnTo>
                    <a:pt x="1330240" y="111123"/>
                  </a:lnTo>
                  <a:lnTo>
                    <a:pt x="1359788" y="139288"/>
                  </a:lnTo>
                  <a:lnTo>
                    <a:pt x="1389443" y="169236"/>
                  </a:lnTo>
                  <a:lnTo>
                    <a:pt x="1449736" y="232306"/>
                  </a:lnTo>
                  <a:lnTo>
                    <a:pt x="1480702" y="264338"/>
                  </a:lnTo>
                  <a:lnTo>
                    <a:pt x="1512436" y="295974"/>
                  </a:lnTo>
                  <a:lnTo>
                    <a:pt x="1545103" y="326672"/>
                  </a:lnTo>
                  <a:lnTo>
                    <a:pt x="1578866" y="355885"/>
                  </a:lnTo>
                  <a:lnTo>
                    <a:pt x="1613891" y="383069"/>
                  </a:lnTo>
                  <a:lnTo>
                    <a:pt x="1650344" y="407681"/>
                  </a:lnTo>
                  <a:lnTo>
                    <a:pt x="1688388" y="429174"/>
                  </a:lnTo>
                  <a:lnTo>
                    <a:pt x="1728190" y="447004"/>
                  </a:lnTo>
                  <a:lnTo>
                    <a:pt x="1769914" y="460628"/>
                  </a:lnTo>
                  <a:lnTo>
                    <a:pt x="1813725" y="469499"/>
                  </a:lnTo>
                  <a:lnTo>
                    <a:pt x="1859788" y="473075"/>
                  </a:lnTo>
                  <a:lnTo>
                    <a:pt x="1889281" y="472753"/>
                  </a:lnTo>
                  <a:lnTo>
                    <a:pt x="1943173" y="466967"/>
                  </a:lnTo>
                  <a:lnTo>
                    <a:pt x="2012602" y="446571"/>
                  </a:lnTo>
                  <a:lnTo>
                    <a:pt x="2051891" y="426053"/>
                  </a:lnTo>
                  <a:lnTo>
                    <a:pt x="2086127" y="400686"/>
                  </a:lnTo>
                  <a:lnTo>
                    <a:pt x="2115829" y="371067"/>
                  </a:lnTo>
                  <a:lnTo>
                    <a:pt x="2141520" y="337791"/>
                  </a:lnTo>
                  <a:lnTo>
                    <a:pt x="2163720" y="301454"/>
                  </a:lnTo>
                  <a:lnTo>
                    <a:pt x="2182950" y="262653"/>
                  </a:lnTo>
                  <a:lnTo>
                    <a:pt x="2199731" y="221984"/>
                  </a:lnTo>
                  <a:lnTo>
                    <a:pt x="2214585" y="180043"/>
                  </a:lnTo>
                  <a:lnTo>
                    <a:pt x="2228032" y="137425"/>
                  </a:lnTo>
                  <a:lnTo>
                    <a:pt x="2240593" y="94729"/>
                  </a:lnTo>
                  <a:lnTo>
                    <a:pt x="2252790" y="52548"/>
                  </a:lnTo>
                  <a:lnTo>
                    <a:pt x="2265143" y="11480"/>
                  </a:lnTo>
                  <a:lnTo>
                    <a:pt x="2265747" y="9657"/>
                  </a:lnTo>
                  <a:close/>
                </a:path>
                <a:path w="2269490" h="473075">
                  <a:moveTo>
                    <a:pt x="2268944" y="0"/>
                  </a:moveTo>
                  <a:lnTo>
                    <a:pt x="0" y="0"/>
                  </a:lnTo>
                  <a:lnTo>
                    <a:pt x="0" y="134149"/>
                  </a:lnTo>
                  <a:lnTo>
                    <a:pt x="100650" y="187696"/>
                  </a:lnTo>
                  <a:lnTo>
                    <a:pt x="139391" y="207329"/>
                  </a:lnTo>
                  <a:lnTo>
                    <a:pt x="179054" y="226054"/>
                  </a:lnTo>
                  <a:lnTo>
                    <a:pt x="219765" y="243388"/>
                  </a:lnTo>
                  <a:lnTo>
                    <a:pt x="261652" y="258850"/>
                  </a:lnTo>
                  <a:lnTo>
                    <a:pt x="304840" y="271957"/>
                  </a:lnTo>
                  <a:lnTo>
                    <a:pt x="349456" y="282229"/>
                  </a:lnTo>
                  <a:lnTo>
                    <a:pt x="395627" y="289183"/>
                  </a:lnTo>
                  <a:lnTo>
                    <a:pt x="443479" y="292338"/>
                  </a:lnTo>
                  <a:lnTo>
                    <a:pt x="493138" y="291213"/>
                  </a:lnTo>
                  <a:lnTo>
                    <a:pt x="544731" y="285325"/>
                  </a:lnTo>
                  <a:lnTo>
                    <a:pt x="598385" y="274192"/>
                  </a:lnTo>
                  <a:lnTo>
                    <a:pt x="639145" y="262422"/>
                  </a:lnTo>
                  <a:lnTo>
                    <a:pt x="681134" y="247368"/>
                  </a:lnTo>
                  <a:lnTo>
                    <a:pt x="724400" y="228843"/>
                  </a:lnTo>
                  <a:lnTo>
                    <a:pt x="768996" y="206660"/>
                  </a:lnTo>
                  <a:lnTo>
                    <a:pt x="814969" y="180632"/>
                  </a:lnTo>
                  <a:lnTo>
                    <a:pt x="862370" y="150570"/>
                  </a:lnTo>
                  <a:lnTo>
                    <a:pt x="911249" y="116287"/>
                  </a:lnTo>
                  <a:lnTo>
                    <a:pt x="961656" y="77597"/>
                  </a:lnTo>
                  <a:lnTo>
                    <a:pt x="992223" y="55193"/>
                  </a:lnTo>
                  <a:lnTo>
                    <a:pt x="1021737" y="37528"/>
                  </a:lnTo>
                  <a:lnTo>
                    <a:pt x="1050274" y="24340"/>
                  </a:lnTo>
                  <a:lnTo>
                    <a:pt x="1077912" y="15366"/>
                  </a:lnTo>
                  <a:lnTo>
                    <a:pt x="1112543" y="9657"/>
                  </a:lnTo>
                  <a:lnTo>
                    <a:pt x="2265747" y="9657"/>
                  </a:lnTo>
                  <a:lnTo>
                    <a:pt x="2268944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4610" y="253222"/>
            <a:ext cx="160734" cy="1608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1367" y="962310"/>
            <a:ext cx="96964" cy="9685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84038" y="524160"/>
            <a:ext cx="96964" cy="969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4019" y="788400"/>
            <a:ext cx="160797" cy="16082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652238" y="423576"/>
            <a:ext cx="5781071" cy="2791809"/>
            <a:chOff x="1710689" y="482345"/>
            <a:chExt cx="5722620" cy="273304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29739" y="501395"/>
              <a:ext cx="5684520" cy="269443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20214" y="491870"/>
              <a:ext cx="5703570" cy="2713990"/>
            </a:xfrm>
            <a:custGeom>
              <a:avLst/>
              <a:gdLst/>
              <a:ahLst/>
              <a:cxnLst/>
              <a:rect l="l" t="t" r="r" b="b"/>
              <a:pathLst>
                <a:path w="5703570" h="2713990">
                  <a:moveTo>
                    <a:pt x="0" y="2713481"/>
                  </a:moveTo>
                  <a:lnTo>
                    <a:pt x="5703570" y="2713481"/>
                  </a:lnTo>
                  <a:lnTo>
                    <a:pt x="5703570" y="0"/>
                  </a:lnTo>
                  <a:lnTo>
                    <a:pt x="0" y="0"/>
                  </a:lnTo>
                  <a:lnTo>
                    <a:pt x="0" y="2713481"/>
                  </a:lnTo>
                  <a:close/>
                </a:path>
              </a:pathLst>
            </a:custGeom>
            <a:ln w="19050">
              <a:solidFill>
                <a:srgbClr val="80C8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642865" y="3275838"/>
            <a:ext cx="2790825" cy="1743710"/>
            <a:chOff x="4642865" y="3275838"/>
            <a:chExt cx="2790825" cy="174371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61915" y="3294888"/>
              <a:ext cx="2752343" cy="170535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52390" y="3285363"/>
              <a:ext cx="2771775" cy="1724660"/>
            </a:xfrm>
            <a:custGeom>
              <a:avLst/>
              <a:gdLst/>
              <a:ahLst/>
              <a:cxnLst/>
              <a:rect l="l" t="t" r="r" b="b"/>
              <a:pathLst>
                <a:path w="2771775" h="1724660">
                  <a:moveTo>
                    <a:pt x="0" y="1724406"/>
                  </a:moveTo>
                  <a:lnTo>
                    <a:pt x="2771393" y="1724406"/>
                  </a:lnTo>
                  <a:lnTo>
                    <a:pt x="2771393" y="0"/>
                  </a:lnTo>
                  <a:lnTo>
                    <a:pt x="0" y="0"/>
                  </a:lnTo>
                  <a:lnTo>
                    <a:pt x="0" y="1724406"/>
                  </a:lnTo>
                  <a:close/>
                </a:path>
              </a:pathLst>
            </a:custGeom>
            <a:ln w="19050">
              <a:solidFill>
                <a:srgbClr val="80C8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710689" y="3275838"/>
            <a:ext cx="2790825" cy="1743710"/>
            <a:chOff x="1710689" y="3275838"/>
            <a:chExt cx="2790825" cy="1743710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9739" y="3294888"/>
              <a:ext cx="2752343" cy="170535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720214" y="3285363"/>
              <a:ext cx="2771775" cy="1724660"/>
            </a:xfrm>
            <a:custGeom>
              <a:avLst/>
              <a:gdLst/>
              <a:ahLst/>
              <a:cxnLst/>
              <a:rect l="l" t="t" r="r" b="b"/>
              <a:pathLst>
                <a:path w="2771775" h="1724660">
                  <a:moveTo>
                    <a:pt x="0" y="1724406"/>
                  </a:moveTo>
                  <a:lnTo>
                    <a:pt x="2771393" y="1724406"/>
                  </a:lnTo>
                  <a:lnTo>
                    <a:pt x="2771393" y="0"/>
                  </a:lnTo>
                  <a:lnTo>
                    <a:pt x="0" y="0"/>
                  </a:lnTo>
                  <a:lnTo>
                    <a:pt x="0" y="1724406"/>
                  </a:lnTo>
                  <a:close/>
                </a:path>
              </a:pathLst>
            </a:custGeom>
            <a:ln w="19050">
              <a:solidFill>
                <a:srgbClr val="80C8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45458" y="0"/>
            <a:ext cx="2799080" cy="1526540"/>
            <a:chOff x="6345458" y="0"/>
            <a:chExt cx="2799080" cy="1526540"/>
          </a:xfrm>
        </p:grpSpPr>
        <p:sp>
          <p:nvSpPr>
            <p:cNvPr id="3" name="object 3"/>
            <p:cNvSpPr/>
            <p:nvPr/>
          </p:nvSpPr>
          <p:spPr>
            <a:xfrm>
              <a:off x="6345458" y="0"/>
              <a:ext cx="2799080" cy="1526540"/>
            </a:xfrm>
            <a:custGeom>
              <a:avLst/>
              <a:gdLst/>
              <a:ahLst/>
              <a:cxnLst/>
              <a:rect l="l" t="t" r="r" b="b"/>
              <a:pathLst>
                <a:path w="2799079" h="1526540">
                  <a:moveTo>
                    <a:pt x="2798542" y="532002"/>
                  </a:moveTo>
                  <a:lnTo>
                    <a:pt x="1823182" y="532002"/>
                  </a:lnTo>
                  <a:lnTo>
                    <a:pt x="1862744" y="534384"/>
                  </a:lnTo>
                  <a:lnTo>
                    <a:pt x="1901842" y="541527"/>
                  </a:lnTo>
                  <a:lnTo>
                    <a:pt x="1939964" y="553434"/>
                  </a:lnTo>
                  <a:lnTo>
                    <a:pt x="1976598" y="570102"/>
                  </a:lnTo>
                  <a:lnTo>
                    <a:pt x="2016767" y="596534"/>
                  </a:lnTo>
                  <a:lnTo>
                    <a:pt x="2051056" y="627353"/>
                  </a:lnTo>
                  <a:lnTo>
                    <a:pt x="2080179" y="662033"/>
                  </a:lnTo>
                  <a:lnTo>
                    <a:pt x="2104849" y="700047"/>
                  </a:lnTo>
                  <a:lnTo>
                    <a:pt x="2125777" y="740868"/>
                  </a:lnTo>
                  <a:lnTo>
                    <a:pt x="2143677" y="783970"/>
                  </a:lnTo>
                  <a:lnTo>
                    <a:pt x="2159262" y="828825"/>
                  </a:lnTo>
                  <a:lnTo>
                    <a:pt x="2173244" y="874908"/>
                  </a:lnTo>
                  <a:lnTo>
                    <a:pt x="2186336" y="921690"/>
                  </a:lnTo>
                  <a:lnTo>
                    <a:pt x="2199251" y="968645"/>
                  </a:lnTo>
                  <a:lnTo>
                    <a:pt x="2212701" y="1015246"/>
                  </a:lnTo>
                  <a:lnTo>
                    <a:pt x="2227400" y="1060967"/>
                  </a:lnTo>
                  <a:lnTo>
                    <a:pt x="2244060" y="1105280"/>
                  </a:lnTo>
                  <a:lnTo>
                    <a:pt x="2264223" y="1148083"/>
                  </a:lnTo>
                  <a:lnTo>
                    <a:pt x="2287333" y="1189179"/>
                  </a:lnTo>
                  <a:lnTo>
                    <a:pt x="2313255" y="1228475"/>
                  </a:lnTo>
                  <a:lnTo>
                    <a:pt x="2341856" y="1265878"/>
                  </a:lnTo>
                  <a:lnTo>
                    <a:pt x="2373000" y="1301295"/>
                  </a:lnTo>
                  <a:lnTo>
                    <a:pt x="2406555" y="1334633"/>
                  </a:lnTo>
                  <a:lnTo>
                    <a:pt x="2442386" y="1365798"/>
                  </a:lnTo>
                  <a:lnTo>
                    <a:pt x="2480359" y="1394698"/>
                  </a:lnTo>
                  <a:lnTo>
                    <a:pt x="2520339" y="1421238"/>
                  </a:lnTo>
                  <a:lnTo>
                    <a:pt x="2562193" y="1445327"/>
                  </a:lnTo>
                  <a:lnTo>
                    <a:pt x="2605787" y="1466870"/>
                  </a:lnTo>
                  <a:lnTo>
                    <a:pt x="2650985" y="1485774"/>
                  </a:lnTo>
                  <a:lnTo>
                    <a:pt x="2697655" y="1501947"/>
                  </a:lnTo>
                  <a:lnTo>
                    <a:pt x="2745662" y="1515295"/>
                  </a:lnTo>
                  <a:lnTo>
                    <a:pt x="2794872" y="1525725"/>
                  </a:lnTo>
                  <a:lnTo>
                    <a:pt x="2798542" y="1526267"/>
                  </a:lnTo>
                  <a:lnTo>
                    <a:pt x="2798542" y="532002"/>
                  </a:lnTo>
                  <a:close/>
                </a:path>
                <a:path w="2799079" h="1526540">
                  <a:moveTo>
                    <a:pt x="2798542" y="0"/>
                  </a:moveTo>
                  <a:lnTo>
                    <a:pt x="0" y="0"/>
                  </a:lnTo>
                  <a:lnTo>
                    <a:pt x="43881" y="21708"/>
                  </a:lnTo>
                  <a:lnTo>
                    <a:pt x="88794" y="47389"/>
                  </a:lnTo>
                  <a:lnTo>
                    <a:pt x="131796" y="75533"/>
                  </a:lnTo>
                  <a:lnTo>
                    <a:pt x="172765" y="106026"/>
                  </a:lnTo>
                  <a:lnTo>
                    <a:pt x="211582" y="138755"/>
                  </a:lnTo>
                  <a:lnTo>
                    <a:pt x="248128" y="173609"/>
                  </a:lnTo>
                  <a:lnTo>
                    <a:pt x="291103" y="223633"/>
                  </a:lnTo>
                  <a:lnTo>
                    <a:pt x="334317" y="285677"/>
                  </a:lnTo>
                  <a:lnTo>
                    <a:pt x="356369" y="320256"/>
                  </a:lnTo>
                  <a:lnTo>
                    <a:pt x="378906" y="356701"/>
                  </a:lnTo>
                  <a:lnTo>
                    <a:pt x="426009" y="433670"/>
                  </a:lnTo>
                  <a:lnTo>
                    <a:pt x="450859" y="473434"/>
                  </a:lnTo>
                  <a:lnTo>
                    <a:pt x="476763" y="513545"/>
                  </a:lnTo>
                  <a:lnTo>
                    <a:pt x="503864" y="553623"/>
                  </a:lnTo>
                  <a:lnTo>
                    <a:pt x="532304" y="593289"/>
                  </a:lnTo>
                  <a:lnTo>
                    <a:pt x="562225" y="632164"/>
                  </a:lnTo>
                  <a:lnTo>
                    <a:pt x="593770" y="669866"/>
                  </a:lnTo>
                  <a:lnTo>
                    <a:pt x="627080" y="706018"/>
                  </a:lnTo>
                  <a:lnTo>
                    <a:pt x="662299" y="740238"/>
                  </a:lnTo>
                  <a:lnTo>
                    <a:pt x="699567" y="772148"/>
                  </a:lnTo>
                  <a:lnTo>
                    <a:pt x="739027" y="801368"/>
                  </a:lnTo>
                  <a:lnTo>
                    <a:pt x="780822" y="827518"/>
                  </a:lnTo>
                  <a:lnTo>
                    <a:pt x="825093" y="850218"/>
                  </a:lnTo>
                  <a:lnTo>
                    <a:pt x="871983" y="869089"/>
                  </a:lnTo>
                  <a:lnTo>
                    <a:pt x="921633" y="883752"/>
                  </a:lnTo>
                  <a:lnTo>
                    <a:pt x="974187" y="893826"/>
                  </a:lnTo>
                  <a:lnTo>
                    <a:pt x="1019460" y="897755"/>
                  </a:lnTo>
                  <a:lnTo>
                    <a:pt x="1034385" y="898016"/>
                  </a:lnTo>
                  <a:lnTo>
                    <a:pt x="1089804" y="894668"/>
                  </a:lnTo>
                  <a:lnTo>
                    <a:pt x="1144121" y="885170"/>
                  </a:lnTo>
                  <a:lnTo>
                    <a:pt x="1197142" y="870343"/>
                  </a:lnTo>
                  <a:lnTo>
                    <a:pt x="1248672" y="851005"/>
                  </a:lnTo>
                  <a:lnTo>
                    <a:pt x="1298516" y="827978"/>
                  </a:lnTo>
                  <a:lnTo>
                    <a:pt x="1346482" y="802082"/>
                  </a:lnTo>
                  <a:lnTo>
                    <a:pt x="1392373" y="774135"/>
                  </a:lnTo>
                  <a:lnTo>
                    <a:pt x="1435995" y="744960"/>
                  </a:lnTo>
                  <a:lnTo>
                    <a:pt x="1477155" y="715374"/>
                  </a:lnTo>
                  <a:lnTo>
                    <a:pt x="1515658" y="686199"/>
                  </a:lnTo>
                  <a:lnTo>
                    <a:pt x="1551309" y="658255"/>
                  </a:lnTo>
                  <a:lnTo>
                    <a:pt x="1583915" y="632361"/>
                  </a:lnTo>
                  <a:lnTo>
                    <a:pt x="1613280" y="609338"/>
                  </a:lnTo>
                  <a:lnTo>
                    <a:pt x="1661511" y="575183"/>
                  </a:lnTo>
                  <a:lnTo>
                    <a:pt x="1699577" y="556327"/>
                  </a:lnTo>
                  <a:lnTo>
                    <a:pt x="1739632" y="542829"/>
                  </a:lnTo>
                  <a:lnTo>
                    <a:pt x="1781043" y="534713"/>
                  </a:lnTo>
                  <a:lnTo>
                    <a:pt x="1823182" y="532002"/>
                  </a:lnTo>
                  <a:lnTo>
                    <a:pt x="2798542" y="532002"/>
                  </a:lnTo>
                  <a:lnTo>
                    <a:pt x="2798542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93329" y="0"/>
              <a:ext cx="2150745" cy="962025"/>
            </a:xfrm>
            <a:custGeom>
              <a:avLst/>
              <a:gdLst/>
              <a:ahLst/>
              <a:cxnLst/>
              <a:rect l="l" t="t" r="r" b="b"/>
              <a:pathLst>
                <a:path w="2150745" h="962025">
                  <a:moveTo>
                    <a:pt x="2150669" y="257555"/>
                  </a:moveTo>
                  <a:lnTo>
                    <a:pt x="917627" y="257555"/>
                  </a:lnTo>
                  <a:lnTo>
                    <a:pt x="966597" y="258820"/>
                  </a:lnTo>
                  <a:lnTo>
                    <a:pt x="1015544" y="262905"/>
                  </a:lnTo>
                  <a:lnTo>
                    <a:pt x="1064395" y="270254"/>
                  </a:lnTo>
                  <a:lnTo>
                    <a:pt x="1113080" y="281304"/>
                  </a:lnTo>
                  <a:lnTo>
                    <a:pt x="1153953" y="294499"/>
                  </a:lnTo>
                  <a:lnTo>
                    <a:pt x="1189695" y="310631"/>
                  </a:lnTo>
                  <a:lnTo>
                    <a:pt x="1248254" y="350899"/>
                  </a:lnTo>
                  <a:lnTo>
                    <a:pt x="1293691" y="400493"/>
                  </a:lnTo>
                  <a:lnTo>
                    <a:pt x="1330941" y="457796"/>
                  </a:lnTo>
                  <a:lnTo>
                    <a:pt x="1364937" y="521192"/>
                  </a:lnTo>
                  <a:lnTo>
                    <a:pt x="1382257" y="554669"/>
                  </a:lnTo>
                  <a:lnTo>
                    <a:pt x="1400613" y="589064"/>
                  </a:lnTo>
                  <a:lnTo>
                    <a:pt x="1420623" y="624174"/>
                  </a:lnTo>
                  <a:lnTo>
                    <a:pt x="1442904" y="659797"/>
                  </a:lnTo>
                  <a:lnTo>
                    <a:pt x="1468071" y="695731"/>
                  </a:lnTo>
                  <a:lnTo>
                    <a:pt x="1496742" y="731775"/>
                  </a:lnTo>
                  <a:lnTo>
                    <a:pt x="1529534" y="767725"/>
                  </a:lnTo>
                  <a:lnTo>
                    <a:pt x="1567063" y="803380"/>
                  </a:lnTo>
                  <a:lnTo>
                    <a:pt x="1609945" y="838538"/>
                  </a:lnTo>
                  <a:lnTo>
                    <a:pt x="1658799" y="872998"/>
                  </a:lnTo>
                  <a:lnTo>
                    <a:pt x="1708972" y="902230"/>
                  </a:lnTo>
                  <a:lnTo>
                    <a:pt x="1759360" y="924992"/>
                  </a:lnTo>
                  <a:lnTo>
                    <a:pt x="1809691" y="941800"/>
                  </a:lnTo>
                  <a:lnTo>
                    <a:pt x="1859694" y="953167"/>
                  </a:lnTo>
                  <a:lnTo>
                    <a:pt x="1909098" y="959610"/>
                  </a:lnTo>
                  <a:lnTo>
                    <a:pt x="1957630" y="961644"/>
                  </a:lnTo>
                  <a:lnTo>
                    <a:pt x="2126542" y="939061"/>
                  </a:lnTo>
                  <a:lnTo>
                    <a:pt x="2150669" y="930403"/>
                  </a:lnTo>
                  <a:lnTo>
                    <a:pt x="2150669" y="257555"/>
                  </a:lnTo>
                  <a:close/>
                </a:path>
                <a:path w="2150745" h="962025">
                  <a:moveTo>
                    <a:pt x="2150669" y="0"/>
                  </a:moveTo>
                  <a:lnTo>
                    <a:pt x="0" y="0"/>
                  </a:lnTo>
                  <a:lnTo>
                    <a:pt x="19211" y="43937"/>
                  </a:lnTo>
                  <a:lnTo>
                    <a:pt x="45058" y="92478"/>
                  </a:lnTo>
                  <a:lnTo>
                    <a:pt x="72592" y="134846"/>
                  </a:lnTo>
                  <a:lnTo>
                    <a:pt x="101740" y="171413"/>
                  </a:lnTo>
                  <a:lnTo>
                    <a:pt x="132428" y="202550"/>
                  </a:lnTo>
                  <a:lnTo>
                    <a:pt x="164581" y="228631"/>
                  </a:lnTo>
                  <a:lnTo>
                    <a:pt x="198125" y="250027"/>
                  </a:lnTo>
                  <a:lnTo>
                    <a:pt x="232988" y="267111"/>
                  </a:lnTo>
                  <a:lnTo>
                    <a:pt x="269095" y="280254"/>
                  </a:lnTo>
                  <a:lnTo>
                    <a:pt x="306372" y="289828"/>
                  </a:lnTo>
                  <a:lnTo>
                    <a:pt x="344746" y="296206"/>
                  </a:lnTo>
                  <a:lnTo>
                    <a:pt x="384142" y="299761"/>
                  </a:lnTo>
                  <a:lnTo>
                    <a:pt x="424486" y="300863"/>
                  </a:lnTo>
                  <a:lnTo>
                    <a:pt x="470581" y="299650"/>
                  </a:lnTo>
                  <a:lnTo>
                    <a:pt x="517664" y="296359"/>
                  </a:lnTo>
                  <a:lnTo>
                    <a:pt x="565633" y="291508"/>
                  </a:lnTo>
                  <a:lnTo>
                    <a:pt x="764319" y="266910"/>
                  </a:lnTo>
                  <a:lnTo>
                    <a:pt x="815183" y="262059"/>
                  </a:lnTo>
                  <a:lnTo>
                    <a:pt x="866320" y="258768"/>
                  </a:lnTo>
                  <a:lnTo>
                    <a:pt x="917627" y="257555"/>
                  </a:lnTo>
                  <a:lnTo>
                    <a:pt x="2150669" y="257555"/>
                  </a:lnTo>
                  <a:lnTo>
                    <a:pt x="2150669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07196" y="0"/>
              <a:ext cx="1137285" cy="500380"/>
            </a:xfrm>
            <a:custGeom>
              <a:avLst/>
              <a:gdLst/>
              <a:ahLst/>
              <a:cxnLst/>
              <a:rect l="l" t="t" r="r" b="b"/>
              <a:pathLst>
                <a:path w="1137284" h="500380">
                  <a:moveTo>
                    <a:pt x="1136803" y="0"/>
                  </a:moveTo>
                  <a:lnTo>
                    <a:pt x="4075" y="0"/>
                  </a:lnTo>
                  <a:lnTo>
                    <a:pt x="163" y="42941"/>
                  </a:lnTo>
                  <a:lnTo>
                    <a:pt x="0" y="85012"/>
                  </a:lnTo>
                  <a:lnTo>
                    <a:pt x="3455" y="123951"/>
                  </a:lnTo>
                  <a:lnTo>
                    <a:pt x="12760" y="168972"/>
                  </a:lnTo>
                  <a:lnTo>
                    <a:pt x="27467" y="212873"/>
                  </a:lnTo>
                  <a:lnTo>
                    <a:pt x="47098" y="255220"/>
                  </a:lnTo>
                  <a:lnTo>
                    <a:pt x="71174" y="295576"/>
                  </a:lnTo>
                  <a:lnTo>
                    <a:pt x="99220" y="333504"/>
                  </a:lnTo>
                  <a:lnTo>
                    <a:pt x="130757" y="368569"/>
                  </a:lnTo>
                  <a:lnTo>
                    <a:pt x="165307" y="400335"/>
                  </a:lnTo>
                  <a:lnTo>
                    <a:pt x="202394" y="428366"/>
                  </a:lnTo>
                  <a:lnTo>
                    <a:pt x="241538" y="452225"/>
                  </a:lnTo>
                  <a:lnTo>
                    <a:pt x="282264" y="471476"/>
                  </a:lnTo>
                  <a:lnTo>
                    <a:pt x="324093" y="485683"/>
                  </a:lnTo>
                  <a:lnTo>
                    <a:pt x="366548" y="494411"/>
                  </a:lnTo>
                  <a:lnTo>
                    <a:pt x="433842" y="499808"/>
                  </a:lnTo>
                  <a:lnTo>
                    <a:pt x="466007" y="499590"/>
                  </a:lnTo>
                  <a:lnTo>
                    <a:pt x="549489" y="490277"/>
                  </a:lnTo>
                  <a:lnTo>
                    <a:pt x="599362" y="478655"/>
                  </a:lnTo>
                  <a:lnTo>
                    <a:pt x="647134" y="463391"/>
                  </a:lnTo>
                  <a:lnTo>
                    <a:pt x="693085" y="445156"/>
                  </a:lnTo>
                  <a:lnTo>
                    <a:pt x="737496" y="424622"/>
                  </a:lnTo>
                  <a:lnTo>
                    <a:pt x="780650" y="402459"/>
                  </a:lnTo>
                  <a:lnTo>
                    <a:pt x="822829" y="379341"/>
                  </a:lnTo>
                  <a:lnTo>
                    <a:pt x="905383" y="332920"/>
                  </a:lnTo>
                  <a:lnTo>
                    <a:pt x="946322" y="310961"/>
                  </a:lnTo>
                  <a:lnTo>
                    <a:pt x="987411" y="290732"/>
                  </a:lnTo>
                  <a:lnTo>
                    <a:pt x="1028932" y="272903"/>
                  </a:lnTo>
                  <a:lnTo>
                    <a:pt x="1071167" y="258147"/>
                  </a:lnTo>
                  <a:lnTo>
                    <a:pt x="1114396" y="247135"/>
                  </a:lnTo>
                  <a:lnTo>
                    <a:pt x="1136803" y="243813"/>
                  </a:lnTo>
                  <a:lnTo>
                    <a:pt x="1136803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2236" y="458723"/>
              <a:ext cx="163068" cy="1630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7784" y="696468"/>
              <a:ext cx="97536" cy="9906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47404" y="1581911"/>
            <a:ext cx="99060" cy="9906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737866" y="2458923"/>
            <a:ext cx="36683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Conclusion</a:t>
            </a:r>
            <a:endParaRPr sz="6000"/>
          </a:p>
        </p:txBody>
      </p:sp>
      <p:sp>
        <p:nvSpPr>
          <p:cNvPr id="10" name="object 10"/>
          <p:cNvSpPr txBox="1"/>
          <p:nvPr/>
        </p:nvSpPr>
        <p:spPr>
          <a:xfrm>
            <a:off x="2438400" y="1348759"/>
            <a:ext cx="104330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8000" b="1" dirty="0">
                <a:solidFill>
                  <a:srgbClr val="80C8DD"/>
                </a:solidFill>
                <a:latin typeface="Times New Roman"/>
                <a:cs typeface="Times New Roman"/>
              </a:rPr>
              <a:t>06</a:t>
            </a:r>
            <a:endParaRPr sz="8000" dirty="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59395" y="76200"/>
            <a:ext cx="1627631" cy="84124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59395" y="0"/>
            <a:ext cx="1784985" cy="5143500"/>
            <a:chOff x="7359395" y="0"/>
            <a:chExt cx="1784985" cy="5143500"/>
          </a:xfrm>
        </p:grpSpPr>
        <p:sp>
          <p:nvSpPr>
            <p:cNvPr id="3" name="object 3"/>
            <p:cNvSpPr/>
            <p:nvPr/>
          </p:nvSpPr>
          <p:spPr>
            <a:xfrm>
              <a:off x="8189975" y="0"/>
              <a:ext cx="954405" cy="5128260"/>
            </a:xfrm>
            <a:custGeom>
              <a:avLst/>
              <a:gdLst/>
              <a:ahLst/>
              <a:cxnLst/>
              <a:rect l="l" t="t" r="r" b="b"/>
              <a:pathLst>
                <a:path w="954404" h="5128260">
                  <a:moveTo>
                    <a:pt x="954024" y="0"/>
                  </a:moveTo>
                  <a:lnTo>
                    <a:pt x="842521" y="24195"/>
                  </a:lnTo>
                  <a:lnTo>
                    <a:pt x="582358" y="132603"/>
                  </a:lnTo>
                  <a:lnTo>
                    <a:pt x="285047" y="378958"/>
                  </a:lnTo>
                  <a:lnTo>
                    <a:pt x="62102" y="816990"/>
                  </a:lnTo>
                  <a:lnTo>
                    <a:pt x="48466" y="870420"/>
                  </a:lnTo>
                  <a:lnTo>
                    <a:pt x="36646" y="922610"/>
                  </a:lnTo>
                  <a:lnTo>
                    <a:pt x="26585" y="973591"/>
                  </a:lnTo>
                  <a:lnTo>
                    <a:pt x="18226" y="1023393"/>
                  </a:lnTo>
                  <a:lnTo>
                    <a:pt x="11514" y="1072045"/>
                  </a:lnTo>
                  <a:lnTo>
                    <a:pt x="6392" y="1119580"/>
                  </a:lnTo>
                  <a:lnTo>
                    <a:pt x="2803" y="1166026"/>
                  </a:lnTo>
                  <a:lnTo>
                    <a:pt x="691" y="1211415"/>
                  </a:lnTo>
                  <a:lnTo>
                    <a:pt x="0" y="1255776"/>
                  </a:lnTo>
                  <a:lnTo>
                    <a:pt x="1155" y="1312421"/>
                  </a:lnTo>
                  <a:lnTo>
                    <a:pt x="4538" y="1367421"/>
                  </a:lnTo>
                  <a:lnTo>
                    <a:pt x="10026" y="1420845"/>
                  </a:lnTo>
                  <a:lnTo>
                    <a:pt x="17495" y="1472761"/>
                  </a:lnTo>
                  <a:lnTo>
                    <a:pt x="26820" y="1523237"/>
                  </a:lnTo>
                  <a:lnTo>
                    <a:pt x="37878" y="1572344"/>
                  </a:lnTo>
                  <a:lnTo>
                    <a:pt x="50546" y="1620149"/>
                  </a:lnTo>
                  <a:lnTo>
                    <a:pt x="64699" y="1666721"/>
                  </a:lnTo>
                  <a:lnTo>
                    <a:pt x="80214" y="1712130"/>
                  </a:lnTo>
                  <a:lnTo>
                    <a:pt x="96966" y="1756442"/>
                  </a:lnTo>
                  <a:lnTo>
                    <a:pt x="114833" y="1799729"/>
                  </a:lnTo>
                  <a:lnTo>
                    <a:pt x="133690" y="1842057"/>
                  </a:lnTo>
                  <a:lnTo>
                    <a:pt x="153413" y="1883497"/>
                  </a:lnTo>
                  <a:lnTo>
                    <a:pt x="173880" y="1924116"/>
                  </a:lnTo>
                  <a:lnTo>
                    <a:pt x="194965" y="1963983"/>
                  </a:lnTo>
                  <a:lnTo>
                    <a:pt x="216545" y="2003168"/>
                  </a:lnTo>
                  <a:lnTo>
                    <a:pt x="238497" y="2041738"/>
                  </a:lnTo>
                  <a:lnTo>
                    <a:pt x="260696" y="2079763"/>
                  </a:lnTo>
                  <a:lnTo>
                    <a:pt x="349493" y="2227784"/>
                  </a:lnTo>
                  <a:lnTo>
                    <a:pt x="371073" y="2264114"/>
                  </a:lnTo>
                  <a:lnTo>
                    <a:pt x="392158" y="2300310"/>
                  </a:lnTo>
                  <a:lnTo>
                    <a:pt x="412625" y="2336442"/>
                  </a:lnTo>
                  <a:lnTo>
                    <a:pt x="432348" y="2372578"/>
                  </a:lnTo>
                  <a:lnTo>
                    <a:pt x="451205" y="2408788"/>
                  </a:lnTo>
                  <a:lnTo>
                    <a:pt x="469072" y="2445140"/>
                  </a:lnTo>
                  <a:lnTo>
                    <a:pt x="485824" y="2481703"/>
                  </a:lnTo>
                  <a:lnTo>
                    <a:pt x="501339" y="2518545"/>
                  </a:lnTo>
                  <a:lnTo>
                    <a:pt x="515492" y="2555735"/>
                  </a:lnTo>
                  <a:lnTo>
                    <a:pt x="528160" y="2593342"/>
                  </a:lnTo>
                  <a:lnTo>
                    <a:pt x="539218" y="2631435"/>
                  </a:lnTo>
                  <a:lnTo>
                    <a:pt x="548543" y="2670083"/>
                  </a:lnTo>
                  <a:lnTo>
                    <a:pt x="556012" y="2709353"/>
                  </a:lnTo>
                  <a:lnTo>
                    <a:pt x="561500" y="2749316"/>
                  </a:lnTo>
                  <a:lnTo>
                    <a:pt x="564883" y="2790039"/>
                  </a:lnTo>
                  <a:lnTo>
                    <a:pt x="566039" y="2831592"/>
                  </a:lnTo>
                  <a:lnTo>
                    <a:pt x="565044" y="2870442"/>
                  </a:lnTo>
                  <a:lnTo>
                    <a:pt x="561990" y="2910078"/>
                  </a:lnTo>
                  <a:lnTo>
                    <a:pt x="556769" y="2950571"/>
                  </a:lnTo>
                  <a:lnTo>
                    <a:pt x="549275" y="2991993"/>
                  </a:lnTo>
                  <a:lnTo>
                    <a:pt x="537744" y="3049368"/>
                  </a:lnTo>
                  <a:lnTo>
                    <a:pt x="527034" y="3105765"/>
                  </a:lnTo>
                  <a:lnTo>
                    <a:pt x="517129" y="3161191"/>
                  </a:lnTo>
                  <a:lnTo>
                    <a:pt x="508012" y="3215653"/>
                  </a:lnTo>
                  <a:lnTo>
                    <a:pt x="499669" y="3269160"/>
                  </a:lnTo>
                  <a:lnTo>
                    <a:pt x="492083" y="3321719"/>
                  </a:lnTo>
                  <a:lnTo>
                    <a:pt x="485238" y="3373337"/>
                  </a:lnTo>
                  <a:lnTo>
                    <a:pt x="479120" y="3424023"/>
                  </a:lnTo>
                  <a:lnTo>
                    <a:pt x="473713" y="3473783"/>
                  </a:lnTo>
                  <a:lnTo>
                    <a:pt x="469000" y="3522625"/>
                  </a:lnTo>
                  <a:lnTo>
                    <a:pt x="464967" y="3570557"/>
                  </a:lnTo>
                  <a:lnTo>
                    <a:pt x="461597" y="3617587"/>
                  </a:lnTo>
                  <a:lnTo>
                    <a:pt x="458875" y="3663722"/>
                  </a:lnTo>
                  <a:lnTo>
                    <a:pt x="456785" y="3708969"/>
                  </a:lnTo>
                  <a:lnTo>
                    <a:pt x="455311" y="3753337"/>
                  </a:lnTo>
                  <a:lnTo>
                    <a:pt x="454439" y="3796832"/>
                  </a:lnTo>
                  <a:lnTo>
                    <a:pt x="454151" y="3839464"/>
                  </a:lnTo>
                  <a:lnTo>
                    <a:pt x="532256" y="4471424"/>
                  </a:lnTo>
                  <a:lnTo>
                    <a:pt x="704087" y="4866605"/>
                  </a:lnTo>
                  <a:lnTo>
                    <a:pt x="875918" y="5070414"/>
                  </a:lnTo>
                  <a:lnTo>
                    <a:pt x="954024" y="5128260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46947" y="0"/>
              <a:ext cx="797560" cy="5143500"/>
            </a:xfrm>
            <a:custGeom>
              <a:avLst/>
              <a:gdLst/>
              <a:ahLst/>
              <a:cxnLst/>
              <a:rect l="l" t="t" r="r" b="b"/>
              <a:pathLst>
                <a:path w="797559" h="5143500">
                  <a:moveTo>
                    <a:pt x="797051" y="0"/>
                  </a:moveTo>
                  <a:lnTo>
                    <a:pt x="20320" y="0"/>
                  </a:lnTo>
                  <a:lnTo>
                    <a:pt x="11197" y="42287"/>
                  </a:lnTo>
                  <a:lnTo>
                    <a:pt x="4873" y="85979"/>
                  </a:lnTo>
                  <a:lnTo>
                    <a:pt x="1192" y="130909"/>
                  </a:lnTo>
                  <a:lnTo>
                    <a:pt x="0" y="176911"/>
                  </a:lnTo>
                  <a:lnTo>
                    <a:pt x="1393" y="228713"/>
                  </a:lnTo>
                  <a:lnTo>
                    <a:pt x="5445" y="281407"/>
                  </a:lnTo>
                  <a:lnTo>
                    <a:pt x="11966" y="334768"/>
                  </a:lnTo>
                  <a:lnTo>
                    <a:pt x="20765" y="388573"/>
                  </a:lnTo>
                  <a:lnTo>
                    <a:pt x="31650" y="442598"/>
                  </a:lnTo>
                  <a:lnTo>
                    <a:pt x="44432" y="496621"/>
                  </a:lnTo>
                  <a:lnTo>
                    <a:pt x="58920" y="550418"/>
                  </a:lnTo>
                  <a:lnTo>
                    <a:pt x="74923" y="603765"/>
                  </a:lnTo>
                  <a:lnTo>
                    <a:pt x="92251" y="656438"/>
                  </a:lnTo>
                  <a:lnTo>
                    <a:pt x="110712" y="708215"/>
                  </a:lnTo>
                  <a:lnTo>
                    <a:pt x="130116" y="758872"/>
                  </a:lnTo>
                  <a:lnTo>
                    <a:pt x="150272" y="808185"/>
                  </a:lnTo>
                  <a:lnTo>
                    <a:pt x="170990" y="855931"/>
                  </a:lnTo>
                  <a:lnTo>
                    <a:pt x="192079" y="901886"/>
                  </a:lnTo>
                  <a:lnTo>
                    <a:pt x="213348" y="945828"/>
                  </a:lnTo>
                  <a:lnTo>
                    <a:pt x="234606" y="987532"/>
                  </a:lnTo>
                  <a:lnTo>
                    <a:pt x="255663" y="1026775"/>
                  </a:lnTo>
                  <a:lnTo>
                    <a:pt x="276329" y="1063334"/>
                  </a:lnTo>
                  <a:lnTo>
                    <a:pt x="296412" y="1096986"/>
                  </a:lnTo>
                  <a:lnTo>
                    <a:pt x="315722" y="1127505"/>
                  </a:lnTo>
                  <a:lnTo>
                    <a:pt x="344296" y="1174616"/>
                  </a:lnTo>
                  <a:lnTo>
                    <a:pt x="368268" y="1221327"/>
                  </a:lnTo>
                  <a:lnTo>
                    <a:pt x="387882" y="1267586"/>
                  </a:lnTo>
                  <a:lnTo>
                    <a:pt x="403383" y="1313338"/>
                  </a:lnTo>
                  <a:lnTo>
                    <a:pt x="415015" y="1358531"/>
                  </a:lnTo>
                  <a:lnTo>
                    <a:pt x="423021" y="1403111"/>
                  </a:lnTo>
                  <a:lnTo>
                    <a:pt x="427645" y="1447025"/>
                  </a:lnTo>
                  <a:lnTo>
                    <a:pt x="429132" y="1490217"/>
                  </a:lnTo>
                  <a:lnTo>
                    <a:pt x="426656" y="1546551"/>
                  </a:lnTo>
                  <a:lnTo>
                    <a:pt x="419610" y="1601396"/>
                  </a:lnTo>
                  <a:lnTo>
                    <a:pt x="408565" y="1654631"/>
                  </a:lnTo>
                  <a:lnTo>
                    <a:pt x="394097" y="1706132"/>
                  </a:lnTo>
                  <a:lnTo>
                    <a:pt x="376777" y="1755775"/>
                  </a:lnTo>
                  <a:lnTo>
                    <a:pt x="357178" y="1803436"/>
                  </a:lnTo>
                  <a:lnTo>
                    <a:pt x="335875" y="1848993"/>
                  </a:lnTo>
                  <a:lnTo>
                    <a:pt x="313439" y="1892322"/>
                  </a:lnTo>
                  <a:lnTo>
                    <a:pt x="290443" y="1933299"/>
                  </a:lnTo>
                  <a:lnTo>
                    <a:pt x="267461" y="1971802"/>
                  </a:lnTo>
                  <a:lnTo>
                    <a:pt x="241941" y="2016794"/>
                  </a:lnTo>
                  <a:lnTo>
                    <a:pt x="219466" y="2062931"/>
                  </a:lnTo>
                  <a:lnTo>
                    <a:pt x="199905" y="2110062"/>
                  </a:lnTo>
                  <a:lnTo>
                    <a:pt x="183130" y="2158032"/>
                  </a:lnTo>
                  <a:lnTo>
                    <a:pt x="169012" y="2206691"/>
                  </a:lnTo>
                  <a:lnTo>
                    <a:pt x="157421" y="2255886"/>
                  </a:lnTo>
                  <a:lnTo>
                    <a:pt x="148227" y="2305464"/>
                  </a:lnTo>
                  <a:lnTo>
                    <a:pt x="141302" y="2355273"/>
                  </a:lnTo>
                  <a:lnTo>
                    <a:pt x="136515" y="2405162"/>
                  </a:lnTo>
                  <a:lnTo>
                    <a:pt x="133738" y="2454977"/>
                  </a:lnTo>
                  <a:lnTo>
                    <a:pt x="132842" y="2504567"/>
                  </a:lnTo>
                  <a:lnTo>
                    <a:pt x="134069" y="2563755"/>
                  </a:lnTo>
                  <a:lnTo>
                    <a:pt x="137600" y="2622144"/>
                  </a:lnTo>
                  <a:lnTo>
                    <a:pt x="143212" y="2679471"/>
                  </a:lnTo>
                  <a:lnTo>
                    <a:pt x="150678" y="2735471"/>
                  </a:lnTo>
                  <a:lnTo>
                    <a:pt x="159774" y="2789880"/>
                  </a:lnTo>
                  <a:lnTo>
                    <a:pt x="170275" y="2842434"/>
                  </a:lnTo>
                  <a:lnTo>
                    <a:pt x="181956" y="2892869"/>
                  </a:lnTo>
                  <a:lnTo>
                    <a:pt x="194592" y="2940920"/>
                  </a:lnTo>
                  <a:lnTo>
                    <a:pt x="207958" y="2986323"/>
                  </a:lnTo>
                  <a:lnTo>
                    <a:pt x="221830" y="3028815"/>
                  </a:lnTo>
                  <a:lnTo>
                    <a:pt x="235982" y="3068131"/>
                  </a:lnTo>
                  <a:lnTo>
                    <a:pt x="250190" y="3104007"/>
                  </a:lnTo>
                  <a:lnTo>
                    <a:pt x="273210" y="3165881"/>
                  </a:lnTo>
                  <a:lnTo>
                    <a:pt x="288813" y="3222482"/>
                  </a:lnTo>
                  <a:lnTo>
                    <a:pt x="297678" y="3274296"/>
                  </a:lnTo>
                  <a:lnTo>
                    <a:pt x="300481" y="3321812"/>
                  </a:lnTo>
                  <a:lnTo>
                    <a:pt x="297409" y="3369303"/>
                  </a:lnTo>
                  <a:lnTo>
                    <a:pt x="288762" y="3412948"/>
                  </a:lnTo>
                  <a:lnTo>
                    <a:pt x="275400" y="3453400"/>
                  </a:lnTo>
                  <a:lnTo>
                    <a:pt x="258178" y="3491308"/>
                  </a:lnTo>
                  <a:lnTo>
                    <a:pt x="237955" y="3527325"/>
                  </a:lnTo>
                  <a:lnTo>
                    <a:pt x="215589" y="3562102"/>
                  </a:lnTo>
                  <a:lnTo>
                    <a:pt x="191936" y="3596291"/>
                  </a:lnTo>
                  <a:lnTo>
                    <a:pt x="167854" y="3630543"/>
                  </a:lnTo>
                  <a:lnTo>
                    <a:pt x="144201" y="3665511"/>
                  </a:lnTo>
                  <a:lnTo>
                    <a:pt x="121835" y="3701844"/>
                  </a:lnTo>
                  <a:lnTo>
                    <a:pt x="101612" y="3740196"/>
                  </a:lnTo>
                  <a:lnTo>
                    <a:pt x="84390" y="3781217"/>
                  </a:lnTo>
                  <a:lnTo>
                    <a:pt x="71028" y="3825560"/>
                  </a:lnTo>
                  <a:lnTo>
                    <a:pt x="62381" y="3873875"/>
                  </a:lnTo>
                  <a:lnTo>
                    <a:pt x="59308" y="3926814"/>
                  </a:lnTo>
                  <a:lnTo>
                    <a:pt x="61180" y="3969972"/>
                  </a:lnTo>
                  <a:lnTo>
                    <a:pt x="67040" y="4016381"/>
                  </a:lnTo>
                  <a:lnTo>
                    <a:pt x="77257" y="4066314"/>
                  </a:lnTo>
                  <a:lnTo>
                    <a:pt x="105734" y="4169229"/>
                  </a:lnTo>
                  <a:lnTo>
                    <a:pt x="115632" y="4217305"/>
                  </a:lnTo>
                  <a:lnTo>
                    <a:pt x="122258" y="4264339"/>
                  </a:lnTo>
                  <a:lnTo>
                    <a:pt x="125969" y="4310392"/>
                  </a:lnTo>
                  <a:lnTo>
                    <a:pt x="127126" y="4355528"/>
                  </a:lnTo>
                  <a:lnTo>
                    <a:pt x="125651" y="4408631"/>
                  </a:lnTo>
                  <a:lnTo>
                    <a:pt x="121645" y="4460602"/>
                  </a:lnTo>
                  <a:lnTo>
                    <a:pt x="115742" y="4511547"/>
                  </a:lnTo>
                  <a:lnTo>
                    <a:pt x="108574" y="4561575"/>
                  </a:lnTo>
                  <a:lnTo>
                    <a:pt x="92974" y="4659309"/>
                  </a:lnTo>
                  <a:lnTo>
                    <a:pt x="85806" y="4707230"/>
                  </a:lnTo>
                  <a:lnTo>
                    <a:pt x="79903" y="4754665"/>
                  </a:lnTo>
                  <a:lnTo>
                    <a:pt x="75897" y="4801720"/>
                  </a:lnTo>
                  <a:lnTo>
                    <a:pt x="74422" y="4848504"/>
                  </a:lnTo>
                  <a:lnTo>
                    <a:pt x="76279" y="4897398"/>
                  </a:lnTo>
                  <a:lnTo>
                    <a:pt x="82343" y="4946233"/>
                  </a:lnTo>
                  <a:lnTo>
                    <a:pt x="93345" y="4995136"/>
                  </a:lnTo>
                  <a:lnTo>
                    <a:pt x="110019" y="5044231"/>
                  </a:lnTo>
                  <a:lnTo>
                    <a:pt x="133100" y="5093643"/>
                  </a:lnTo>
                  <a:lnTo>
                    <a:pt x="163322" y="5143499"/>
                  </a:lnTo>
                  <a:lnTo>
                    <a:pt x="797051" y="5143499"/>
                  </a:lnTo>
                  <a:lnTo>
                    <a:pt x="797051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85987" y="0"/>
              <a:ext cx="858519" cy="5143500"/>
            </a:xfrm>
            <a:custGeom>
              <a:avLst/>
              <a:gdLst/>
              <a:ahLst/>
              <a:cxnLst/>
              <a:rect l="l" t="t" r="r" b="b"/>
              <a:pathLst>
                <a:path w="858520" h="5143500">
                  <a:moveTo>
                    <a:pt x="858011" y="0"/>
                  </a:moveTo>
                  <a:lnTo>
                    <a:pt x="283971" y="0"/>
                  </a:lnTo>
                  <a:lnTo>
                    <a:pt x="291637" y="71005"/>
                  </a:lnTo>
                  <a:lnTo>
                    <a:pt x="300224" y="137129"/>
                  </a:lnTo>
                  <a:lnTo>
                    <a:pt x="309670" y="198636"/>
                  </a:lnTo>
                  <a:lnTo>
                    <a:pt x="319910" y="255789"/>
                  </a:lnTo>
                  <a:lnTo>
                    <a:pt x="330880" y="308850"/>
                  </a:lnTo>
                  <a:lnTo>
                    <a:pt x="342517" y="358083"/>
                  </a:lnTo>
                  <a:lnTo>
                    <a:pt x="354756" y="403750"/>
                  </a:lnTo>
                  <a:lnTo>
                    <a:pt x="367533" y="446115"/>
                  </a:lnTo>
                  <a:lnTo>
                    <a:pt x="380785" y="485440"/>
                  </a:lnTo>
                  <a:lnTo>
                    <a:pt x="394447" y="521989"/>
                  </a:lnTo>
                  <a:lnTo>
                    <a:pt x="422747" y="587810"/>
                  </a:lnTo>
                  <a:lnTo>
                    <a:pt x="451922" y="645681"/>
                  </a:lnTo>
                  <a:lnTo>
                    <a:pt x="481460" y="697707"/>
                  </a:lnTo>
                  <a:lnTo>
                    <a:pt x="539576" y="792638"/>
                  </a:lnTo>
                  <a:lnTo>
                    <a:pt x="553532" y="816005"/>
                  </a:lnTo>
                  <a:lnTo>
                    <a:pt x="580310" y="864140"/>
                  </a:lnTo>
                  <a:lnTo>
                    <a:pt x="605148" y="915899"/>
                  </a:lnTo>
                  <a:lnTo>
                    <a:pt x="627535" y="973385"/>
                  </a:lnTo>
                  <a:lnTo>
                    <a:pt x="646958" y="1038701"/>
                  </a:lnTo>
                  <a:lnTo>
                    <a:pt x="662907" y="1113953"/>
                  </a:lnTo>
                  <a:lnTo>
                    <a:pt x="669418" y="1155961"/>
                  </a:lnTo>
                  <a:lnTo>
                    <a:pt x="674869" y="1201243"/>
                  </a:lnTo>
                  <a:lnTo>
                    <a:pt x="679195" y="1250061"/>
                  </a:lnTo>
                  <a:lnTo>
                    <a:pt x="681464" y="1298317"/>
                  </a:lnTo>
                  <a:lnTo>
                    <a:pt x="681608" y="1313941"/>
                  </a:lnTo>
                  <a:lnTo>
                    <a:pt x="680362" y="1358817"/>
                  </a:lnTo>
                  <a:lnTo>
                    <a:pt x="676743" y="1401939"/>
                  </a:lnTo>
                  <a:lnTo>
                    <a:pt x="670935" y="1443498"/>
                  </a:lnTo>
                  <a:lnTo>
                    <a:pt x="663121" y="1483687"/>
                  </a:lnTo>
                  <a:lnTo>
                    <a:pt x="653481" y="1522695"/>
                  </a:lnTo>
                  <a:lnTo>
                    <a:pt x="642200" y="1560712"/>
                  </a:lnTo>
                  <a:lnTo>
                    <a:pt x="629459" y="1597931"/>
                  </a:lnTo>
                  <a:lnTo>
                    <a:pt x="615441" y="1634542"/>
                  </a:lnTo>
                  <a:lnTo>
                    <a:pt x="600328" y="1670735"/>
                  </a:lnTo>
                  <a:lnTo>
                    <a:pt x="584304" y="1706702"/>
                  </a:lnTo>
                  <a:lnTo>
                    <a:pt x="567549" y="1742633"/>
                  </a:lnTo>
                  <a:lnTo>
                    <a:pt x="514730" y="1852120"/>
                  </a:lnTo>
                  <a:lnTo>
                    <a:pt x="496881" y="1889816"/>
                  </a:lnTo>
                  <a:lnTo>
                    <a:pt x="479214" y="1928430"/>
                  </a:lnTo>
                  <a:lnTo>
                    <a:pt x="461912" y="1968154"/>
                  </a:lnTo>
                  <a:lnTo>
                    <a:pt x="445157" y="2009177"/>
                  </a:lnTo>
                  <a:lnTo>
                    <a:pt x="429133" y="2051692"/>
                  </a:lnTo>
                  <a:lnTo>
                    <a:pt x="414020" y="2095888"/>
                  </a:lnTo>
                  <a:lnTo>
                    <a:pt x="400002" y="2141956"/>
                  </a:lnTo>
                  <a:lnTo>
                    <a:pt x="387261" y="2190087"/>
                  </a:lnTo>
                  <a:lnTo>
                    <a:pt x="375980" y="2240472"/>
                  </a:lnTo>
                  <a:lnTo>
                    <a:pt x="366340" y="2293303"/>
                  </a:lnTo>
                  <a:lnTo>
                    <a:pt x="358526" y="2348768"/>
                  </a:lnTo>
                  <a:lnTo>
                    <a:pt x="352718" y="2407061"/>
                  </a:lnTo>
                  <a:lnTo>
                    <a:pt x="349099" y="2468370"/>
                  </a:lnTo>
                  <a:lnTo>
                    <a:pt x="347852" y="2532888"/>
                  </a:lnTo>
                  <a:lnTo>
                    <a:pt x="348402" y="2576601"/>
                  </a:lnTo>
                  <a:lnTo>
                    <a:pt x="350084" y="2621807"/>
                  </a:lnTo>
                  <a:lnTo>
                    <a:pt x="352946" y="2668558"/>
                  </a:lnTo>
                  <a:lnTo>
                    <a:pt x="357037" y="2716903"/>
                  </a:lnTo>
                  <a:lnTo>
                    <a:pt x="362406" y="2766894"/>
                  </a:lnTo>
                  <a:lnTo>
                    <a:pt x="369101" y="2818583"/>
                  </a:lnTo>
                  <a:lnTo>
                    <a:pt x="377172" y="2872019"/>
                  </a:lnTo>
                  <a:lnTo>
                    <a:pt x="386667" y="2927254"/>
                  </a:lnTo>
                  <a:lnTo>
                    <a:pt x="397634" y="2984338"/>
                  </a:lnTo>
                  <a:lnTo>
                    <a:pt x="410122" y="3043323"/>
                  </a:lnTo>
                  <a:lnTo>
                    <a:pt x="424179" y="3104261"/>
                  </a:lnTo>
                  <a:lnTo>
                    <a:pt x="434762" y="3153558"/>
                  </a:lnTo>
                  <a:lnTo>
                    <a:pt x="442071" y="3199653"/>
                  </a:lnTo>
                  <a:lnTo>
                    <a:pt x="446307" y="3242724"/>
                  </a:lnTo>
                  <a:lnTo>
                    <a:pt x="447675" y="3282950"/>
                  </a:lnTo>
                  <a:lnTo>
                    <a:pt x="445565" y="3330099"/>
                  </a:lnTo>
                  <a:lnTo>
                    <a:pt x="439468" y="3373359"/>
                  </a:lnTo>
                  <a:lnTo>
                    <a:pt x="429733" y="3413086"/>
                  </a:lnTo>
                  <a:lnTo>
                    <a:pt x="416706" y="3449637"/>
                  </a:lnTo>
                  <a:lnTo>
                    <a:pt x="382174" y="3514634"/>
                  </a:lnTo>
                  <a:lnTo>
                    <a:pt x="338657" y="3571200"/>
                  </a:lnTo>
                  <a:lnTo>
                    <a:pt x="288939" y="3622183"/>
                  </a:lnTo>
                  <a:lnTo>
                    <a:pt x="208830" y="3694426"/>
                  </a:lnTo>
                  <a:lnTo>
                    <a:pt x="182045" y="3718804"/>
                  </a:lnTo>
                  <a:lnTo>
                    <a:pt x="130438" y="3770140"/>
                  </a:lnTo>
                  <a:lnTo>
                    <a:pt x="83772" y="3827294"/>
                  </a:lnTo>
                  <a:lnTo>
                    <a:pt x="44832" y="3893115"/>
                  </a:lnTo>
                  <a:lnTo>
                    <a:pt x="29129" y="3930167"/>
                  </a:lnTo>
                  <a:lnTo>
                    <a:pt x="16402" y="3970453"/>
                  </a:lnTo>
                  <a:lnTo>
                    <a:pt x="7000" y="4014332"/>
                  </a:lnTo>
                  <a:lnTo>
                    <a:pt x="1269" y="4062158"/>
                  </a:lnTo>
                  <a:lnTo>
                    <a:pt x="0" y="4094708"/>
                  </a:lnTo>
                  <a:lnTo>
                    <a:pt x="2013" y="4134429"/>
                  </a:lnTo>
                  <a:lnTo>
                    <a:pt x="17299" y="4207272"/>
                  </a:lnTo>
                  <a:lnTo>
                    <a:pt x="45767" y="4272523"/>
                  </a:lnTo>
                  <a:lnTo>
                    <a:pt x="85218" y="4331630"/>
                  </a:lnTo>
                  <a:lnTo>
                    <a:pt x="133456" y="4386039"/>
                  </a:lnTo>
                  <a:lnTo>
                    <a:pt x="188285" y="4437198"/>
                  </a:lnTo>
                  <a:lnTo>
                    <a:pt x="217484" y="4462010"/>
                  </a:lnTo>
                  <a:lnTo>
                    <a:pt x="247508" y="4486552"/>
                  </a:lnTo>
                  <a:lnTo>
                    <a:pt x="339774" y="4560366"/>
                  </a:lnTo>
                  <a:lnTo>
                    <a:pt x="370346" y="4585636"/>
                  </a:lnTo>
                  <a:lnTo>
                    <a:pt x="400370" y="4611540"/>
                  </a:lnTo>
                  <a:lnTo>
                    <a:pt x="429569" y="4638260"/>
                  </a:lnTo>
                  <a:lnTo>
                    <a:pt x="457670" y="4665975"/>
                  </a:lnTo>
                  <a:lnTo>
                    <a:pt x="484398" y="4694866"/>
                  </a:lnTo>
                  <a:lnTo>
                    <a:pt x="509478" y="4725116"/>
                  </a:lnTo>
                  <a:lnTo>
                    <a:pt x="532636" y="4756903"/>
                  </a:lnTo>
                  <a:lnTo>
                    <a:pt x="553598" y="4790411"/>
                  </a:lnTo>
                  <a:lnTo>
                    <a:pt x="572087" y="4825818"/>
                  </a:lnTo>
                  <a:lnTo>
                    <a:pt x="587831" y="4863306"/>
                  </a:lnTo>
                  <a:lnTo>
                    <a:pt x="600555" y="4903056"/>
                  </a:lnTo>
                  <a:lnTo>
                    <a:pt x="609983" y="4945249"/>
                  </a:lnTo>
                  <a:lnTo>
                    <a:pt x="615841" y="4990065"/>
                  </a:lnTo>
                  <a:lnTo>
                    <a:pt x="617854" y="5037686"/>
                  </a:lnTo>
                  <a:lnTo>
                    <a:pt x="617325" y="5062929"/>
                  </a:lnTo>
                  <a:lnTo>
                    <a:pt x="615711" y="5088965"/>
                  </a:lnTo>
                  <a:lnTo>
                    <a:pt x="612979" y="5115815"/>
                  </a:lnTo>
                  <a:lnTo>
                    <a:pt x="609091" y="5143499"/>
                  </a:lnTo>
                  <a:lnTo>
                    <a:pt x="858011" y="5143499"/>
                  </a:lnTo>
                  <a:lnTo>
                    <a:pt x="858011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9975" y="2926079"/>
              <a:ext cx="164592" cy="1630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38387" y="1808988"/>
              <a:ext cx="99059" cy="990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23503" y="4506467"/>
              <a:ext cx="97536" cy="990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92439" y="358140"/>
              <a:ext cx="164591" cy="16306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59395" y="76200"/>
              <a:ext cx="1627631" cy="841248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732279" y="1364437"/>
            <a:ext cx="18465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Conclusion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0794" y="2138883"/>
            <a:ext cx="5581650" cy="17357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integrates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tracking,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detection,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sz="1400" spc="36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system.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 gestures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detected </a:t>
            </a:r>
            <a:r>
              <a:rPr sz="1400" spc="-1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tracked 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vision, enabling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1400" spc="-1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devices.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utilizes</a:t>
            </a:r>
            <a:r>
              <a:rPr sz="1400" spc="26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400" spc="26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pre-trained</a:t>
            </a:r>
            <a:r>
              <a:rPr sz="1400" spc="26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1400" spc="26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400" spc="26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sz="1400" spc="26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sz="1400" spc="26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26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diverse</a:t>
            </a:r>
            <a:r>
              <a:rPr sz="1400" spc="26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objects. </a:t>
            </a:r>
            <a:r>
              <a:rPr sz="1400" spc="-35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400" spc="-1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 communicates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wirelessly </a:t>
            </a:r>
            <a:r>
              <a:rPr sz="1400" spc="-1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ESP-based devices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MQTT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protocol.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demonstrates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sz="1400" spc="1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leveraging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sz="1400" spc="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learning,</a:t>
            </a:r>
            <a:r>
              <a:rPr sz="1400" spc="3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400" spc="2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</a:t>
            </a:r>
            <a:r>
              <a:rPr sz="1400" spc="2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r>
              <a:rPr sz="1400" spc="3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1400" spc="2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various</a:t>
            </a:r>
            <a:r>
              <a:rPr sz="1400" spc="30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285E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domains.</a:t>
            </a:r>
            <a:endParaRPr sz="1400" dirty="0">
              <a:solidFill>
                <a:srgbClr val="285E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6971" y="161544"/>
            <a:ext cx="998219" cy="67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00350" cy="1526540"/>
            <a:chOff x="0" y="0"/>
            <a:chExt cx="2800350" cy="152654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00350" cy="1526540"/>
            </a:xfrm>
            <a:custGeom>
              <a:avLst/>
              <a:gdLst/>
              <a:ahLst/>
              <a:cxnLst/>
              <a:rect l="l" t="t" r="r" b="b"/>
              <a:pathLst>
                <a:path w="2800350" h="1526540">
                  <a:moveTo>
                    <a:pt x="2799938" y="0"/>
                  </a:moveTo>
                  <a:lnTo>
                    <a:pt x="0" y="0"/>
                  </a:lnTo>
                  <a:lnTo>
                    <a:pt x="0" y="1526269"/>
                  </a:lnTo>
                  <a:lnTo>
                    <a:pt x="52922" y="1515295"/>
                  </a:lnTo>
                  <a:lnTo>
                    <a:pt x="100955" y="1501947"/>
                  </a:lnTo>
                  <a:lnTo>
                    <a:pt x="147653" y="1485774"/>
                  </a:lnTo>
                  <a:lnTo>
                    <a:pt x="192880" y="1466870"/>
                  </a:lnTo>
                  <a:lnTo>
                    <a:pt x="236503" y="1445327"/>
                  </a:lnTo>
                  <a:lnTo>
                    <a:pt x="278385" y="1421238"/>
                  </a:lnTo>
                  <a:lnTo>
                    <a:pt x="318394" y="1394698"/>
                  </a:lnTo>
                  <a:lnTo>
                    <a:pt x="356394" y="1365798"/>
                  </a:lnTo>
                  <a:lnTo>
                    <a:pt x="392250" y="1334633"/>
                  </a:lnTo>
                  <a:lnTo>
                    <a:pt x="425829" y="1301295"/>
                  </a:lnTo>
                  <a:lnTo>
                    <a:pt x="456996" y="1265878"/>
                  </a:lnTo>
                  <a:lnTo>
                    <a:pt x="485616" y="1228475"/>
                  </a:lnTo>
                  <a:lnTo>
                    <a:pt x="511555" y="1189179"/>
                  </a:lnTo>
                  <a:lnTo>
                    <a:pt x="534677" y="1148083"/>
                  </a:lnTo>
                  <a:lnTo>
                    <a:pt x="554850" y="1105280"/>
                  </a:lnTo>
                  <a:lnTo>
                    <a:pt x="571501" y="1060967"/>
                  </a:lnTo>
                  <a:lnTo>
                    <a:pt x="586194" y="1015246"/>
                  </a:lnTo>
                  <a:lnTo>
                    <a:pt x="599641" y="968645"/>
                  </a:lnTo>
                  <a:lnTo>
                    <a:pt x="612556" y="921690"/>
                  </a:lnTo>
                  <a:lnTo>
                    <a:pt x="625650" y="874908"/>
                  </a:lnTo>
                  <a:lnTo>
                    <a:pt x="639638" y="828825"/>
                  </a:lnTo>
                  <a:lnTo>
                    <a:pt x="655232" y="783970"/>
                  </a:lnTo>
                  <a:lnTo>
                    <a:pt x="673146" y="740868"/>
                  </a:lnTo>
                  <a:lnTo>
                    <a:pt x="694092" y="700047"/>
                  </a:lnTo>
                  <a:lnTo>
                    <a:pt x="718784" y="662033"/>
                  </a:lnTo>
                  <a:lnTo>
                    <a:pt x="747935" y="627353"/>
                  </a:lnTo>
                  <a:lnTo>
                    <a:pt x="782257" y="596534"/>
                  </a:lnTo>
                  <a:lnTo>
                    <a:pt x="822464" y="570102"/>
                  </a:lnTo>
                  <a:lnTo>
                    <a:pt x="859069" y="553434"/>
                  </a:lnTo>
                  <a:lnTo>
                    <a:pt x="897200" y="541527"/>
                  </a:lnTo>
                  <a:lnTo>
                    <a:pt x="936318" y="534384"/>
                  </a:lnTo>
                  <a:lnTo>
                    <a:pt x="975880" y="532002"/>
                  </a:lnTo>
                  <a:lnTo>
                    <a:pt x="2310437" y="532002"/>
                  </a:lnTo>
                  <a:lnTo>
                    <a:pt x="2322923" y="513545"/>
                  </a:lnTo>
                  <a:lnTo>
                    <a:pt x="2348839" y="473434"/>
                  </a:lnTo>
                  <a:lnTo>
                    <a:pt x="2373699" y="433670"/>
                  </a:lnTo>
                  <a:lnTo>
                    <a:pt x="2420824" y="356701"/>
                  </a:lnTo>
                  <a:lnTo>
                    <a:pt x="2443374" y="320256"/>
                  </a:lnTo>
                  <a:lnTo>
                    <a:pt x="2465437" y="285677"/>
                  </a:lnTo>
                  <a:lnTo>
                    <a:pt x="2487158" y="253343"/>
                  </a:lnTo>
                  <a:lnTo>
                    <a:pt x="2530138" y="196929"/>
                  </a:lnTo>
                  <a:lnTo>
                    <a:pt x="2588238" y="138755"/>
                  </a:lnTo>
                  <a:lnTo>
                    <a:pt x="2627079" y="106026"/>
                  </a:lnTo>
                  <a:lnTo>
                    <a:pt x="2668079" y="75533"/>
                  </a:lnTo>
                  <a:lnTo>
                    <a:pt x="2711111" y="47389"/>
                  </a:lnTo>
                  <a:lnTo>
                    <a:pt x="2756047" y="21708"/>
                  </a:lnTo>
                  <a:lnTo>
                    <a:pt x="2799938" y="0"/>
                  </a:lnTo>
                  <a:close/>
                </a:path>
                <a:path w="2800350" h="1526540">
                  <a:moveTo>
                    <a:pt x="2310437" y="532002"/>
                  </a:moveTo>
                  <a:lnTo>
                    <a:pt x="975880" y="532002"/>
                  </a:lnTo>
                  <a:lnTo>
                    <a:pt x="1018040" y="534713"/>
                  </a:lnTo>
                  <a:lnTo>
                    <a:pt x="1059462" y="542829"/>
                  </a:lnTo>
                  <a:lnTo>
                    <a:pt x="1099517" y="556327"/>
                  </a:lnTo>
                  <a:lnTo>
                    <a:pt x="1137576" y="575183"/>
                  </a:lnTo>
                  <a:lnTo>
                    <a:pt x="1185834" y="609338"/>
                  </a:lnTo>
                  <a:lnTo>
                    <a:pt x="1247840" y="658255"/>
                  </a:lnTo>
                  <a:lnTo>
                    <a:pt x="1283512" y="686199"/>
                  </a:lnTo>
                  <a:lnTo>
                    <a:pt x="1322038" y="715374"/>
                  </a:lnTo>
                  <a:lnTo>
                    <a:pt x="1363222" y="744960"/>
                  </a:lnTo>
                  <a:lnTo>
                    <a:pt x="1406870" y="774135"/>
                  </a:lnTo>
                  <a:lnTo>
                    <a:pt x="1452787" y="802082"/>
                  </a:lnTo>
                  <a:lnTo>
                    <a:pt x="1500779" y="827978"/>
                  </a:lnTo>
                  <a:lnTo>
                    <a:pt x="1550651" y="851005"/>
                  </a:lnTo>
                  <a:lnTo>
                    <a:pt x="1602209" y="870343"/>
                  </a:lnTo>
                  <a:lnTo>
                    <a:pt x="1655256" y="885170"/>
                  </a:lnTo>
                  <a:lnTo>
                    <a:pt x="1709600" y="894668"/>
                  </a:lnTo>
                  <a:lnTo>
                    <a:pt x="1765045" y="898016"/>
                  </a:lnTo>
                  <a:lnTo>
                    <a:pt x="1779970" y="897755"/>
                  </a:lnTo>
                  <a:lnTo>
                    <a:pt x="1825243" y="893826"/>
                  </a:lnTo>
                  <a:lnTo>
                    <a:pt x="1877828" y="883752"/>
                  </a:lnTo>
                  <a:lnTo>
                    <a:pt x="1927508" y="869089"/>
                  </a:lnTo>
                  <a:lnTo>
                    <a:pt x="1974424" y="850218"/>
                  </a:lnTo>
                  <a:lnTo>
                    <a:pt x="2018719" y="827518"/>
                  </a:lnTo>
                  <a:lnTo>
                    <a:pt x="2060536" y="801368"/>
                  </a:lnTo>
                  <a:lnTo>
                    <a:pt x="2100017" y="772148"/>
                  </a:lnTo>
                  <a:lnTo>
                    <a:pt x="2137303" y="740238"/>
                  </a:lnTo>
                  <a:lnTo>
                    <a:pt x="2172538" y="706018"/>
                  </a:lnTo>
                  <a:lnTo>
                    <a:pt x="2205864" y="669866"/>
                  </a:lnTo>
                  <a:lnTo>
                    <a:pt x="2237423" y="632164"/>
                  </a:lnTo>
                  <a:lnTo>
                    <a:pt x="2267358" y="593289"/>
                  </a:lnTo>
                  <a:lnTo>
                    <a:pt x="2295811" y="553623"/>
                  </a:lnTo>
                  <a:lnTo>
                    <a:pt x="2310437" y="532002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152650" cy="962025"/>
            </a:xfrm>
            <a:custGeom>
              <a:avLst/>
              <a:gdLst/>
              <a:ahLst/>
              <a:cxnLst/>
              <a:rect l="l" t="t" r="r" b="b"/>
              <a:pathLst>
                <a:path w="2152650" h="962025">
                  <a:moveTo>
                    <a:pt x="2152194" y="0"/>
                  </a:moveTo>
                  <a:lnTo>
                    <a:pt x="0" y="0"/>
                  </a:lnTo>
                  <a:lnTo>
                    <a:pt x="0" y="929870"/>
                  </a:lnTo>
                  <a:lnTo>
                    <a:pt x="25607" y="939061"/>
                  </a:lnTo>
                  <a:lnTo>
                    <a:pt x="194513" y="961644"/>
                  </a:lnTo>
                  <a:lnTo>
                    <a:pt x="243045" y="959610"/>
                  </a:lnTo>
                  <a:lnTo>
                    <a:pt x="292460" y="953167"/>
                  </a:lnTo>
                  <a:lnTo>
                    <a:pt x="342482" y="941800"/>
                  </a:lnTo>
                  <a:lnTo>
                    <a:pt x="392835" y="924992"/>
                  </a:lnTo>
                  <a:lnTo>
                    <a:pt x="443244" y="902230"/>
                  </a:lnTo>
                  <a:lnTo>
                    <a:pt x="493433" y="872998"/>
                  </a:lnTo>
                  <a:lnTo>
                    <a:pt x="542279" y="838538"/>
                  </a:lnTo>
                  <a:lnTo>
                    <a:pt x="585156" y="803380"/>
                  </a:lnTo>
                  <a:lnTo>
                    <a:pt x="622680" y="767725"/>
                  </a:lnTo>
                  <a:lnTo>
                    <a:pt x="655468" y="731775"/>
                  </a:lnTo>
                  <a:lnTo>
                    <a:pt x="684136" y="695731"/>
                  </a:lnTo>
                  <a:lnTo>
                    <a:pt x="709302" y="659797"/>
                  </a:lnTo>
                  <a:lnTo>
                    <a:pt x="731581" y="624174"/>
                  </a:lnTo>
                  <a:lnTo>
                    <a:pt x="751591" y="589064"/>
                  </a:lnTo>
                  <a:lnTo>
                    <a:pt x="769948" y="554669"/>
                  </a:lnTo>
                  <a:lnTo>
                    <a:pt x="787269" y="521192"/>
                  </a:lnTo>
                  <a:lnTo>
                    <a:pt x="804171" y="488833"/>
                  </a:lnTo>
                  <a:lnTo>
                    <a:pt x="839184" y="428282"/>
                  </a:lnTo>
                  <a:lnTo>
                    <a:pt x="879920" y="374632"/>
                  </a:lnTo>
                  <a:lnTo>
                    <a:pt x="931313" y="329499"/>
                  </a:lnTo>
                  <a:lnTo>
                    <a:pt x="998297" y="294499"/>
                  </a:lnTo>
                  <a:lnTo>
                    <a:pt x="1039177" y="281304"/>
                  </a:lnTo>
                  <a:lnTo>
                    <a:pt x="1087802" y="270254"/>
                  </a:lnTo>
                  <a:lnTo>
                    <a:pt x="1136637" y="262905"/>
                  </a:lnTo>
                  <a:lnTo>
                    <a:pt x="1185595" y="258820"/>
                  </a:lnTo>
                  <a:lnTo>
                    <a:pt x="1234592" y="257555"/>
                  </a:lnTo>
                  <a:lnTo>
                    <a:pt x="1938705" y="257555"/>
                  </a:lnTo>
                  <a:lnTo>
                    <a:pt x="1954068" y="250027"/>
                  </a:lnTo>
                  <a:lnTo>
                    <a:pt x="1987613" y="228631"/>
                  </a:lnTo>
                  <a:lnTo>
                    <a:pt x="2019766" y="202550"/>
                  </a:lnTo>
                  <a:lnTo>
                    <a:pt x="2050453" y="171413"/>
                  </a:lnTo>
                  <a:lnTo>
                    <a:pt x="2079601" y="134846"/>
                  </a:lnTo>
                  <a:lnTo>
                    <a:pt x="2107136" y="92478"/>
                  </a:lnTo>
                  <a:lnTo>
                    <a:pt x="2132983" y="43937"/>
                  </a:lnTo>
                  <a:lnTo>
                    <a:pt x="2152194" y="0"/>
                  </a:lnTo>
                  <a:close/>
                </a:path>
                <a:path w="2152650" h="962025">
                  <a:moveTo>
                    <a:pt x="1938705" y="257555"/>
                  </a:moveTo>
                  <a:lnTo>
                    <a:pt x="1234592" y="257555"/>
                  </a:lnTo>
                  <a:lnTo>
                    <a:pt x="1285893" y="258768"/>
                  </a:lnTo>
                  <a:lnTo>
                    <a:pt x="1337024" y="262059"/>
                  </a:lnTo>
                  <a:lnTo>
                    <a:pt x="1387884" y="266910"/>
                  </a:lnTo>
                  <a:lnTo>
                    <a:pt x="1586561" y="291508"/>
                  </a:lnTo>
                  <a:lnTo>
                    <a:pt x="1634529" y="296359"/>
                  </a:lnTo>
                  <a:lnTo>
                    <a:pt x="1681612" y="299650"/>
                  </a:lnTo>
                  <a:lnTo>
                    <a:pt x="1727708" y="300863"/>
                  </a:lnTo>
                  <a:lnTo>
                    <a:pt x="1768052" y="299761"/>
                  </a:lnTo>
                  <a:lnTo>
                    <a:pt x="1807448" y="296206"/>
                  </a:lnTo>
                  <a:lnTo>
                    <a:pt x="1845821" y="289828"/>
                  </a:lnTo>
                  <a:lnTo>
                    <a:pt x="1883098" y="280254"/>
                  </a:lnTo>
                  <a:lnTo>
                    <a:pt x="1919205" y="267111"/>
                  </a:lnTo>
                  <a:lnTo>
                    <a:pt x="1938705" y="257555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137920" cy="500380"/>
            </a:xfrm>
            <a:custGeom>
              <a:avLst/>
              <a:gdLst/>
              <a:ahLst/>
              <a:cxnLst/>
              <a:rect l="l" t="t" r="r" b="b"/>
              <a:pathLst>
                <a:path w="1137920" h="500380">
                  <a:moveTo>
                    <a:pt x="1133603" y="0"/>
                  </a:moveTo>
                  <a:lnTo>
                    <a:pt x="0" y="0"/>
                  </a:lnTo>
                  <a:lnTo>
                    <a:pt x="0" y="243681"/>
                  </a:lnTo>
                  <a:lnTo>
                    <a:pt x="23301" y="247135"/>
                  </a:lnTo>
                  <a:lnTo>
                    <a:pt x="66534" y="258147"/>
                  </a:lnTo>
                  <a:lnTo>
                    <a:pt x="108770" y="272903"/>
                  </a:lnTo>
                  <a:lnTo>
                    <a:pt x="150290" y="290732"/>
                  </a:lnTo>
                  <a:lnTo>
                    <a:pt x="191378" y="310961"/>
                  </a:lnTo>
                  <a:lnTo>
                    <a:pt x="232315" y="332920"/>
                  </a:lnTo>
                  <a:lnTo>
                    <a:pt x="314863" y="379341"/>
                  </a:lnTo>
                  <a:lnTo>
                    <a:pt x="357038" y="402459"/>
                  </a:lnTo>
                  <a:lnTo>
                    <a:pt x="400191" y="424622"/>
                  </a:lnTo>
                  <a:lnTo>
                    <a:pt x="444602" y="445156"/>
                  </a:lnTo>
                  <a:lnTo>
                    <a:pt x="490553" y="463391"/>
                  </a:lnTo>
                  <a:lnTo>
                    <a:pt x="538328" y="478655"/>
                  </a:lnTo>
                  <a:lnTo>
                    <a:pt x="588207" y="490277"/>
                  </a:lnTo>
                  <a:lnTo>
                    <a:pt x="640473" y="497586"/>
                  </a:lnTo>
                  <a:lnTo>
                    <a:pt x="703841" y="499808"/>
                  </a:lnTo>
                  <a:lnTo>
                    <a:pt x="736973" y="498121"/>
                  </a:lnTo>
                  <a:lnTo>
                    <a:pt x="813599" y="485683"/>
                  </a:lnTo>
                  <a:lnTo>
                    <a:pt x="855428" y="471476"/>
                  </a:lnTo>
                  <a:lnTo>
                    <a:pt x="896156" y="452225"/>
                  </a:lnTo>
                  <a:lnTo>
                    <a:pt x="935302" y="428366"/>
                  </a:lnTo>
                  <a:lnTo>
                    <a:pt x="972391" y="400335"/>
                  </a:lnTo>
                  <a:lnTo>
                    <a:pt x="1006944" y="368569"/>
                  </a:lnTo>
                  <a:lnTo>
                    <a:pt x="1038485" y="333504"/>
                  </a:lnTo>
                  <a:lnTo>
                    <a:pt x="1066534" y="295576"/>
                  </a:lnTo>
                  <a:lnTo>
                    <a:pt x="1090616" y="255220"/>
                  </a:lnTo>
                  <a:lnTo>
                    <a:pt x="1110251" y="212873"/>
                  </a:lnTo>
                  <a:lnTo>
                    <a:pt x="1124963" y="168972"/>
                  </a:lnTo>
                  <a:lnTo>
                    <a:pt x="1134275" y="123951"/>
                  </a:lnTo>
                  <a:lnTo>
                    <a:pt x="1137707" y="85012"/>
                  </a:lnTo>
                  <a:lnTo>
                    <a:pt x="1137526" y="42941"/>
                  </a:lnTo>
                  <a:lnTo>
                    <a:pt x="1133603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8695" y="458723"/>
              <a:ext cx="164592" cy="1630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680" y="696468"/>
              <a:ext cx="99059" cy="990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39" y="1261872"/>
              <a:ext cx="97536" cy="990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6971" y="161544"/>
              <a:ext cx="998219" cy="67056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429000" y="1285240"/>
            <a:ext cx="17621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THA</a:t>
            </a:r>
            <a:r>
              <a:rPr dirty="0"/>
              <a:t>N</a:t>
            </a:r>
            <a:r>
              <a:rPr spc="-5" dirty="0"/>
              <a:t>KS!</a:t>
            </a: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82320" y="122169"/>
            <a:ext cx="1590952" cy="767696"/>
          </a:xfrm>
          <a:prstGeom prst="rect">
            <a:avLst/>
          </a:prstGeom>
        </p:spPr>
      </p:pic>
      <p:pic>
        <p:nvPicPr>
          <p:cNvPr id="13" name="Picture 12" descr="A qr code with a black background&#10;&#10;Description automatically generated">
            <a:extLst>
              <a:ext uri="{FF2B5EF4-FFF2-40B4-BE49-F238E27FC236}">
                <a16:creationId xmlns:a16="http://schemas.microsoft.com/office/drawing/2014/main" id="{325D9052-1750-8D22-32FB-74631E9EAA6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196" y="2195992"/>
            <a:ext cx="1524000" cy="15057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7B94C89-02BD-B3DE-34B5-E514227F819A}"/>
              </a:ext>
            </a:extLst>
          </p:cNvPr>
          <p:cNvSpPr txBox="1"/>
          <p:nvPr/>
        </p:nvSpPr>
        <p:spPr>
          <a:xfrm>
            <a:off x="3614766" y="3727455"/>
            <a:ext cx="1679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85E88"/>
                </a:solidFill>
              </a:rPr>
              <a:t>Project </a:t>
            </a:r>
            <a:r>
              <a:rPr lang="en-US" sz="1200" b="0" i="0" u="none" strike="noStrike" dirty="0">
                <a:solidFill>
                  <a:srgbClr val="285E88"/>
                </a:solidFill>
                <a:effectLst/>
                <a:latin typeface="Roboto" panose="02000000000000000000" pitchFamily="2" charset="0"/>
              </a:rPr>
              <a:t>Demonstration</a:t>
            </a:r>
            <a:endParaRPr lang="en-SA" sz="1200" dirty="0">
              <a:solidFill>
                <a:srgbClr val="285E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533</TotalTime>
  <Words>1083</Words>
  <Application>Microsoft Office PowerPoint</Application>
  <PresentationFormat>عرض على الشاشة (16:9)</PresentationFormat>
  <Paragraphs>210</Paragraphs>
  <Slides>29</Slides>
  <Notes>5</Notes>
  <HiddenSlides>1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29</vt:i4>
      </vt:variant>
    </vt:vector>
  </HeadingPairs>
  <TitlesOfParts>
    <vt:vector size="37" baseType="lpstr">
      <vt:lpstr>Arial</vt:lpstr>
      <vt:lpstr>Arial MT</vt:lpstr>
      <vt:lpstr>Calibri</vt:lpstr>
      <vt:lpstr>Impact</vt:lpstr>
      <vt:lpstr>Roboto</vt:lpstr>
      <vt:lpstr>Tahoma</vt:lpstr>
      <vt:lpstr>Times New Roman</vt:lpstr>
      <vt:lpstr>Office Theme</vt:lpstr>
      <vt:lpstr>Smart Glasses Remote  Control</vt:lpstr>
      <vt:lpstr>Smart Glasses Remote Control</vt:lpstr>
      <vt:lpstr>Contents</vt:lpstr>
      <vt:lpstr>Introduction</vt:lpstr>
      <vt:lpstr>Introduction</vt:lpstr>
      <vt:lpstr>Objectives</vt:lpstr>
      <vt:lpstr>Objectives</vt:lpstr>
      <vt:lpstr>Literature Review</vt:lpstr>
      <vt:lpstr>Literature Review</vt:lpstr>
      <vt:lpstr>System Model</vt:lpstr>
      <vt:lpstr>System Model</vt:lpstr>
      <vt:lpstr>System Model</vt:lpstr>
      <vt:lpstr>Hand Gesture Control</vt:lpstr>
      <vt:lpstr>عرض تقديمي في PowerPoint</vt:lpstr>
      <vt:lpstr>Detector Module </vt:lpstr>
      <vt:lpstr>Object Recognition</vt:lpstr>
      <vt:lpstr>IoT Device Activation</vt:lpstr>
      <vt:lpstr>Experiment and Results</vt:lpstr>
      <vt:lpstr>Software configuration </vt:lpstr>
      <vt:lpstr>Hardware Part</vt:lpstr>
      <vt:lpstr>Hardware Configuration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Conclusion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Glasses Remote Control</dc:title>
  <dc:creator>Khawlah Aldosari</dc:creator>
  <cp:lastModifiedBy>shayma kabi</cp:lastModifiedBy>
  <cp:revision>11</cp:revision>
  <dcterms:created xsi:type="dcterms:W3CDTF">2024-04-30T13:00:58Z</dcterms:created>
  <dcterms:modified xsi:type="dcterms:W3CDTF">2026-05-18T18:40:18Z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2024-04-30T00:00:00Z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2024-04-30T00:00:00Z</vt:filetime>
  </property>
</Properties>
</file>